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9" r:id="rId12"/>
    <p:sldId id="263" r:id="rId13"/>
    <p:sldId id="265" r:id="rId14"/>
    <p:sldId id="268" r:id="rId15"/>
    <p:sldId id="266" r:id="rId16"/>
  </p:sldIdLst>
  <p:sldSz cx="18288000" cy="10287000"/>
  <p:notesSz cx="6858000" cy="9144000"/>
  <p:embeddedFontLst>
    <p:embeddedFont>
      <p:font typeface="Comic Sans" panose="020B0604020202020204" charset="0"/>
      <p:regular r:id="rId18"/>
    </p:embeddedFont>
    <p:embeddedFont>
      <p:font typeface="Comic Sans Bold" panose="020B0604020202020204" charset="0"/>
      <p:regular r:id="rId19"/>
    </p:embeddedFont>
    <p:embeddedFont>
      <p:font typeface="Pacifico" panose="00000500000000000000" pitchFamily="2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6EBD61-D5D1-5919-BBF8-487EB90FF963}" v="4" dt="2024-11-04T06:49:28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2680" autoAdjust="0"/>
  </p:normalViewPr>
  <p:slideViewPr>
    <p:cSldViewPr>
      <p:cViewPr varScale="1">
        <p:scale>
          <a:sx n="51" d="100"/>
          <a:sy n="51" d="100"/>
        </p:scale>
        <p:origin x="898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i K B" userId="S::am.ps.r4phy24003@am.students.amrita.edu::22f897b3-2eef-44f9-8c04-e355aaf71dbd" providerId="AD" clId="Web-{B76EBD61-D5D1-5919-BBF8-487EB90FF963}"/>
    <pc:docChg chg="modSld">
      <pc:chgData name="Aswathi K B" userId="S::am.ps.r4phy24003@am.students.amrita.edu::22f897b3-2eef-44f9-8c04-e355aaf71dbd" providerId="AD" clId="Web-{B76EBD61-D5D1-5919-BBF8-487EB90FF963}" dt="2024-11-04T06:49:28.443" v="3" actId="1076"/>
      <pc:docMkLst>
        <pc:docMk/>
      </pc:docMkLst>
      <pc:sldChg chg="modSp">
        <pc:chgData name="Aswathi K B" userId="S::am.ps.r4phy24003@am.students.amrita.edu::22f897b3-2eef-44f9-8c04-e355aaf71dbd" providerId="AD" clId="Web-{B76EBD61-D5D1-5919-BBF8-487EB90FF963}" dt="2024-11-04T06:49:28.443" v="3" actId="1076"/>
        <pc:sldMkLst>
          <pc:docMk/>
          <pc:sldMk cId="0" sldId="259"/>
        </pc:sldMkLst>
        <pc:grpChg chg="mod">
          <ac:chgData name="Aswathi K B" userId="S::am.ps.r4phy24003@am.students.amrita.edu::22f897b3-2eef-44f9-8c04-e355aaf71dbd" providerId="AD" clId="Web-{B76EBD61-D5D1-5919-BBF8-487EB90FF963}" dt="2024-11-04T06:49:28.443" v="3" actId="1076"/>
          <ac:grpSpMkLst>
            <pc:docMk/>
            <pc:sldMk cId="0" sldId="259"/>
            <ac:grpSpMk id="33" creationId="{BAF4556E-71FE-4319-F0EF-3CB64677A1DA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F90BD5-5668-4D5C-BA2D-285671D4BEF5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E09AE6C-24EF-4E92-8757-FD322BEBD73E}">
      <dgm:prSet phldrT="[Text]"/>
      <dgm:spPr/>
      <dgm:t>
        <a:bodyPr/>
        <a:lstStyle/>
        <a:p>
          <a:r>
            <a:rPr lang="en-US" dirty="0"/>
            <a:t>Formulating The Research Problem</a:t>
          </a:r>
          <a:endParaRPr lang="en-IN" dirty="0"/>
        </a:p>
      </dgm:t>
    </dgm:pt>
    <dgm:pt modelId="{927086D3-C4E4-4B42-9183-2A47043863CC}" type="parTrans" cxnId="{E32E87B3-C028-4180-8192-293D7340AE53}">
      <dgm:prSet/>
      <dgm:spPr/>
      <dgm:t>
        <a:bodyPr/>
        <a:lstStyle/>
        <a:p>
          <a:endParaRPr lang="en-IN"/>
        </a:p>
      </dgm:t>
    </dgm:pt>
    <dgm:pt modelId="{9CE21DD8-9583-4B1C-8DC2-A3BDE9CF5BBD}" type="sibTrans" cxnId="{E32E87B3-C028-4180-8192-293D7340AE53}">
      <dgm:prSet/>
      <dgm:spPr/>
      <dgm:t>
        <a:bodyPr/>
        <a:lstStyle/>
        <a:p>
          <a:endParaRPr lang="en-IN"/>
        </a:p>
      </dgm:t>
    </dgm:pt>
    <dgm:pt modelId="{5D71F6A1-EB03-46B7-A01C-DE7D60C8FD90}">
      <dgm:prSet phldrT="[Text]"/>
      <dgm:spPr/>
      <dgm:t>
        <a:bodyPr/>
        <a:lstStyle/>
        <a:p>
          <a:r>
            <a:rPr lang="en-US" dirty="0"/>
            <a:t>Extensive Literature Survey</a:t>
          </a:r>
          <a:endParaRPr lang="en-IN" dirty="0"/>
        </a:p>
      </dgm:t>
    </dgm:pt>
    <dgm:pt modelId="{934E335C-A556-4636-818C-CE07171EED77}" type="parTrans" cxnId="{C6F981E0-B385-49B0-AE40-3232B5532E73}">
      <dgm:prSet/>
      <dgm:spPr/>
      <dgm:t>
        <a:bodyPr/>
        <a:lstStyle/>
        <a:p>
          <a:endParaRPr lang="en-IN"/>
        </a:p>
      </dgm:t>
    </dgm:pt>
    <dgm:pt modelId="{1E9CB64F-002F-4962-9673-7C37FD49590C}" type="sibTrans" cxnId="{C6F981E0-B385-49B0-AE40-3232B5532E73}">
      <dgm:prSet/>
      <dgm:spPr/>
      <dgm:t>
        <a:bodyPr/>
        <a:lstStyle/>
        <a:p>
          <a:endParaRPr lang="en-IN"/>
        </a:p>
      </dgm:t>
    </dgm:pt>
    <dgm:pt modelId="{A16D0AC6-EBD6-4115-BFB7-6B55C0EAB96F}">
      <dgm:prSet phldrT="[Text]"/>
      <dgm:spPr/>
      <dgm:t>
        <a:bodyPr/>
        <a:lstStyle/>
        <a:p>
          <a:r>
            <a:rPr lang="en-US" dirty="0"/>
            <a:t>Developing The Hypothesis</a:t>
          </a:r>
          <a:endParaRPr lang="en-IN" dirty="0"/>
        </a:p>
      </dgm:t>
    </dgm:pt>
    <dgm:pt modelId="{4BADCEF9-2867-4CBB-9EB6-D76A98277B04}" type="parTrans" cxnId="{D3C93F6A-4C58-4479-B037-E976D2788513}">
      <dgm:prSet/>
      <dgm:spPr/>
      <dgm:t>
        <a:bodyPr/>
        <a:lstStyle/>
        <a:p>
          <a:endParaRPr lang="en-IN"/>
        </a:p>
      </dgm:t>
    </dgm:pt>
    <dgm:pt modelId="{AFE9064F-05EC-4140-B777-5C59C034463B}" type="sibTrans" cxnId="{D3C93F6A-4C58-4479-B037-E976D2788513}">
      <dgm:prSet/>
      <dgm:spPr/>
      <dgm:t>
        <a:bodyPr/>
        <a:lstStyle/>
        <a:p>
          <a:endParaRPr lang="en-IN"/>
        </a:p>
      </dgm:t>
    </dgm:pt>
    <dgm:pt modelId="{DAD023A5-1A66-4832-84DD-5CAAE3EA5CF6}">
      <dgm:prSet phldrT="[Text]"/>
      <dgm:spPr/>
      <dgm:t>
        <a:bodyPr/>
        <a:lstStyle/>
        <a:p>
          <a:r>
            <a:rPr lang="en-US" dirty="0"/>
            <a:t>Preparing The Research Design</a:t>
          </a:r>
          <a:endParaRPr lang="en-IN" dirty="0"/>
        </a:p>
      </dgm:t>
    </dgm:pt>
    <dgm:pt modelId="{A9BED117-0E95-4290-B3B7-8978E143CA3C}" type="parTrans" cxnId="{E02CFBAF-265E-4BD2-B494-3B88ADFFEDEE}">
      <dgm:prSet/>
      <dgm:spPr/>
      <dgm:t>
        <a:bodyPr/>
        <a:lstStyle/>
        <a:p>
          <a:endParaRPr lang="en-IN"/>
        </a:p>
      </dgm:t>
    </dgm:pt>
    <dgm:pt modelId="{8D496269-A89C-4699-91F4-0EE6BDFCE26E}" type="sibTrans" cxnId="{E02CFBAF-265E-4BD2-B494-3B88ADFFEDEE}">
      <dgm:prSet/>
      <dgm:spPr/>
      <dgm:t>
        <a:bodyPr/>
        <a:lstStyle/>
        <a:p>
          <a:endParaRPr lang="en-IN"/>
        </a:p>
      </dgm:t>
    </dgm:pt>
    <dgm:pt modelId="{9EA71347-A48E-40BB-BC1C-22B02DBB75E3}">
      <dgm:prSet phldrT="[Text]"/>
      <dgm:spPr/>
      <dgm:t>
        <a:bodyPr/>
        <a:lstStyle/>
        <a:p>
          <a:r>
            <a:rPr lang="en-US" dirty="0"/>
            <a:t>Determining Sample Design</a:t>
          </a:r>
          <a:endParaRPr lang="en-IN" dirty="0"/>
        </a:p>
      </dgm:t>
    </dgm:pt>
    <dgm:pt modelId="{4D0A48C0-2911-4BFA-B155-A07F25B24C86}" type="parTrans" cxnId="{C8FDE63B-EDA2-4083-A2B5-81DD64C66633}">
      <dgm:prSet/>
      <dgm:spPr/>
      <dgm:t>
        <a:bodyPr/>
        <a:lstStyle/>
        <a:p>
          <a:endParaRPr lang="en-IN"/>
        </a:p>
      </dgm:t>
    </dgm:pt>
    <dgm:pt modelId="{1EA773C5-3133-4A82-86A7-C73D405305D6}" type="sibTrans" cxnId="{C8FDE63B-EDA2-4083-A2B5-81DD64C66633}">
      <dgm:prSet/>
      <dgm:spPr/>
      <dgm:t>
        <a:bodyPr/>
        <a:lstStyle/>
        <a:p>
          <a:endParaRPr lang="en-IN"/>
        </a:p>
      </dgm:t>
    </dgm:pt>
    <dgm:pt modelId="{19F1BCFB-55C2-458B-AD2A-7914A5E05BB4}">
      <dgm:prSet phldrT="[Text]"/>
      <dgm:spPr/>
      <dgm:t>
        <a:bodyPr/>
        <a:lstStyle/>
        <a:p>
          <a:r>
            <a:rPr lang="en-US" dirty="0"/>
            <a:t>Collecting The Data</a:t>
          </a:r>
          <a:endParaRPr lang="en-IN" dirty="0"/>
        </a:p>
      </dgm:t>
    </dgm:pt>
    <dgm:pt modelId="{1788A717-850A-4A83-B24A-47234436414C}" type="parTrans" cxnId="{5BDEDF75-989B-4F4B-B62A-E94BA3F9D9E8}">
      <dgm:prSet/>
      <dgm:spPr/>
      <dgm:t>
        <a:bodyPr/>
        <a:lstStyle/>
        <a:p>
          <a:endParaRPr lang="en-IN"/>
        </a:p>
      </dgm:t>
    </dgm:pt>
    <dgm:pt modelId="{349CE9AA-6637-475D-A3D4-93A91576A2CD}" type="sibTrans" cxnId="{5BDEDF75-989B-4F4B-B62A-E94BA3F9D9E8}">
      <dgm:prSet/>
      <dgm:spPr/>
      <dgm:t>
        <a:bodyPr/>
        <a:lstStyle/>
        <a:p>
          <a:endParaRPr lang="en-IN"/>
        </a:p>
      </dgm:t>
    </dgm:pt>
    <dgm:pt modelId="{5D6C134E-197C-46A3-888C-7B87C10CB273}">
      <dgm:prSet phldrT="[Text]"/>
      <dgm:spPr/>
      <dgm:t>
        <a:bodyPr/>
        <a:lstStyle/>
        <a:p>
          <a:r>
            <a:rPr lang="en-US" dirty="0"/>
            <a:t>Execution of The Project</a:t>
          </a:r>
          <a:endParaRPr lang="en-IN" dirty="0"/>
        </a:p>
      </dgm:t>
    </dgm:pt>
    <dgm:pt modelId="{2F1E34B6-E55A-4665-941C-B287F79B4797}" type="parTrans" cxnId="{C56113BD-B884-44BB-85FF-873FBEA4A4EE}">
      <dgm:prSet/>
      <dgm:spPr/>
      <dgm:t>
        <a:bodyPr/>
        <a:lstStyle/>
        <a:p>
          <a:endParaRPr lang="en-IN"/>
        </a:p>
      </dgm:t>
    </dgm:pt>
    <dgm:pt modelId="{608A453D-CEEB-413B-8057-B328EF17D97D}" type="sibTrans" cxnId="{C56113BD-B884-44BB-85FF-873FBEA4A4EE}">
      <dgm:prSet/>
      <dgm:spPr/>
      <dgm:t>
        <a:bodyPr/>
        <a:lstStyle/>
        <a:p>
          <a:endParaRPr lang="en-IN"/>
        </a:p>
      </dgm:t>
    </dgm:pt>
    <dgm:pt modelId="{E311CD00-C8FA-439F-856C-06F65AB5F9FF}">
      <dgm:prSet phldrT="[Text]"/>
      <dgm:spPr/>
      <dgm:t>
        <a:bodyPr/>
        <a:lstStyle/>
        <a:p>
          <a:r>
            <a:rPr lang="en-US" dirty="0"/>
            <a:t>Analysis of Data</a:t>
          </a:r>
          <a:endParaRPr lang="en-IN" dirty="0"/>
        </a:p>
      </dgm:t>
    </dgm:pt>
    <dgm:pt modelId="{F9DAB9EB-2DC2-4F9A-8A87-2AEB4BE68F81}" type="parTrans" cxnId="{85EFC140-08EA-484C-B882-6CAEE659FE39}">
      <dgm:prSet/>
      <dgm:spPr/>
      <dgm:t>
        <a:bodyPr/>
        <a:lstStyle/>
        <a:p>
          <a:endParaRPr lang="en-IN"/>
        </a:p>
      </dgm:t>
    </dgm:pt>
    <dgm:pt modelId="{DD88EFC3-57C4-4E55-BAE9-249069A92459}" type="sibTrans" cxnId="{85EFC140-08EA-484C-B882-6CAEE659FE39}">
      <dgm:prSet/>
      <dgm:spPr/>
      <dgm:t>
        <a:bodyPr/>
        <a:lstStyle/>
        <a:p>
          <a:endParaRPr lang="en-IN"/>
        </a:p>
      </dgm:t>
    </dgm:pt>
    <dgm:pt modelId="{33F10EEC-BBE4-46A9-B841-14DCF2C4A44E}">
      <dgm:prSet phldrT="[Text]"/>
      <dgm:spPr/>
      <dgm:t>
        <a:bodyPr/>
        <a:lstStyle/>
        <a:p>
          <a:r>
            <a:rPr lang="en-US" dirty="0"/>
            <a:t>Hypothesis Testing</a:t>
          </a:r>
          <a:endParaRPr lang="en-IN" dirty="0"/>
        </a:p>
      </dgm:t>
    </dgm:pt>
    <dgm:pt modelId="{40EC914F-FEE3-45D1-8112-5A5DE8A87D52}" type="parTrans" cxnId="{07B279E1-BCDE-4112-A130-A8789D0E49EE}">
      <dgm:prSet/>
      <dgm:spPr/>
      <dgm:t>
        <a:bodyPr/>
        <a:lstStyle/>
        <a:p>
          <a:endParaRPr lang="en-IN"/>
        </a:p>
      </dgm:t>
    </dgm:pt>
    <dgm:pt modelId="{20B6BFB4-C8B3-465B-A88A-3E4EADCB7941}" type="sibTrans" cxnId="{07B279E1-BCDE-4112-A130-A8789D0E49EE}">
      <dgm:prSet/>
      <dgm:spPr/>
      <dgm:t>
        <a:bodyPr/>
        <a:lstStyle/>
        <a:p>
          <a:endParaRPr lang="en-IN"/>
        </a:p>
      </dgm:t>
    </dgm:pt>
    <dgm:pt modelId="{A7D58A1D-2AEB-478E-B9BC-8A808AA18DC9}" type="pres">
      <dgm:prSet presAssocID="{8BF90BD5-5668-4D5C-BA2D-285671D4BEF5}" presName="Name0" presStyleCnt="0">
        <dgm:presLayoutVars>
          <dgm:dir/>
          <dgm:resizeHandles/>
        </dgm:presLayoutVars>
      </dgm:prSet>
      <dgm:spPr/>
    </dgm:pt>
    <dgm:pt modelId="{06FBFB3F-F1AC-49CE-8C40-9384ED701C39}" type="pres">
      <dgm:prSet presAssocID="{2E09AE6C-24EF-4E92-8757-FD322BEBD73E}" presName="compNode" presStyleCnt="0"/>
      <dgm:spPr/>
    </dgm:pt>
    <dgm:pt modelId="{8C2CAA05-D988-469E-87A2-9488040EA840}" type="pres">
      <dgm:prSet presAssocID="{2E09AE6C-24EF-4E92-8757-FD322BEBD73E}" presName="dummyConnPt" presStyleCnt="0"/>
      <dgm:spPr/>
    </dgm:pt>
    <dgm:pt modelId="{748F5CBD-4145-48DF-94B1-4799C50543C2}" type="pres">
      <dgm:prSet presAssocID="{2E09AE6C-24EF-4E92-8757-FD322BEBD73E}" presName="node" presStyleLbl="node1" presStyleIdx="0" presStyleCnt="9">
        <dgm:presLayoutVars>
          <dgm:bulletEnabled val="1"/>
        </dgm:presLayoutVars>
      </dgm:prSet>
      <dgm:spPr/>
    </dgm:pt>
    <dgm:pt modelId="{90D49B76-466D-45C6-8631-C78E08DF7182}" type="pres">
      <dgm:prSet presAssocID="{9CE21DD8-9583-4B1C-8DC2-A3BDE9CF5BBD}" presName="sibTrans" presStyleLbl="bgSibTrans2D1" presStyleIdx="0" presStyleCnt="8"/>
      <dgm:spPr/>
    </dgm:pt>
    <dgm:pt modelId="{238E3491-072F-4F7E-AABE-C3BCF0BC69B7}" type="pres">
      <dgm:prSet presAssocID="{5D71F6A1-EB03-46B7-A01C-DE7D60C8FD90}" presName="compNode" presStyleCnt="0"/>
      <dgm:spPr/>
    </dgm:pt>
    <dgm:pt modelId="{91A88D88-3157-4C0F-8BF7-FA279F50B8A7}" type="pres">
      <dgm:prSet presAssocID="{5D71F6A1-EB03-46B7-A01C-DE7D60C8FD90}" presName="dummyConnPt" presStyleCnt="0"/>
      <dgm:spPr/>
    </dgm:pt>
    <dgm:pt modelId="{90119F63-35F4-4DF5-BFD8-5B4BEB6A64BD}" type="pres">
      <dgm:prSet presAssocID="{5D71F6A1-EB03-46B7-A01C-DE7D60C8FD90}" presName="node" presStyleLbl="node1" presStyleIdx="1" presStyleCnt="9">
        <dgm:presLayoutVars>
          <dgm:bulletEnabled val="1"/>
        </dgm:presLayoutVars>
      </dgm:prSet>
      <dgm:spPr/>
    </dgm:pt>
    <dgm:pt modelId="{14B9C947-B10B-4CC6-8172-8DF23AA574D7}" type="pres">
      <dgm:prSet presAssocID="{1E9CB64F-002F-4962-9673-7C37FD49590C}" presName="sibTrans" presStyleLbl="bgSibTrans2D1" presStyleIdx="1" presStyleCnt="8"/>
      <dgm:spPr/>
    </dgm:pt>
    <dgm:pt modelId="{79B6EFC9-021C-4272-AA1B-AEC37D92B131}" type="pres">
      <dgm:prSet presAssocID="{A16D0AC6-EBD6-4115-BFB7-6B55C0EAB96F}" presName="compNode" presStyleCnt="0"/>
      <dgm:spPr/>
    </dgm:pt>
    <dgm:pt modelId="{4D838E7A-F212-482A-A055-5B0AF3ABDE04}" type="pres">
      <dgm:prSet presAssocID="{A16D0AC6-EBD6-4115-BFB7-6B55C0EAB96F}" presName="dummyConnPt" presStyleCnt="0"/>
      <dgm:spPr/>
    </dgm:pt>
    <dgm:pt modelId="{ABD5BC5A-E1FE-45F2-BEFC-FA11D465DF4F}" type="pres">
      <dgm:prSet presAssocID="{A16D0AC6-EBD6-4115-BFB7-6B55C0EAB96F}" presName="node" presStyleLbl="node1" presStyleIdx="2" presStyleCnt="9">
        <dgm:presLayoutVars>
          <dgm:bulletEnabled val="1"/>
        </dgm:presLayoutVars>
      </dgm:prSet>
      <dgm:spPr/>
    </dgm:pt>
    <dgm:pt modelId="{F535BA0F-93CC-4287-A598-46442BD859E0}" type="pres">
      <dgm:prSet presAssocID="{AFE9064F-05EC-4140-B777-5C59C034463B}" presName="sibTrans" presStyleLbl="bgSibTrans2D1" presStyleIdx="2" presStyleCnt="8"/>
      <dgm:spPr/>
    </dgm:pt>
    <dgm:pt modelId="{71FA9C06-EA9E-457F-B3BC-D1E9DF2CB643}" type="pres">
      <dgm:prSet presAssocID="{DAD023A5-1A66-4832-84DD-5CAAE3EA5CF6}" presName="compNode" presStyleCnt="0"/>
      <dgm:spPr/>
    </dgm:pt>
    <dgm:pt modelId="{A543E5A0-DF71-42E3-A36E-DFEF7EE85BC3}" type="pres">
      <dgm:prSet presAssocID="{DAD023A5-1A66-4832-84DD-5CAAE3EA5CF6}" presName="dummyConnPt" presStyleCnt="0"/>
      <dgm:spPr/>
    </dgm:pt>
    <dgm:pt modelId="{C9395B06-ABFA-49A1-AF34-203D21C6FB57}" type="pres">
      <dgm:prSet presAssocID="{DAD023A5-1A66-4832-84DD-5CAAE3EA5CF6}" presName="node" presStyleLbl="node1" presStyleIdx="3" presStyleCnt="9">
        <dgm:presLayoutVars>
          <dgm:bulletEnabled val="1"/>
        </dgm:presLayoutVars>
      </dgm:prSet>
      <dgm:spPr/>
    </dgm:pt>
    <dgm:pt modelId="{7EA8A242-2673-420F-809C-59B949990C32}" type="pres">
      <dgm:prSet presAssocID="{8D496269-A89C-4699-91F4-0EE6BDFCE26E}" presName="sibTrans" presStyleLbl="bgSibTrans2D1" presStyleIdx="3" presStyleCnt="8"/>
      <dgm:spPr/>
    </dgm:pt>
    <dgm:pt modelId="{5FDE1864-7842-476F-8FC3-D84A4BE8ECDB}" type="pres">
      <dgm:prSet presAssocID="{9EA71347-A48E-40BB-BC1C-22B02DBB75E3}" presName="compNode" presStyleCnt="0"/>
      <dgm:spPr/>
    </dgm:pt>
    <dgm:pt modelId="{CA4CA85B-AF87-4545-9415-FCFBAEED9ABB}" type="pres">
      <dgm:prSet presAssocID="{9EA71347-A48E-40BB-BC1C-22B02DBB75E3}" presName="dummyConnPt" presStyleCnt="0"/>
      <dgm:spPr/>
    </dgm:pt>
    <dgm:pt modelId="{51B84D22-7C7D-491F-BFA2-52DDC2DC4CF6}" type="pres">
      <dgm:prSet presAssocID="{9EA71347-A48E-40BB-BC1C-22B02DBB75E3}" presName="node" presStyleLbl="node1" presStyleIdx="4" presStyleCnt="9">
        <dgm:presLayoutVars>
          <dgm:bulletEnabled val="1"/>
        </dgm:presLayoutVars>
      </dgm:prSet>
      <dgm:spPr/>
    </dgm:pt>
    <dgm:pt modelId="{298AE784-75D3-48F0-8ED3-227506D6E9A2}" type="pres">
      <dgm:prSet presAssocID="{1EA773C5-3133-4A82-86A7-C73D405305D6}" presName="sibTrans" presStyleLbl="bgSibTrans2D1" presStyleIdx="4" presStyleCnt="8"/>
      <dgm:spPr/>
    </dgm:pt>
    <dgm:pt modelId="{53A3C1B8-5BD0-469C-9C22-E1EF38A34022}" type="pres">
      <dgm:prSet presAssocID="{19F1BCFB-55C2-458B-AD2A-7914A5E05BB4}" presName="compNode" presStyleCnt="0"/>
      <dgm:spPr/>
    </dgm:pt>
    <dgm:pt modelId="{2E669374-3045-4CA5-90EA-E2392731DF1B}" type="pres">
      <dgm:prSet presAssocID="{19F1BCFB-55C2-458B-AD2A-7914A5E05BB4}" presName="dummyConnPt" presStyleCnt="0"/>
      <dgm:spPr/>
    </dgm:pt>
    <dgm:pt modelId="{D15C7DCB-5F5C-4A4E-AB36-BDB6423527F7}" type="pres">
      <dgm:prSet presAssocID="{19F1BCFB-55C2-458B-AD2A-7914A5E05BB4}" presName="node" presStyleLbl="node1" presStyleIdx="5" presStyleCnt="9">
        <dgm:presLayoutVars>
          <dgm:bulletEnabled val="1"/>
        </dgm:presLayoutVars>
      </dgm:prSet>
      <dgm:spPr/>
    </dgm:pt>
    <dgm:pt modelId="{34AFA860-F66A-499D-BFF1-D40A0963400F}" type="pres">
      <dgm:prSet presAssocID="{349CE9AA-6637-475D-A3D4-93A91576A2CD}" presName="sibTrans" presStyleLbl="bgSibTrans2D1" presStyleIdx="5" presStyleCnt="8"/>
      <dgm:spPr/>
    </dgm:pt>
    <dgm:pt modelId="{0AE1EE19-6AB2-41D4-8938-901B1D21DE52}" type="pres">
      <dgm:prSet presAssocID="{5D6C134E-197C-46A3-888C-7B87C10CB273}" presName="compNode" presStyleCnt="0"/>
      <dgm:spPr/>
    </dgm:pt>
    <dgm:pt modelId="{B984727F-9E40-4286-8C03-EF5DABD8AC71}" type="pres">
      <dgm:prSet presAssocID="{5D6C134E-197C-46A3-888C-7B87C10CB273}" presName="dummyConnPt" presStyleCnt="0"/>
      <dgm:spPr/>
    </dgm:pt>
    <dgm:pt modelId="{D921ABBC-A50E-4132-83B5-613D4BEA9171}" type="pres">
      <dgm:prSet presAssocID="{5D6C134E-197C-46A3-888C-7B87C10CB273}" presName="node" presStyleLbl="node1" presStyleIdx="6" presStyleCnt="9">
        <dgm:presLayoutVars>
          <dgm:bulletEnabled val="1"/>
        </dgm:presLayoutVars>
      </dgm:prSet>
      <dgm:spPr/>
    </dgm:pt>
    <dgm:pt modelId="{9C49108A-B25F-4CDF-82D2-3FC83345D7F5}" type="pres">
      <dgm:prSet presAssocID="{608A453D-CEEB-413B-8057-B328EF17D97D}" presName="sibTrans" presStyleLbl="bgSibTrans2D1" presStyleIdx="6" presStyleCnt="8"/>
      <dgm:spPr/>
    </dgm:pt>
    <dgm:pt modelId="{793EE897-BF27-41F6-91AA-15913A208A9F}" type="pres">
      <dgm:prSet presAssocID="{E311CD00-C8FA-439F-856C-06F65AB5F9FF}" presName="compNode" presStyleCnt="0"/>
      <dgm:spPr/>
    </dgm:pt>
    <dgm:pt modelId="{DA22B287-4B1B-465D-A958-EC9B13947FAD}" type="pres">
      <dgm:prSet presAssocID="{E311CD00-C8FA-439F-856C-06F65AB5F9FF}" presName="dummyConnPt" presStyleCnt="0"/>
      <dgm:spPr/>
    </dgm:pt>
    <dgm:pt modelId="{E06795AA-2B9C-430F-9369-2AE0948ED97D}" type="pres">
      <dgm:prSet presAssocID="{E311CD00-C8FA-439F-856C-06F65AB5F9FF}" presName="node" presStyleLbl="node1" presStyleIdx="7" presStyleCnt="9">
        <dgm:presLayoutVars>
          <dgm:bulletEnabled val="1"/>
        </dgm:presLayoutVars>
      </dgm:prSet>
      <dgm:spPr/>
    </dgm:pt>
    <dgm:pt modelId="{2D11B931-224C-474B-AC76-3A0A7EB62571}" type="pres">
      <dgm:prSet presAssocID="{DD88EFC3-57C4-4E55-BAE9-249069A92459}" presName="sibTrans" presStyleLbl="bgSibTrans2D1" presStyleIdx="7" presStyleCnt="8"/>
      <dgm:spPr/>
    </dgm:pt>
    <dgm:pt modelId="{46A8F6EA-8F60-4E8C-AF57-85A2D2018441}" type="pres">
      <dgm:prSet presAssocID="{33F10EEC-BBE4-46A9-B841-14DCF2C4A44E}" presName="compNode" presStyleCnt="0"/>
      <dgm:spPr/>
    </dgm:pt>
    <dgm:pt modelId="{E32071F6-2255-4CB7-914D-F3FB279AA252}" type="pres">
      <dgm:prSet presAssocID="{33F10EEC-BBE4-46A9-B841-14DCF2C4A44E}" presName="dummyConnPt" presStyleCnt="0"/>
      <dgm:spPr/>
    </dgm:pt>
    <dgm:pt modelId="{D16AFF3E-982B-4D18-A2BA-63E0B8B736C8}" type="pres">
      <dgm:prSet presAssocID="{33F10EEC-BBE4-46A9-B841-14DCF2C4A44E}" presName="node" presStyleLbl="node1" presStyleIdx="8" presStyleCnt="9">
        <dgm:presLayoutVars>
          <dgm:bulletEnabled val="1"/>
        </dgm:presLayoutVars>
      </dgm:prSet>
      <dgm:spPr/>
    </dgm:pt>
  </dgm:ptLst>
  <dgm:cxnLst>
    <dgm:cxn modelId="{3457A300-C919-42A9-9B81-074EF1BA6535}" type="presOf" srcId="{DD88EFC3-57C4-4E55-BAE9-249069A92459}" destId="{2D11B931-224C-474B-AC76-3A0A7EB62571}" srcOrd="0" destOrd="0" presId="urn:microsoft.com/office/officeart/2005/8/layout/bProcess4"/>
    <dgm:cxn modelId="{AD5D690B-B96C-4EFA-B8E6-5335608F5971}" type="presOf" srcId="{9CE21DD8-9583-4B1C-8DC2-A3BDE9CF5BBD}" destId="{90D49B76-466D-45C6-8631-C78E08DF7182}" srcOrd="0" destOrd="0" presId="urn:microsoft.com/office/officeart/2005/8/layout/bProcess4"/>
    <dgm:cxn modelId="{8D20710D-806D-431F-AE27-C7A794C2C3EA}" type="presOf" srcId="{A16D0AC6-EBD6-4115-BFB7-6B55C0EAB96F}" destId="{ABD5BC5A-E1FE-45F2-BEFC-FA11D465DF4F}" srcOrd="0" destOrd="0" presId="urn:microsoft.com/office/officeart/2005/8/layout/bProcess4"/>
    <dgm:cxn modelId="{8ECCCA13-BADB-441A-9A00-52FD964F22A5}" type="presOf" srcId="{8BF90BD5-5668-4D5C-BA2D-285671D4BEF5}" destId="{A7D58A1D-2AEB-478E-B9BC-8A808AA18DC9}" srcOrd="0" destOrd="0" presId="urn:microsoft.com/office/officeart/2005/8/layout/bProcess4"/>
    <dgm:cxn modelId="{755A2322-1A60-4E03-813A-4C048B9E54B5}" type="presOf" srcId="{349CE9AA-6637-475D-A3D4-93A91576A2CD}" destId="{34AFA860-F66A-499D-BFF1-D40A0963400F}" srcOrd="0" destOrd="0" presId="urn:microsoft.com/office/officeart/2005/8/layout/bProcess4"/>
    <dgm:cxn modelId="{317DA025-8962-4037-A59A-6BD25DE3CDA4}" type="presOf" srcId="{8D496269-A89C-4699-91F4-0EE6BDFCE26E}" destId="{7EA8A242-2673-420F-809C-59B949990C32}" srcOrd="0" destOrd="0" presId="urn:microsoft.com/office/officeart/2005/8/layout/bProcess4"/>
    <dgm:cxn modelId="{7603AD27-ADCD-4E6F-B74A-24DF949A8092}" type="presOf" srcId="{33F10EEC-BBE4-46A9-B841-14DCF2C4A44E}" destId="{D16AFF3E-982B-4D18-A2BA-63E0B8B736C8}" srcOrd="0" destOrd="0" presId="urn:microsoft.com/office/officeart/2005/8/layout/bProcess4"/>
    <dgm:cxn modelId="{BC971D37-9BEE-4AD1-96AB-98D54B56668A}" type="presOf" srcId="{608A453D-CEEB-413B-8057-B328EF17D97D}" destId="{9C49108A-B25F-4CDF-82D2-3FC83345D7F5}" srcOrd="0" destOrd="0" presId="urn:microsoft.com/office/officeart/2005/8/layout/bProcess4"/>
    <dgm:cxn modelId="{A3822F3B-6491-4A7C-9934-FF2DF791500D}" type="presOf" srcId="{E311CD00-C8FA-439F-856C-06F65AB5F9FF}" destId="{E06795AA-2B9C-430F-9369-2AE0948ED97D}" srcOrd="0" destOrd="0" presId="urn:microsoft.com/office/officeart/2005/8/layout/bProcess4"/>
    <dgm:cxn modelId="{C8FDE63B-EDA2-4083-A2B5-81DD64C66633}" srcId="{8BF90BD5-5668-4D5C-BA2D-285671D4BEF5}" destId="{9EA71347-A48E-40BB-BC1C-22B02DBB75E3}" srcOrd="4" destOrd="0" parTransId="{4D0A48C0-2911-4BFA-B155-A07F25B24C86}" sibTransId="{1EA773C5-3133-4A82-86A7-C73D405305D6}"/>
    <dgm:cxn modelId="{85EFC140-08EA-484C-B882-6CAEE659FE39}" srcId="{8BF90BD5-5668-4D5C-BA2D-285671D4BEF5}" destId="{E311CD00-C8FA-439F-856C-06F65AB5F9FF}" srcOrd="7" destOrd="0" parTransId="{F9DAB9EB-2DC2-4F9A-8A87-2AEB4BE68F81}" sibTransId="{DD88EFC3-57C4-4E55-BAE9-249069A92459}"/>
    <dgm:cxn modelId="{729CCB43-22D2-4B31-8325-00C476CBCF77}" type="presOf" srcId="{19F1BCFB-55C2-458B-AD2A-7914A5E05BB4}" destId="{D15C7DCB-5F5C-4A4E-AB36-BDB6423527F7}" srcOrd="0" destOrd="0" presId="urn:microsoft.com/office/officeart/2005/8/layout/bProcess4"/>
    <dgm:cxn modelId="{D3C93F6A-4C58-4479-B037-E976D2788513}" srcId="{8BF90BD5-5668-4D5C-BA2D-285671D4BEF5}" destId="{A16D0AC6-EBD6-4115-BFB7-6B55C0EAB96F}" srcOrd="2" destOrd="0" parTransId="{4BADCEF9-2867-4CBB-9EB6-D76A98277B04}" sibTransId="{AFE9064F-05EC-4140-B777-5C59C034463B}"/>
    <dgm:cxn modelId="{2A125751-BAA3-4EEA-82F6-6A98C3094FC3}" type="presOf" srcId="{1EA773C5-3133-4A82-86A7-C73D405305D6}" destId="{298AE784-75D3-48F0-8ED3-227506D6E9A2}" srcOrd="0" destOrd="0" presId="urn:microsoft.com/office/officeart/2005/8/layout/bProcess4"/>
    <dgm:cxn modelId="{5BDEDF75-989B-4F4B-B62A-E94BA3F9D9E8}" srcId="{8BF90BD5-5668-4D5C-BA2D-285671D4BEF5}" destId="{19F1BCFB-55C2-458B-AD2A-7914A5E05BB4}" srcOrd="5" destOrd="0" parTransId="{1788A717-850A-4A83-B24A-47234436414C}" sibTransId="{349CE9AA-6637-475D-A3D4-93A91576A2CD}"/>
    <dgm:cxn modelId="{98E34997-BD91-4A14-9E7A-4CA090F0AAAB}" type="presOf" srcId="{1E9CB64F-002F-4962-9673-7C37FD49590C}" destId="{14B9C947-B10B-4CC6-8172-8DF23AA574D7}" srcOrd="0" destOrd="0" presId="urn:microsoft.com/office/officeart/2005/8/layout/bProcess4"/>
    <dgm:cxn modelId="{85EE82AA-50E7-4258-ACDA-B97A2B1F297B}" type="presOf" srcId="{2E09AE6C-24EF-4E92-8757-FD322BEBD73E}" destId="{748F5CBD-4145-48DF-94B1-4799C50543C2}" srcOrd="0" destOrd="0" presId="urn:microsoft.com/office/officeart/2005/8/layout/bProcess4"/>
    <dgm:cxn modelId="{E02CFBAF-265E-4BD2-B494-3B88ADFFEDEE}" srcId="{8BF90BD5-5668-4D5C-BA2D-285671D4BEF5}" destId="{DAD023A5-1A66-4832-84DD-5CAAE3EA5CF6}" srcOrd="3" destOrd="0" parTransId="{A9BED117-0E95-4290-B3B7-8978E143CA3C}" sibTransId="{8D496269-A89C-4699-91F4-0EE6BDFCE26E}"/>
    <dgm:cxn modelId="{E32E87B3-C028-4180-8192-293D7340AE53}" srcId="{8BF90BD5-5668-4D5C-BA2D-285671D4BEF5}" destId="{2E09AE6C-24EF-4E92-8757-FD322BEBD73E}" srcOrd="0" destOrd="0" parTransId="{927086D3-C4E4-4B42-9183-2A47043863CC}" sibTransId="{9CE21DD8-9583-4B1C-8DC2-A3BDE9CF5BBD}"/>
    <dgm:cxn modelId="{C56113BD-B884-44BB-85FF-873FBEA4A4EE}" srcId="{8BF90BD5-5668-4D5C-BA2D-285671D4BEF5}" destId="{5D6C134E-197C-46A3-888C-7B87C10CB273}" srcOrd="6" destOrd="0" parTransId="{2F1E34B6-E55A-4665-941C-B287F79B4797}" sibTransId="{608A453D-CEEB-413B-8057-B328EF17D97D}"/>
    <dgm:cxn modelId="{B94FBEC2-F2CA-4DD8-91CB-8DFF183A2DB0}" type="presOf" srcId="{9EA71347-A48E-40BB-BC1C-22B02DBB75E3}" destId="{51B84D22-7C7D-491F-BFA2-52DDC2DC4CF6}" srcOrd="0" destOrd="0" presId="urn:microsoft.com/office/officeart/2005/8/layout/bProcess4"/>
    <dgm:cxn modelId="{F5AFA4C5-D845-4E84-B5D9-D19C1AAB3389}" type="presOf" srcId="{DAD023A5-1A66-4832-84DD-5CAAE3EA5CF6}" destId="{C9395B06-ABFA-49A1-AF34-203D21C6FB57}" srcOrd="0" destOrd="0" presId="urn:microsoft.com/office/officeart/2005/8/layout/bProcess4"/>
    <dgm:cxn modelId="{0B4CA7C5-613F-4512-A550-34B230E96306}" type="presOf" srcId="{5D71F6A1-EB03-46B7-A01C-DE7D60C8FD90}" destId="{90119F63-35F4-4DF5-BFD8-5B4BEB6A64BD}" srcOrd="0" destOrd="0" presId="urn:microsoft.com/office/officeart/2005/8/layout/bProcess4"/>
    <dgm:cxn modelId="{82767AD0-F15B-490E-9B84-4DEAD2764D41}" type="presOf" srcId="{5D6C134E-197C-46A3-888C-7B87C10CB273}" destId="{D921ABBC-A50E-4132-83B5-613D4BEA9171}" srcOrd="0" destOrd="0" presId="urn:microsoft.com/office/officeart/2005/8/layout/bProcess4"/>
    <dgm:cxn modelId="{C6F981E0-B385-49B0-AE40-3232B5532E73}" srcId="{8BF90BD5-5668-4D5C-BA2D-285671D4BEF5}" destId="{5D71F6A1-EB03-46B7-A01C-DE7D60C8FD90}" srcOrd="1" destOrd="0" parTransId="{934E335C-A556-4636-818C-CE07171EED77}" sibTransId="{1E9CB64F-002F-4962-9673-7C37FD49590C}"/>
    <dgm:cxn modelId="{07B279E1-BCDE-4112-A130-A8789D0E49EE}" srcId="{8BF90BD5-5668-4D5C-BA2D-285671D4BEF5}" destId="{33F10EEC-BBE4-46A9-B841-14DCF2C4A44E}" srcOrd="8" destOrd="0" parTransId="{40EC914F-FEE3-45D1-8112-5A5DE8A87D52}" sibTransId="{20B6BFB4-C8B3-465B-A88A-3E4EADCB7941}"/>
    <dgm:cxn modelId="{366F75E9-B71D-4610-8BB4-336C6E75B43C}" type="presOf" srcId="{AFE9064F-05EC-4140-B777-5C59C034463B}" destId="{F535BA0F-93CC-4287-A598-46442BD859E0}" srcOrd="0" destOrd="0" presId="urn:microsoft.com/office/officeart/2005/8/layout/bProcess4"/>
    <dgm:cxn modelId="{47EEA513-A348-4CBA-88EF-574755D26D24}" type="presParOf" srcId="{A7D58A1D-2AEB-478E-B9BC-8A808AA18DC9}" destId="{06FBFB3F-F1AC-49CE-8C40-9384ED701C39}" srcOrd="0" destOrd="0" presId="urn:microsoft.com/office/officeart/2005/8/layout/bProcess4"/>
    <dgm:cxn modelId="{EBF9A40F-0B50-43A0-9700-E9D4830702D5}" type="presParOf" srcId="{06FBFB3F-F1AC-49CE-8C40-9384ED701C39}" destId="{8C2CAA05-D988-469E-87A2-9488040EA840}" srcOrd="0" destOrd="0" presId="urn:microsoft.com/office/officeart/2005/8/layout/bProcess4"/>
    <dgm:cxn modelId="{6F03BB2D-CB52-427A-871D-DE3A4571BF5E}" type="presParOf" srcId="{06FBFB3F-F1AC-49CE-8C40-9384ED701C39}" destId="{748F5CBD-4145-48DF-94B1-4799C50543C2}" srcOrd="1" destOrd="0" presId="urn:microsoft.com/office/officeart/2005/8/layout/bProcess4"/>
    <dgm:cxn modelId="{4C5F5C71-FA25-4086-8318-C9B9F2F28F97}" type="presParOf" srcId="{A7D58A1D-2AEB-478E-B9BC-8A808AA18DC9}" destId="{90D49B76-466D-45C6-8631-C78E08DF7182}" srcOrd="1" destOrd="0" presId="urn:microsoft.com/office/officeart/2005/8/layout/bProcess4"/>
    <dgm:cxn modelId="{BB47E5E2-0956-415A-BEC3-54A02D35EBA9}" type="presParOf" srcId="{A7D58A1D-2AEB-478E-B9BC-8A808AA18DC9}" destId="{238E3491-072F-4F7E-AABE-C3BCF0BC69B7}" srcOrd="2" destOrd="0" presId="urn:microsoft.com/office/officeart/2005/8/layout/bProcess4"/>
    <dgm:cxn modelId="{1BB5F57F-BDAA-4661-867C-1D94CE5B3ED1}" type="presParOf" srcId="{238E3491-072F-4F7E-AABE-C3BCF0BC69B7}" destId="{91A88D88-3157-4C0F-8BF7-FA279F50B8A7}" srcOrd="0" destOrd="0" presId="urn:microsoft.com/office/officeart/2005/8/layout/bProcess4"/>
    <dgm:cxn modelId="{FA01514D-AA08-417A-8A64-4D9114EEE4AE}" type="presParOf" srcId="{238E3491-072F-4F7E-AABE-C3BCF0BC69B7}" destId="{90119F63-35F4-4DF5-BFD8-5B4BEB6A64BD}" srcOrd="1" destOrd="0" presId="urn:microsoft.com/office/officeart/2005/8/layout/bProcess4"/>
    <dgm:cxn modelId="{47B0CF06-C074-42A6-A607-3D3AA518A5C0}" type="presParOf" srcId="{A7D58A1D-2AEB-478E-B9BC-8A808AA18DC9}" destId="{14B9C947-B10B-4CC6-8172-8DF23AA574D7}" srcOrd="3" destOrd="0" presId="urn:microsoft.com/office/officeart/2005/8/layout/bProcess4"/>
    <dgm:cxn modelId="{2C1FBB3E-6899-4644-BAA3-63B3B2AE6B6A}" type="presParOf" srcId="{A7D58A1D-2AEB-478E-B9BC-8A808AA18DC9}" destId="{79B6EFC9-021C-4272-AA1B-AEC37D92B131}" srcOrd="4" destOrd="0" presId="urn:microsoft.com/office/officeart/2005/8/layout/bProcess4"/>
    <dgm:cxn modelId="{DF16F16D-DEAA-4459-90C9-C21F973B803A}" type="presParOf" srcId="{79B6EFC9-021C-4272-AA1B-AEC37D92B131}" destId="{4D838E7A-F212-482A-A055-5B0AF3ABDE04}" srcOrd="0" destOrd="0" presId="urn:microsoft.com/office/officeart/2005/8/layout/bProcess4"/>
    <dgm:cxn modelId="{1440938A-5232-42AB-AFA6-FC3C30AFF84B}" type="presParOf" srcId="{79B6EFC9-021C-4272-AA1B-AEC37D92B131}" destId="{ABD5BC5A-E1FE-45F2-BEFC-FA11D465DF4F}" srcOrd="1" destOrd="0" presId="urn:microsoft.com/office/officeart/2005/8/layout/bProcess4"/>
    <dgm:cxn modelId="{E7F81A2F-456F-489A-83A5-24F6CD657C8D}" type="presParOf" srcId="{A7D58A1D-2AEB-478E-B9BC-8A808AA18DC9}" destId="{F535BA0F-93CC-4287-A598-46442BD859E0}" srcOrd="5" destOrd="0" presId="urn:microsoft.com/office/officeart/2005/8/layout/bProcess4"/>
    <dgm:cxn modelId="{D3EA5B43-7E6E-4248-B7BD-5A583251DE75}" type="presParOf" srcId="{A7D58A1D-2AEB-478E-B9BC-8A808AA18DC9}" destId="{71FA9C06-EA9E-457F-B3BC-D1E9DF2CB643}" srcOrd="6" destOrd="0" presId="urn:microsoft.com/office/officeart/2005/8/layout/bProcess4"/>
    <dgm:cxn modelId="{724FB473-FDFD-4354-8A94-C3878B1BF589}" type="presParOf" srcId="{71FA9C06-EA9E-457F-B3BC-D1E9DF2CB643}" destId="{A543E5A0-DF71-42E3-A36E-DFEF7EE85BC3}" srcOrd="0" destOrd="0" presId="urn:microsoft.com/office/officeart/2005/8/layout/bProcess4"/>
    <dgm:cxn modelId="{DEE15C83-BE26-4B9C-9C35-3EC67AC8AED1}" type="presParOf" srcId="{71FA9C06-EA9E-457F-B3BC-D1E9DF2CB643}" destId="{C9395B06-ABFA-49A1-AF34-203D21C6FB57}" srcOrd="1" destOrd="0" presId="urn:microsoft.com/office/officeart/2005/8/layout/bProcess4"/>
    <dgm:cxn modelId="{6030BD1C-2500-42FF-9462-69C3D411C788}" type="presParOf" srcId="{A7D58A1D-2AEB-478E-B9BC-8A808AA18DC9}" destId="{7EA8A242-2673-420F-809C-59B949990C32}" srcOrd="7" destOrd="0" presId="urn:microsoft.com/office/officeart/2005/8/layout/bProcess4"/>
    <dgm:cxn modelId="{705CF5FB-5A07-4F38-AF86-AAE1B4ABFC33}" type="presParOf" srcId="{A7D58A1D-2AEB-478E-B9BC-8A808AA18DC9}" destId="{5FDE1864-7842-476F-8FC3-D84A4BE8ECDB}" srcOrd="8" destOrd="0" presId="urn:microsoft.com/office/officeart/2005/8/layout/bProcess4"/>
    <dgm:cxn modelId="{279793D7-F07D-4157-A563-4FF695E25A8B}" type="presParOf" srcId="{5FDE1864-7842-476F-8FC3-D84A4BE8ECDB}" destId="{CA4CA85B-AF87-4545-9415-FCFBAEED9ABB}" srcOrd="0" destOrd="0" presId="urn:microsoft.com/office/officeart/2005/8/layout/bProcess4"/>
    <dgm:cxn modelId="{51453E1A-E2E8-4868-B2AB-A8E851217522}" type="presParOf" srcId="{5FDE1864-7842-476F-8FC3-D84A4BE8ECDB}" destId="{51B84D22-7C7D-491F-BFA2-52DDC2DC4CF6}" srcOrd="1" destOrd="0" presId="urn:microsoft.com/office/officeart/2005/8/layout/bProcess4"/>
    <dgm:cxn modelId="{98C1471E-5CE5-4437-B268-BC869973BA95}" type="presParOf" srcId="{A7D58A1D-2AEB-478E-B9BC-8A808AA18DC9}" destId="{298AE784-75D3-48F0-8ED3-227506D6E9A2}" srcOrd="9" destOrd="0" presId="urn:microsoft.com/office/officeart/2005/8/layout/bProcess4"/>
    <dgm:cxn modelId="{9D36F738-5681-4CC8-972D-EC2C16288071}" type="presParOf" srcId="{A7D58A1D-2AEB-478E-B9BC-8A808AA18DC9}" destId="{53A3C1B8-5BD0-469C-9C22-E1EF38A34022}" srcOrd="10" destOrd="0" presId="urn:microsoft.com/office/officeart/2005/8/layout/bProcess4"/>
    <dgm:cxn modelId="{0EBC3DBB-81CD-4692-B37E-42E4C6991D0B}" type="presParOf" srcId="{53A3C1B8-5BD0-469C-9C22-E1EF38A34022}" destId="{2E669374-3045-4CA5-90EA-E2392731DF1B}" srcOrd="0" destOrd="0" presId="urn:microsoft.com/office/officeart/2005/8/layout/bProcess4"/>
    <dgm:cxn modelId="{393584CF-0446-49E8-A72D-47CD2DD0E5BB}" type="presParOf" srcId="{53A3C1B8-5BD0-469C-9C22-E1EF38A34022}" destId="{D15C7DCB-5F5C-4A4E-AB36-BDB6423527F7}" srcOrd="1" destOrd="0" presId="urn:microsoft.com/office/officeart/2005/8/layout/bProcess4"/>
    <dgm:cxn modelId="{81E6D6EA-C37A-4749-BBC3-29BEF0C64E2F}" type="presParOf" srcId="{A7D58A1D-2AEB-478E-B9BC-8A808AA18DC9}" destId="{34AFA860-F66A-499D-BFF1-D40A0963400F}" srcOrd="11" destOrd="0" presId="urn:microsoft.com/office/officeart/2005/8/layout/bProcess4"/>
    <dgm:cxn modelId="{BC4EF472-8DA3-4963-8247-7D34E7A2C8BE}" type="presParOf" srcId="{A7D58A1D-2AEB-478E-B9BC-8A808AA18DC9}" destId="{0AE1EE19-6AB2-41D4-8938-901B1D21DE52}" srcOrd="12" destOrd="0" presId="urn:microsoft.com/office/officeart/2005/8/layout/bProcess4"/>
    <dgm:cxn modelId="{4EE8B0A6-F9E8-429C-A9F2-0B6D63176906}" type="presParOf" srcId="{0AE1EE19-6AB2-41D4-8938-901B1D21DE52}" destId="{B984727F-9E40-4286-8C03-EF5DABD8AC71}" srcOrd="0" destOrd="0" presId="urn:microsoft.com/office/officeart/2005/8/layout/bProcess4"/>
    <dgm:cxn modelId="{5BEA81CC-466B-4D54-98C0-D35C34F5B493}" type="presParOf" srcId="{0AE1EE19-6AB2-41D4-8938-901B1D21DE52}" destId="{D921ABBC-A50E-4132-83B5-613D4BEA9171}" srcOrd="1" destOrd="0" presId="urn:microsoft.com/office/officeart/2005/8/layout/bProcess4"/>
    <dgm:cxn modelId="{C7BA4B0C-B5AC-4816-A603-DEA2391F23FD}" type="presParOf" srcId="{A7D58A1D-2AEB-478E-B9BC-8A808AA18DC9}" destId="{9C49108A-B25F-4CDF-82D2-3FC83345D7F5}" srcOrd="13" destOrd="0" presId="urn:microsoft.com/office/officeart/2005/8/layout/bProcess4"/>
    <dgm:cxn modelId="{ED20D4DC-2F4F-45E2-A846-A179AC1D045C}" type="presParOf" srcId="{A7D58A1D-2AEB-478E-B9BC-8A808AA18DC9}" destId="{793EE897-BF27-41F6-91AA-15913A208A9F}" srcOrd="14" destOrd="0" presId="urn:microsoft.com/office/officeart/2005/8/layout/bProcess4"/>
    <dgm:cxn modelId="{E4830E82-AF3B-441B-80C0-EAA2B8DF36C7}" type="presParOf" srcId="{793EE897-BF27-41F6-91AA-15913A208A9F}" destId="{DA22B287-4B1B-465D-A958-EC9B13947FAD}" srcOrd="0" destOrd="0" presId="urn:microsoft.com/office/officeart/2005/8/layout/bProcess4"/>
    <dgm:cxn modelId="{282F038A-AEA6-48CB-824D-B74755A362B1}" type="presParOf" srcId="{793EE897-BF27-41F6-91AA-15913A208A9F}" destId="{E06795AA-2B9C-430F-9369-2AE0948ED97D}" srcOrd="1" destOrd="0" presId="urn:microsoft.com/office/officeart/2005/8/layout/bProcess4"/>
    <dgm:cxn modelId="{AA7FCF64-8832-468A-8AE9-063BA71B9BAD}" type="presParOf" srcId="{A7D58A1D-2AEB-478E-B9BC-8A808AA18DC9}" destId="{2D11B931-224C-474B-AC76-3A0A7EB62571}" srcOrd="15" destOrd="0" presId="urn:microsoft.com/office/officeart/2005/8/layout/bProcess4"/>
    <dgm:cxn modelId="{A65C0E8B-A782-4822-A61A-4C6416F93981}" type="presParOf" srcId="{A7D58A1D-2AEB-478E-B9BC-8A808AA18DC9}" destId="{46A8F6EA-8F60-4E8C-AF57-85A2D2018441}" srcOrd="16" destOrd="0" presId="urn:microsoft.com/office/officeart/2005/8/layout/bProcess4"/>
    <dgm:cxn modelId="{13825DE1-EEDC-43E4-9D1D-66D209C9A2F8}" type="presParOf" srcId="{46A8F6EA-8F60-4E8C-AF57-85A2D2018441}" destId="{E32071F6-2255-4CB7-914D-F3FB279AA252}" srcOrd="0" destOrd="0" presId="urn:microsoft.com/office/officeart/2005/8/layout/bProcess4"/>
    <dgm:cxn modelId="{9CADDC54-9D5D-4CD2-A66F-DDE10BBAF5C1}" type="presParOf" srcId="{46A8F6EA-8F60-4E8C-AF57-85A2D2018441}" destId="{D16AFF3E-982B-4D18-A2BA-63E0B8B736C8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49B76-466D-45C6-8631-C78E08DF7182}">
      <dsp:nvSpPr>
        <dsp:cNvPr id="0" name=""/>
        <dsp:cNvSpPr/>
      </dsp:nvSpPr>
      <dsp:spPr>
        <a:xfrm rot="5400000">
          <a:off x="-403341" y="1226852"/>
          <a:ext cx="1779733" cy="2147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F5CBD-4145-48DF-94B1-4799C50543C2}">
      <dsp:nvSpPr>
        <dsp:cNvPr id="0" name=""/>
        <dsp:cNvSpPr/>
      </dsp:nvSpPr>
      <dsp:spPr>
        <a:xfrm>
          <a:off x="4396" y="88551"/>
          <a:ext cx="2386079" cy="1431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Formulating The Research Problem</a:t>
          </a:r>
          <a:endParaRPr lang="en-IN" sz="2700" kern="1200" dirty="0"/>
        </a:p>
      </dsp:txBody>
      <dsp:txXfrm>
        <a:off x="46328" y="130483"/>
        <a:ext cx="2302215" cy="1347783"/>
      </dsp:txXfrm>
    </dsp:sp>
    <dsp:sp modelId="{14B9C947-B10B-4CC6-8172-8DF23AA574D7}">
      <dsp:nvSpPr>
        <dsp:cNvPr id="0" name=""/>
        <dsp:cNvSpPr/>
      </dsp:nvSpPr>
      <dsp:spPr>
        <a:xfrm rot="5400000">
          <a:off x="-403341" y="3016412"/>
          <a:ext cx="1779733" cy="2147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119F63-35F4-4DF5-BFD8-5B4BEB6A64BD}">
      <dsp:nvSpPr>
        <dsp:cNvPr id="0" name=""/>
        <dsp:cNvSpPr/>
      </dsp:nvSpPr>
      <dsp:spPr>
        <a:xfrm>
          <a:off x="4396" y="1878111"/>
          <a:ext cx="2386079" cy="1431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Extensive Literature Survey</a:t>
          </a:r>
          <a:endParaRPr lang="en-IN" sz="2700" kern="1200" dirty="0"/>
        </a:p>
      </dsp:txBody>
      <dsp:txXfrm>
        <a:off x="46328" y="1920043"/>
        <a:ext cx="2302215" cy="1347783"/>
      </dsp:txXfrm>
    </dsp:sp>
    <dsp:sp modelId="{F535BA0F-93CC-4287-A598-46442BD859E0}">
      <dsp:nvSpPr>
        <dsp:cNvPr id="0" name=""/>
        <dsp:cNvSpPr/>
      </dsp:nvSpPr>
      <dsp:spPr>
        <a:xfrm>
          <a:off x="491438" y="3911191"/>
          <a:ext cx="3163659" cy="2147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5BC5A-E1FE-45F2-BEFC-FA11D465DF4F}">
      <dsp:nvSpPr>
        <dsp:cNvPr id="0" name=""/>
        <dsp:cNvSpPr/>
      </dsp:nvSpPr>
      <dsp:spPr>
        <a:xfrm>
          <a:off x="4396" y="3667670"/>
          <a:ext cx="2386079" cy="1431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Developing The Hypothesis</a:t>
          </a:r>
          <a:endParaRPr lang="en-IN" sz="2700" kern="1200" dirty="0"/>
        </a:p>
      </dsp:txBody>
      <dsp:txXfrm>
        <a:off x="46328" y="3709602"/>
        <a:ext cx="2302215" cy="1347783"/>
      </dsp:txXfrm>
    </dsp:sp>
    <dsp:sp modelId="{7EA8A242-2673-420F-809C-59B949990C32}">
      <dsp:nvSpPr>
        <dsp:cNvPr id="0" name=""/>
        <dsp:cNvSpPr/>
      </dsp:nvSpPr>
      <dsp:spPr>
        <a:xfrm rot="16200000">
          <a:off x="2770144" y="3016412"/>
          <a:ext cx="1779733" cy="2147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95B06-ABFA-49A1-AF34-203D21C6FB57}">
      <dsp:nvSpPr>
        <dsp:cNvPr id="0" name=""/>
        <dsp:cNvSpPr/>
      </dsp:nvSpPr>
      <dsp:spPr>
        <a:xfrm>
          <a:off x="3177882" y="3667670"/>
          <a:ext cx="2386079" cy="1431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Preparing The Research Design</a:t>
          </a:r>
          <a:endParaRPr lang="en-IN" sz="2700" kern="1200" dirty="0"/>
        </a:p>
      </dsp:txBody>
      <dsp:txXfrm>
        <a:off x="3219814" y="3709602"/>
        <a:ext cx="2302215" cy="1347783"/>
      </dsp:txXfrm>
    </dsp:sp>
    <dsp:sp modelId="{298AE784-75D3-48F0-8ED3-227506D6E9A2}">
      <dsp:nvSpPr>
        <dsp:cNvPr id="0" name=""/>
        <dsp:cNvSpPr/>
      </dsp:nvSpPr>
      <dsp:spPr>
        <a:xfrm rot="16200000">
          <a:off x="2770144" y="1226852"/>
          <a:ext cx="1779733" cy="2147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B84D22-7C7D-491F-BFA2-52DDC2DC4CF6}">
      <dsp:nvSpPr>
        <dsp:cNvPr id="0" name=""/>
        <dsp:cNvSpPr/>
      </dsp:nvSpPr>
      <dsp:spPr>
        <a:xfrm>
          <a:off x="3177882" y="1878111"/>
          <a:ext cx="2386079" cy="1431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Determining Sample Design</a:t>
          </a:r>
          <a:endParaRPr lang="en-IN" sz="2700" kern="1200" dirty="0"/>
        </a:p>
      </dsp:txBody>
      <dsp:txXfrm>
        <a:off x="3219814" y="1920043"/>
        <a:ext cx="2302215" cy="1347783"/>
      </dsp:txXfrm>
    </dsp:sp>
    <dsp:sp modelId="{34AFA860-F66A-499D-BFF1-D40A0963400F}">
      <dsp:nvSpPr>
        <dsp:cNvPr id="0" name=""/>
        <dsp:cNvSpPr/>
      </dsp:nvSpPr>
      <dsp:spPr>
        <a:xfrm>
          <a:off x="3664924" y="332072"/>
          <a:ext cx="3163659" cy="2147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5C7DCB-5F5C-4A4E-AB36-BDB6423527F7}">
      <dsp:nvSpPr>
        <dsp:cNvPr id="0" name=""/>
        <dsp:cNvSpPr/>
      </dsp:nvSpPr>
      <dsp:spPr>
        <a:xfrm>
          <a:off x="3177882" y="88551"/>
          <a:ext cx="2386079" cy="1431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Collecting The Data</a:t>
          </a:r>
          <a:endParaRPr lang="en-IN" sz="2700" kern="1200" dirty="0"/>
        </a:p>
      </dsp:txBody>
      <dsp:txXfrm>
        <a:off x="3219814" y="130483"/>
        <a:ext cx="2302215" cy="1347783"/>
      </dsp:txXfrm>
    </dsp:sp>
    <dsp:sp modelId="{9C49108A-B25F-4CDF-82D2-3FC83345D7F5}">
      <dsp:nvSpPr>
        <dsp:cNvPr id="0" name=""/>
        <dsp:cNvSpPr/>
      </dsp:nvSpPr>
      <dsp:spPr>
        <a:xfrm rot="5400000">
          <a:off x="5943630" y="1226852"/>
          <a:ext cx="1779733" cy="2147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1ABBC-A50E-4132-83B5-613D4BEA9171}">
      <dsp:nvSpPr>
        <dsp:cNvPr id="0" name=""/>
        <dsp:cNvSpPr/>
      </dsp:nvSpPr>
      <dsp:spPr>
        <a:xfrm>
          <a:off x="6351368" y="88551"/>
          <a:ext cx="2386079" cy="1431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Execution of The Project</a:t>
          </a:r>
          <a:endParaRPr lang="en-IN" sz="2700" kern="1200" dirty="0"/>
        </a:p>
      </dsp:txBody>
      <dsp:txXfrm>
        <a:off x="6393300" y="130483"/>
        <a:ext cx="2302215" cy="1347783"/>
      </dsp:txXfrm>
    </dsp:sp>
    <dsp:sp modelId="{2D11B931-224C-474B-AC76-3A0A7EB62571}">
      <dsp:nvSpPr>
        <dsp:cNvPr id="0" name=""/>
        <dsp:cNvSpPr/>
      </dsp:nvSpPr>
      <dsp:spPr>
        <a:xfrm rot="5400000">
          <a:off x="5943630" y="3016412"/>
          <a:ext cx="1779733" cy="21474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6795AA-2B9C-430F-9369-2AE0948ED97D}">
      <dsp:nvSpPr>
        <dsp:cNvPr id="0" name=""/>
        <dsp:cNvSpPr/>
      </dsp:nvSpPr>
      <dsp:spPr>
        <a:xfrm>
          <a:off x="6351368" y="1878111"/>
          <a:ext cx="2386079" cy="1431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Analysis of Data</a:t>
          </a:r>
          <a:endParaRPr lang="en-IN" sz="2700" kern="1200" dirty="0"/>
        </a:p>
      </dsp:txBody>
      <dsp:txXfrm>
        <a:off x="6393300" y="1920043"/>
        <a:ext cx="2302215" cy="1347783"/>
      </dsp:txXfrm>
    </dsp:sp>
    <dsp:sp modelId="{D16AFF3E-982B-4D18-A2BA-63E0B8B736C8}">
      <dsp:nvSpPr>
        <dsp:cNvPr id="0" name=""/>
        <dsp:cNvSpPr/>
      </dsp:nvSpPr>
      <dsp:spPr>
        <a:xfrm>
          <a:off x="6351368" y="3667670"/>
          <a:ext cx="2386079" cy="1431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Hypothesis Testing</a:t>
          </a:r>
          <a:endParaRPr lang="en-IN" sz="2700" kern="1200" dirty="0"/>
        </a:p>
      </dsp:txBody>
      <dsp:txXfrm>
        <a:off x="6393300" y="3709602"/>
        <a:ext cx="2302215" cy="13477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00829A-E55D-4446-902E-86A194E8B3B9}" type="datetimeFigureOut">
              <a:rPr lang="en-IN" smtClean="0"/>
              <a:t>03-11-2024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52624-8837-4E0D-BFAF-ACE25E30A0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992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52624-8837-4E0D-BFAF-ACE25E30A06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806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52624-8837-4E0D-BFAF-ACE25E30A06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781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52624-8837-4E0D-BFAF-ACE25E30A06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981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14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image" Target="../media/image22.png"/><Relationship Id="rId3" Type="http://schemas.openxmlformats.org/officeDocument/2006/relationships/image" Target="../media/image19.svg"/><Relationship Id="rId7" Type="http://schemas.openxmlformats.org/officeDocument/2006/relationships/image" Target="../media/image14.svg"/><Relationship Id="rId12" Type="http://schemas.microsoft.com/office/2007/relationships/diagramDrawing" Target="../diagrams/drawing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21.sv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20.png"/><Relationship Id="rId9" Type="http://schemas.openxmlformats.org/officeDocument/2006/relationships/diagramLayout" Target="../diagrams/layout1.xml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0.sv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FF8B97D-D133-D9C7-A9AB-E2B5DBDC7681}"/>
              </a:ext>
            </a:extLst>
          </p:cNvPr>
          <p:cNvGrpSpPr/>
          <p:nvPr/>
        </p:nvGrpSpPr>
        <p:grpSpPr>
          <a:xfrm>
            <a:off x="-462398" y="-417878"/>
            <a:ext cx="19315602" cy="11224191"/>
            <a:chOff x="-462398" y="-417878"/>
            <a:chExt cx="19315602" cy="11224191"/>
          </a:xfrm>
        </p:grpSpPr>
        <p:grpSp>
          <p:nvGrpSpPr>
            <p:cNvPr id="2" name="Group 2"/>
            <p:cNvGrpSpPr/>
            <p:nvPr/>
          </p:nvGrpSpPr>
          <p:grpSpPr>
            <a:xfrm>
              <a:off x="-364808" y="9578943"/>
              <a:ext cx="19218012" cy="708057"/>
              <a:chOff x="0" y="0"/>
              <a:chExt cx="5061534" cy="186484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5061534" cy="186484"/>
              </a:xfrm>
              <a:custGeom>
                <a:avLst/>
                <a:gdLst/>
                <a:ahLst/>
                <a:cxnLst/>
                <a:rect l="l" t="t" r="r" b="b"/>
                <a:pathLst>
                  <a:path w="5061534" h="186484">
                    <a:moveTo>
                      <a:pt x="20545" y="0"/>
                    </a:moveTo>
                    <a:lnTo>
                      <a:pt x="5040989" y="0"/>
                    </a:lnTo>
                    <a:cubicBezTo>
                      <a:pt x="5052336" y="0"/>
                      <a:pt x="5061534" y="9198"/>
                      <a:pt x="5061534" y="20545"/>
                    </a:cubicBezTo>
                    <a:lnTo>
                      <a:pt x="5061534" y="165939"/>
                    </a:lnTo>
                    <a:cubicBezTo>
                      <a:pt x="5061534" y="177286"/>
                      <a:pt x="5052336" y="186484"/>
                      <a:pt x="5040989" y="186484"/>
                    </a:cubicBezTo>
                    <a:lnTo>
                      <a:pt x="20545" y="186484"/>
                    </a:lnTo>
                    <a:cubicBezTo>
                      <a:pt x="15096" y="186484"/>
                      <a:pt x="9871" y="184320"/>
                      <a:pt x="6018" y="180467"/>
                    </a:cubicBezTo>
                    <a:cubicBezTo>
                      <a:pt x="2165" y="176614"/>
                      <a:pt x="0" y="171388"/>
                      <a:pt x="0" y="165939"/>
                    </a:cubicBezTo>
                    <a:lnTo>
                      <a:pt x="0" y="20545"/>
                    </a:lnTo>
                    <a:cubicBezTo>
                      <a:pt x="0" y="15096"/>
                      <a:pt x="2165" y="9871"/>
                      <a:pt x="6018" y="6018"/>
                    </a:cubicBezTo>
                    <a:cubicBezTo>
                      <a:pt x="9871" y="2165"/>
                      <a:pt x="15096" y="0"/>
                      <a:pt x="2054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96650">
                      <a:alpha val="100000"/>
                    </a:srgbClr>
                  </a:gs>
                  <a:gs pos="100000">
                    <a:srgbClr val="B89A86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0" y="-47625"/>
                <a:ext cx="5061534" cy="2341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" name="Freeform 5"/>
            <p:cNvSpPr/>
            <p:nvPr/>
          </p:nvSpPr>
          <p:spPr>
            <a:xfrm>
              <a:off x="3668661" y="514350"/>
              <a:ext cx="10950677" cy="9522324"/>
            </a:xfrm>
            <a:custGeom>
              <a:avLst/>
              <a:gdLst/>
              <a:ahLst/>
              <a:cxnLst/>
              <a:rect l="l" t="t" r="r" b="b"/>
              <a:pathLst>
                <a:path w="10950677" h="9258300">
                  <a:moveTo>
                    <a:pt x="0" y="0"/>
                  </a:moveTo>
                  <a:lnTo>
                    <a:pt x="10950678" y="0"/>
                  </a:lnTo>
                  <a:lnTo>
                    <a:pt x="10950678" y="9258300"/>
                  </a:lnTo>
                  <a:lnTo>
                    <a:pt x="0" y="925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-462398" y="6691513"/>
              <a:ext cx="3426506" cy="4114800"/>
            </a:xfrm>
            <a:custGeom>
              <a:avLst/>
              <a:gdLst/>
              <a:ahLst/>
              <a:cxnLst/>
              <a:rect l="l" t="t" r="r" b="b"/>
              <a:pathLst>
                <a:path w="3426506" h="4114800">
                  <a:moveTo>
                    <a:pt x="0" y="0"/>
                  </a:moveTo>
                  <a:lnTo>
                    <a:pt x="3426506" y="0"/>
                  </a:lnTo>
                  <a:lnTo>
                    <a:pt x="3426506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814014" y="6605788"/>
              <a:ext cx="2445286" cy="3430886"/>
            </a:xfrm>
            <a:custGeom>
              <a:avLst/>
              <a:gdLst/>
              <a:ahLst/>
              <a:cxnLst/>
              <a:rect l="l" t="t" r="r" b="b"/>
              <a:pathLst>
                <a:path w="2445286" h="3430886">
                  <a:moveTo>
                    <a:pt x="0" y="0"/>
                  </a:moveTo>
                  <a:lnTo>
                    <a:pt x="2445286" y="0"/>
                  </a:lnTo>
                  <a:lnTo>
                    <a:pt x="2445286" y="3430886"/>
                  </a:lnTo>
                  <a:lnTo>
                    <a:pt x="0" y="3430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-462398" y="-417878"/>
              <a:ext cx="2124970" cy="2124970"/>
            </a:xfrm>
            <a:custGeom>
              <a:avLst/>
              <a:gdLst/>
              <a:ahLst/>
              <a:cxnLst/>
              <a:rect l="l" t="t" r="r" b="b"/>
              <a:pathLst>
                <a:path w="2124970" h="2124970">
                  <a:moveTo>
                    <a:pt x="0" y="0"/>
                  </a:moveTo>
                  <a:lnTo>
                    <a:pt x="2124970" y="0"/>
                  </a:lnTo>
                  <a:lnTo>
                    <a:pt x="2124970" y="2124970"/>
                  </a:lnTo>
                  <a:lnTo>
                    <a:pt x="0" y="2124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4984538" y="1033910"/>
              <a:ext cx="8663127" cy="3681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99"/>
                </a:lnSpc>
              </a:pPr>
              <a:r>
                <a:rPr lang="en-US" sz="6999" b="1" dirty="0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ROLE OF COMPUTERS IN RESEARCH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40543" y="5594917"/>
              <a:ext cx="3717917" cy="17235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800" dirty="0">
                  <a:solidFill>
                    <a:schemeClr val="accent1">
                      <a:lumMod val="75000"/>
                    </a:schemeClr>
                  </a:solidFill>
                  <a:ea typeface="Pacifico"/>
                  <a:cs typeface="Pacifico"/>
                  <a:sym typeface="Pacifico"/>
                </a:rPr>
                <a:t>Submitted by,</a:t>
              </a:r>
            </a:p>
            <a:p>
              <a:pPr algn="ctr">
                <a:spcBef>
                  <a:spcPct val="0"/>
                </a:spcBef>
              </a:pPr>
              <a:r>
                <a:rPr lang="en-US" sz="2800" dirty="0">
                  <a:solidFill>
                    <a:schemeClr val="accent1">
                      <a:lumMod val="75000"/>
                    </a:schemeClr>
                  </a:solidFill>
                  <a:ea typeface="Pacifico"/>
                  <a:cs typeface="Pacifico"/>
                  <a:sym typeface="Pacifico"/>
                </a:rPr>
                <a:t>ARCHANA VINOD</a:t>
              </a:r>
            </a:p>
            <a:p>
              <a:pPr algn="ctr">
                <a:spcBef>
                  <a:spcPct val="0"/>
                </a:spcBef>
              </a:pPr>
              <a:r>
                <a:rPr lang="en-US" sz="2800" dirty="0">
                  <a:solidFill>
                    <a:schemeClr val="accent1">
                      <a:lumMod val="75000"/>
                    </a:schemeClr>
                  </a:solidFill>
                  <a:ea typeface="Pacifico"/>
                  <a:cs typeface="Pacifico"/>
                  <a:sym typeface="Pacifico"/>
                </a:rPr>
                <a:t>AM.PS.R4CHM24002</a:t>
              </a:r>
            </a:p>
            <a:p>
              <a:pPr algn="ctr">
                <a:spcBef>
                  <a:spcPct val="0"/>
                </a:spcBef>
              </a:pPr>
              <a:r>
                <a:rPr lang="en-US" sz="2800" dirty="0">
                  <a:solidFill>
                    <a:schemeClr val="accent1">
                      <a:lumMod val="75000"/>
                    </a:schemeClr>
                  </a:solidFill>
                  <a:ea typeface="Pacifico"/>
                  <a:cs typeface="Pacifico"/>
                  <a:sym typeface="Pacifico"/>
                </a:rPr>
                <a:t>Department of Chemistry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AFFFBB1-58F5-0572-3C30-0772BC971D6E}"/>
              </a:ext>
            </a:extLst>
          </p:cNvPr>
          <p:cNvSpPr txBox="1"/>
          <p:nvPr/>
        </p:nvSpPr>
        <p:spPr>
          <a:xfrm>
            <a:off x="4495800" y="5496301"/>
            <a:ext cx="3938654" cy="182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Submitted to,</a:t>
            </a:r>
          </a:p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Dr. SMITHA CHANDRAN S</a:t>
            </a:r>
          </a:p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Associate Professor</a:t>
            </a:r>
          </a:p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Department of Chemistry 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AB15C93-2E0C-BE72-D9B0-D7C86F4A24CC}"/>
              </a:ext>
            </a:extLst>
          </p:cNvPr>
          <p:cNvGrpSpPr/>
          <p:nvPr/>
        </p:nvGrpSpPr>
        <p:grpSpPr>
          <a:xfrm>
            <a:off x="-1187530" y="-684856"/>
            <a:ext cx="20846428" cy="13929300"/>
            <a:chOff x="-1187530" y="-684856"/>
            <a:chExt cx="20846428" cy="13929300"/>
          </a:xfrm>
        </p:grpSpPr>
        <p:sp>
          <p:nvSpPr>
            <p:cNvPr id="2" name="Freeform 2"/>
            <p:cNvSpPr/>
            <p:nvPr/>
          </p:nvSpPr>
          <p:spPr>
            <a:xfrm rot="-3058308">
              <a:off x="11813674" y="5399221"/>
              <a:ext cx="9085083" cy="6605364"/>
            </a:xfrm>
            <a:custGeom>
              <a:avLst/>
              <a:gdLst/>
              <a:ahLst/>
              <a:cxnLst/>
              <a:rect l="l" t="t" r="r" b="b"/>
              <a:pathLst>
                <a:path w="9085083" h="6605364">
                  <a:moveTo>
                    <a:pt x="0" y="0"/>
                  </a:moveTo>
                  <a:lnTo>
                    <a:pt x="9085083" y="0"/>
                  </a:lnTo>
                  <a:lnTo>
                    <a:pt x="9085083" y="6605364"/>
                  </a:lnTo>
                  <a:lnTo>
                    <a:pt x="0" y="6605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" name="Freeform 3"/>
            <p:cNvSpPr/>
            <p:nvPr/>
          </p:nvSpPr>
          <p:spPr>
            <a:xfrm rot="5400000">
              <a:off x="-1016693" y="-855693"/>
              <a:ext cx="8336814" cy="8678487"/>
            </a:xfrm>
            <a:custGeom>
              <a:avLst/>
              <a:gdLst/>
              <a:ahLst/>
              <a:cxnLst/>
              <a:rect l="l" t="t" r="r" b="b"/>
              <a:pathLst>
                <a:path w="8336814" h="8678487">
                  <a:moveTo>
                    <a:pt x="0" y="0"/>
                  </a:moveTo>
                  <a:lnTo>
                    <a:pt x="8336814" y="0"/>
                  </a:lnTo>
                  <a:lnTo>
                    <a:pt x="8336814" y="8678487"/>
                  </a:lnTo>
                  <a:lnTo>
                    <a:pt x="0" y="8678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84257" y="1169240"/>
              <a:ext cx="15697199" cy="8336815"/>
            </a:xfrm>
            <a:custGeom>
              <a:avLst/>
              <a:gdLst/>
              <a:ahLst/>
              <a:cxnLst/>
              <a:rect l="l" t="t" r="r" b="b"/>
              <a:pathLst>
                <a:path w="13329574" h="8601296">
                  <a:moveTo>
                    <a:pt x="0" y="0"/>
                  </a:moveTo>
                  <a:lnTo>
                    <a:pt x="13329574" y="0"/>
                  </a:lnTo>
                  <a:lnTo>
                    <a:pt x="13329574" y="8601296"/>
                  </a:lnTo>
                  <a:lnTo>
                    <a:pt x="0" y="8601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sz="300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3979121" y="3116676"/>
              <a:ext cx="1219836" cy="996598"/>
            </a:xfrm>
            <a:custGeom>
              <a:avLst/>
              <a:gdLst/>
              <a:ahLst/>
              <a:cxnLst/>
              <a:rect l="l" t="t" r="r" b="b"/>
              <a:pathLst>
                <a:path w="1219836" h="996598">
                  <a:moveTo>
                    <a:pt x="0" y="0"/>
                  </a:moveTo>
                  <a:lnTo>
                    <a:pt x="1219836" y="0"/>
                  </a:lnTo>
                  <a:lnTo>
                    <a:pt x="1219836" y="996598"/>
                  </a:lnTo>
                  <a:lnTo>
                    <a:pt x="0" y="996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058354" y="3116676"/>
              <a:ext cx="1219836" cy="996598"/>
            </a:xfrm>
            <a:custGeom>
              <a:avLst/>
              <a:gdLst/>
              <a:ahLst/>
              <a:cxnLst/>
              <a:rect l="l" t="t" r="r" b="b"/>
              <a:pathLst>
                <a:path w="1219836" h="996598">
                  <a:moveTo>
                    <a:pt x="0" y="0"/>
                  </a:moveTo>
                  <a:lnTo>
                    <a:pt x="1219836" y="0"/>
                  </a:lnTo>
                  <a:lnTo>
                    <a:pt x="1219836" y="996598"/>
                  </a:lnTo>
                  <a:lnTo>
                    <a:pt x="0" y="996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0137587" y="3116676"/>
              <a:ext cx="1219836" cy="996598"/>
            </a:xfrm>
            <a:custGeom>
              <a:avLst/>
              <a:gdLst/>
              <a:ahLst/>
              <a:cxnLst/>
              <a:rect l="l" t="t" r="r" b="b"/>
              <a:pathLst>
                <a:path w="1219836" h="996598">
                  <a:moveTo>
                    <a:pt x="0" y="0"/>
                  </a:moveTo>
                  <a:lnTo>
                    <a:pt x="1219836" y="0"/>
                  </a:lnTo>
                  <a:lnTo>
                    <a:pt x="1219836" y="996598"/>
                  </a:lnTo>
                  <a:lnTo>
                    <a:pt x="0" y="996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3216820" y="3116676"/>
              <a:ext cx="1219836" cy="996598"/>
            </a:xfrm>
            <a:custGeom>
              <a:avLst/>
              <a:gdLst/>
              <a:ahLst/>
              <a:cxnLst/>
              <a:rect l="l" t="t" r="r" b="b"/>
              <a:pathLst>
                <a:path w="1219836" h="996598">
                  <a:moveTo>
                    <a:pt x="0" y="0"/>
                  </a:moveTo>
                  <a:lnTo>
                    <a:pt x="1219836" y="0"/>
                  </a:lnTo>
                  <a:lnTo>
                    <a:pt x="1219836" y="996598"/>
                  </a:lnTo>
                  <a:lnTo>
                    <a:pt x="0" y="996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3871316" y="5540754"/>
              <a:ext cx="1225001" cy="1000818"/>
            </a:xfrm>
            <a:custGeom>
              <a:avLst/>
              <a:gdLst/>
              <a:ahLst/>
              <a:cxnLst/>
              <a:rect l="l" t="t" r="r" b="b"/>
              <a:pathLst>
                <a:path w="1225001" h="1000818">
                  <a:moveTo>
                    <a:pt x="0" y="0"/>
                  </a:moveTo>
                  <a:lnTo>
                    <a:pt x="1225001" y="0"/>
                  </a:lnTo>
                  <a:lnTo>
                    <a:pt x="1225001" y="1000817"/>
                  </a:lnTo>
                  <a:lnTo>
                    <a:pt x="0" y="100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7223618" y="5540754"/>
              <a:ext cx="1225001" cy="1000818"/>
            </a:xfrm>
            <a:custGeom>
              <a:avLst/>
              <a:gdLst/>
              <a:ahLst/>
              <a:cxnLst/>
              <a:rect l="l" t="t" r="r" b="b"/>
              <a:pathLst>
                <a:path w="1225001" h="1000818">
                  <a:moveTo>
                    <a:pt x="0" y="0"/>
                  </a:moveTo>
                  <a:lnTo>
                    <a:pt x="1225001" y="0"/>
                  </a:lnTo>
                  <a:lnTo>
                    <a:pt x="1225001" y="1000817"/>
                  </a:lnTo>
                  <a:lnTo>
                    <a:pt x="0" y="100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274611" y="5540754"/>
              <a:ext cx="1225001" cy="1000818"/>
            </a:xfrm>
            <a:custGeom>
              <a:avLst/>
              <a:gdLst/>
              <a:ahLst/>
              <a:cxnLst/>
              <a:rect l="l" t="t" r="r" b="b"/>
              <a:pathLst>
                <a:path w="1225001" h="1000818">
                  <a:moveTo>
                    <a:pt x="0" y="0"/>
                  </a:moveTo>
                  <a:lnTo>
                    <a:pt x="1225001" y="0"/>
                  </a:lnTo>
                  <a:lnTo>
                    <a:pt x="1225001" y="1000817"/>
                  </a:lnTo>
                  <a:lnTo>
                    <a:pt x="0" y="100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14068994" y="8343184"/>
              <a:ext cx="1177534" cy="774576"/>
              <a:chOff x="0" y="-38100"/>
              <a:chExt cx="334083" cy="21975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324242" cy="2197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 dirty="0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NEXT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3041472" y="8477474"/>
              <a:ext cx="1177534" cy="448857"/>
              <a:chOff x="0" y="0"/>
              <a:chExt cx="334083" cy="12734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BACK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076700" y="1269089"/>
              <a:ext cx="6219527" cy="639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79"/>
                </a:lnSpc>
                <a:spcBef>
                  <a:spcPct val="0"/>
                </a:spcBef>
              </a:pPr>
              <a:r>
                <a:rPr lang="en-US" sz="3699" b="1" dirty="0">
                  <a:solidFill>
                    <a:srgbClr val="FFF6BE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TABLE OF CONTENT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52393" y="3426400"/>
              <a:ext cx="1054517" cy="514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82798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01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03934" y="4158962"/>
              <a:ext cx="2770210" cy="9460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1" dirty="0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COMPUTER AND COMPUTER TECHNOLOGY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1626" y="3426400"/>
              <a:ext cx="1054517" cy="514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82798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3167" y="4201151"/>
              <a:ext cx="2770210" cy="625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b="1" dirty="0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IMPORTANT CHARACTERISTICS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10859" y="3426400"/>
              <a:ext cx="1054517" cy="514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82798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62400" y="4201151"/>
              <a:ext cx="2770210" cy="625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1" dirty="0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COMPUTERS IN THE RESEARCH PROCESS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90092" y="3426400"/>
              <a:ext cx="1054517" cy="514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82798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441633" y="4201151"/>
              <a:ext cx="2770210" cy="618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dirty="0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PHASES OF THE RESEARCH PROCESS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82803" y="5885394"/>
              <a:ext cx="1058982" cy="514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dirty="0">
                  <a:solidFill>
                    <a:srgbClr val="82798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41472" y="6744384"/>
              <a:ext cx="2781940" cy="618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1" dirty="0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TOOLS AND APPLICATIONS</a:t>
              </a:r>
              <a:endParaRPr lang="en-US" sz="1800" b="1" dirty="0">
                <a:solidFill>
                  <a:srgbClr val="82798F"/>
                </a:solidFill>
                <a:latin typeface="Comic Sans Bold"/>
                <a:ea typeface="Comic Sans Bold"/>
                <a:cs typeface="Comic Sans Bold"/>
                <a:sym typeface="Comic Sans Bold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85815" y="5872230"/>
              <a:ext cx="1058982" cy="514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dirty="0">
                  <a:solidFill>
                    <a:srgbClr val="82798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06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06282" y="6710064"/>
              <a:ext cx="2781940" cy="618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dirty="0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TOOLS THROUGH INTERNET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96361" y="5888048"/>
              <a:ext cx="1058982" cy="514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dirty="0">
                  <a:solidFill>
                    <a:srgbClr val="82798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26644" y="6784265"/>
              <a:ext cx="2781940" cy="306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dirty="0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CONCLUSION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BFD7546-7BA7-EA6F-A084-72E7937A5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332087" y="5548382"/>
              <a:ext cx="1225402" cy="99983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F1D8EC4-DFD4-09A0-CC7C-25E9351A2AE5}"/>
                </a:ext>
              </a:extLst>
            </p:cNvPr>
            <p:cNvSpPr txBox="1"/>
            <p:nvPr/>
          </p:nvSpPr>
          <p:spPr>
            <a:xfrm>
              <a:off x="13618416" y="5832582"/>
              <a:ext cx="652743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dirty="0">
                  <a:solidFill>
                    <a:schemeClr val="bg1">
                      <a:lumMod val="50000"/>
                    </a:schemeClr>
                  </a:solidFill>
                  <a:latin typeface="Comic Sans" panose="020B0604020202020204" charset="0"/>
                </a:rPr>
                <a:t>08</a:t>
              </a:r>
              <a:endParaRPr lang="en-IN" sz="3000" dirty="0">
                <a:solidFill>
                  <a:schemeClr val="bg1">
                    <a:lumMod val="50000"/>
                  </a:schemeClr>
                </a:solidFill>
                <a:latin typeface="Comic Sans" panose="020B060402020202020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7FE11E8-3699-B724-AB5E-A6A7FCE95F87}"/>
                </a:ext>
              </a:extLst>
            </p:cNvPr>
            <p:cNvSpPr txBox="1"/>
            <p:nvPr/>
          </p:nvSpPr>
          <p:spPr>
            <a:xfrm>
              <a:off x="13167706" y="6784265"/>
              <a:ext cx="3581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Comic Sans Bold" panose="020B0604020202020204" charset="0"/>
                </a:rPr>
                <a:t>REFERENCES</a:t>
              </a:r>
              <a:endParaRPr lang="en-IN" dirty="0">
                <a:solidFill>
                  <a:schemeClr val="bg1">
                    <a:lumMod val="50000"/>
                  </a:schemeClr>
                </a:solidFill>
                <a:latin typeface="Comic Sans Bold" panose="020B060402020202020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ED7BA9B9-D1E0-2C90-8ED9-A6B1F3520619}"/>
              </a:ext>
            </a:extLst>
          </p:cNvPr>
          <p:cNvGrpSpPr/>
          <p:nvPr/>
        </p:nvGrpSpPr>
        <p:grpSpPr>
          <a:xfrm>
            <a:off x="-1143000" y="-419100"/>
            <a:ext cx="20846428" cy="13929300"/>
            <a:chOff x="-1187530" y="-684856"/>
            <a:chExt cx="20846428" cy="13929300"/>
          </a:xfrm>
        </p:grpSpPr>
        <p:sp>
          <p:nvSpPr>
            <p:cNvPr id="2" name="Freeform 2"/>
            <p:cNvSpPr/>
            <p:nvPr/>
          </p:nvSpPr>
          <p:spPr>
            <a:xfrm rot="-3058308">
              <a:off x="11813674" y="5399221"/>
              <a:ext cx="9085083" cy="6605364"/>
            </a:xfrm>
            <a:custGeom>
              <a:avLst/>
              <a:gdLst/>
              <a:ahLst/>
              <a:cxnLst/>
              <a:rect l="l" t="t" r="r" b="b"/>
              <a:pathLst>
                <a:path w="9085083" h="6605364">
                  <a:moveTo>
                    <a:pt x="0" y="0"/>
                  </a:moveTo>
                  <a:lnTo>
                    <a:pt x="9085083" y="0"/>
                  </a:lnTo>
                  <a:lnTo>
                    <a:pt x="9085083" y="6605364"/>
                  </a:lnTo>
                  <a:lnTo>
                    <a:pt x="0" y="6605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" name="Freeform 3"/>
            <p:cNvSpPr/>
            <p:nvPr/>
          </p:nvSpPr>
          <p:spPr>
            <a:xfrm rot="5400000">
              <a:off x="-1016693" y="-855693"/>
              <a:ext cx="8336814" cy="8678487"/>
            </a:xfrm>
            <a:custGeom>
              <a:avLst/>
              <a:gdLst/>
              <a:ahLst/>
              <a:cxnLst/>
              <a:rect l="l" t="t" r="r" b="b"/>
              <a:pathLst>
                <a:path w="8336814" h="8678487">
                  <a:moveTo>
                    <a:pt x="0" y="0"/>
                  </a:moveTo>
                  <a:lnTo>
                    <a:pt x="8336814" y="0"/>
                  </a:lnTo>
                  <a:lnTo>
                    <a:pt x="8336814" y="8678487"/>
                  </a:lnTo>
                  <a:lnTo>
                    <a:pt x="0" y="8678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438083" y="756523"/>
              <a:ext cx="13329574" cy="8601296"/>
            </a:xfrm>
            <a:custGeom>
              <a:avLst/>
              <a:gdLst/>
              <a:ahLst/>
              <a:cxnLst/>
              <a:rect l="l" t="t" r="r" b="b"/>
              <a:pathLst>
                <a:path w="13329574" h="8601296">
                  <a:moveTo>
                    <a:pt x="0" y="0"/>
                  </a:moveTo>
                  <a:lnTo>
                    <a:pt x="13329574" y="0"/>
                  </a:lnTo>
                  <a:lnTo>
                    <a:pt x="13329574" y="8601296"/>
                  </a:lnTo>
                  <a:lnTo>
                    <a:pt x="0" y="8601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2413503" y="929181"/>
              <a:ext cx="13131298" cy="6192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5179"/>
                </a:lnSpc>
                <a:spcBef>
                  <a:spcPct val="0"/>
                </a:spcBef>
              </a:pPr>
              <a:r>
                <a:rPr lang="en-US" sz="3699" b="1" dirty="0">
                  <a:solidFill>
                    <a:srgbClr val="FFF6BE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COMPUTER AND COMPUTER TECHNOLOGY</a:t>
              </a:r>
              <a:endParaRPr lang="en-US" sz="3699" b="1" u="none" strike="noStrike" dirty="0">
                <a:solidFill>
                  <a:srgbClr val="FFF6BE"/>
                </a:solidFill>
                <a:latin typeface="Comic Sans Bold"/>
                <a:ea typeface="Comic Sans Bold"/>
                <a:cs typeface="Comic Sans Bold"/>
                <a:sym typeface="Comic Sans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13502" y="2076577"/>
              <a:ext cx="2433473" cy="339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FOLDER 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270796" y="2071631"/>
              <a:ext cx="9983067" cy="34692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ctr">
                <a:lnSpc>
                  <a:spcPts val="4620"/>
                </a:lnSpc>
                <a:buFont typeface="Wingdings" panose="05000000000000000000" pitchFamily="2" charset="2"/>
                <a:buChar char="q"/>
              </a:pPr>
              <a:endParaRPr lang="en-US" sz="2400" dirty="0">
                <a:solidFill>
                  <a:srgbClr val="82798F"/>
                </a:solidFill>
                <a:latin typeface="Comic Sans"/>
                <a:ea typeface="Comic Sans"/>
                <a:cs typeface="Comic Sans"/>
                <a:sym typeface="Comic Sans"/>
              </a:endParaRP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2400" dirty="0">
                  <a:solidFill>
                    <a:srgbClr val="82798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A device that computes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2400" dirty="0">
                  <a:solidFill>
                    <a:srgbClr val="82798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Capable of receiving, storing, manipulating and yielding information</a:t>
              </a:r>
            </a:p>
            <a:p>
              <a:pPr algn="just">
                <a:lnSpc>
                  <a:spcPct val="150000"/>
                </a:lnSpc>
              </a:pPr>
              <a:endParaRPr lang="en-US" sz="2400" dirty="0">
                <a:solidFill>
                  <a:srgbClr val="82798F"/>
                </a:solidFill>
                <a:latin typeface="Comic Sans"/>
                <a:ea typeface="Comic Sans"/>
                <a:cs typeface="Comic Sans"/>
                <a:sym typeface="Comic Sans"/>
              </a:endParaRPr>
            </a:p>
            <a:p>
              <a:pPr algn="ctr">
                <a:lnSpc>
                  <a:spcPts val="4620"/>
                </a:lnSpc>
              </a:pPr>
              <a:r>
                <a:rPr lang="en-US" sz="2400" b="1" dirty="0">
                  <a:solidFill>
                    <a:srgbClr val="82798F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COMPUTER</a:t>
              </a:r>
            </a:p>
            <a:p>
              <a:pPr algn="ctr">
                <a:lnSpc>
                  <a:spcPts val="4620"/>
                </a:lnSpc>
              </a:pPr>
              <a:endParaRPr lang="en-US" sz="2400" dirty="0">
                <a:solidFill>
                  <a:srgbClr val="82798F"/>
                </a:solidFill>
                <a:latin typeface="Comic Sans"/>
                <a:ea typeface="Comic Sans"/>
                <a:cs typeface="Comic Sans"/>
                <a:sym typeface="Comic Sans"/>
              </a:endParaRP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4068994" y="8477474"/>
              <a:ext cx="1177534" cy="448857"/>
              <a:chOff x="0" y="0"/>
              <a:chExt cx="334083" cy="12734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NEXT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041472" y="8477474"/>
              <a:ext cx="1177534" cy="448857"/>
              <a:chOff x="0" y="0"/>
              <a:chExt cx="334083" cy="12734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BACK</a:t>
                </a:r>
              </a:p>
            </p:txBody>
          </p: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B21DE2-39C1-8BA7-12DF-AC43ED932EBC}"/>
                </a:ext>
              </a:extLst>
            </p:cNvPr>
            <p:cNvCxnSpPr>
              <a:cxnSpLocks/>
            </p:cNvCxnSpPr>
            <p:nvPr/>
          </p:nvCxnSpPr>
          <p:spPr>
            <a:xfrm>
              <a:off x="9158748" y="4888131"/>
              <a:ext cx="0" cy="656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BBE212C-BA0F-A740-AB81-B5F74E729F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5100" y="5545093"/>
              <a:ext cx="5257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CD62DDF-BD08-2061-B5A6-86FD5CE2B212}"/>
                </a:ext>
              </a:extLst>
            </p:cNvPr>
            <p:cNvCxnSpPr/>
            <p:nvPr/>
          </p:nvCxnSpPr>
          <p:spPr>
            <a:xfrm>
              <a:off x="6519979" y="5545093"/>
              <a:ext cx="0" cy="685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0A8947A-B465-06DC-1087-D1205D912A4F}"/>
                </a:ext>
              </a:extLst>
            </p:cNvPr>
            <p:cNvCxnSpPr/>
            <p:nvPr/>
          </p:nvCxnSpPr>
          <p:spPr>
            <a:xfrm>
              <a:off x="11772900" y="5545093"/>
              <a:ext cx="0" cy="685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74D4332-FB02-424B-1300-A3C5040E0A7D}"/>
                </a:ext>
              </a:extLst>
            </p:cNvPr>
            <p:cNvSpPr/>
            <p:nvPr/>
          </p:nvSpPr>
          <p:spPr>
            <a:xfrm>
              <a:off x="4728378" y="6230893"/>
              <a:ext cx="3611223" cy="68579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+mj-lt"/>
                </a:rPr>
                <a:t>DIGITAL</a:t>
              </a:r>
              <a:endParaRPr lang="en-IN" sz="2400" dirty="0">
                <a:latin typeface="+mj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29D5738-DFB5-278B-CE0F-B6E0AE242B9A}"/>
                </a:ext>
              </a:extLst>
            </p:cNvPr>
            <p:cNvSpPr/>
            <p:nvPr/>
          </p:nvSpPr>
          <p:spPr>
            <a:xfrm>
              <a:off x="10118551" y="6257916"/>
              <a:ext cx="3611219" cy="68579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ANALOGUE</a:t>
              </a:r>
              <a:endParaRPr lang="en-IN" sz="24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BAF4556E-71FE-4319-F0EF-3CB64677A1DA}"/>
              </a:ext>
            </a:extLst>
          </p:cNvPr>
          <p:cNvGrpSpPr/>
          <p:nvPr/>
        </p:nvGrpSpPr>
        <p:grpSpPr>
          <a:xfrm>
            <a:off x="-1279214" y="-725910"/>
            <a:ext cx="20846428" cy="13929300"/>
            <a:chOff x="-1187530" y="-684856"/>
            <a:chExt cx="20846428" cy="13929300"/>
          </a:xfrm>
        </p:grpSpPr>
        <p:sp>
          <p:nvSpPr>
            <p:cNvPr id="2" name="Freeform 2"/>
            <p:cNvSpPr/>
            <p:nvPr/>
          </p:nvSpPr>
          <p:spPr>
            <a:xfrm rot="-3058308">
              <a:off x="11813674" y="5399221"/>
              <a:ext cx="9085083" cy="6605364"/>
            </a:xfrm>
            <a:custGeom>
              <a:avLst/>
              <a:gdLst/>
              <a:ahLst/>
              <a:cxnLst/>
              <a:rect l="l" t="t" r="r" b="b"/>
              <a:pathLst>
                <a:path w="9085083" h="6605364">
                  <a:moveTo>
                    <a:pt x="0" y="0"/>
                  </a:moveTo>
                  <a:lnTo>
                    <a:pt x="9085083" y="0"/>
                  </a:lnTo>
                  <a:lnTo>
                    <a:pt x="9085083" y="6605364"/>
                  </a:lnTo>
                  <a:lnTo>
                    <a:pt x="0" y="6605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" name="Freeform 3"/>
            <p:cNvSpPr/>
            <p:nvPr/>
          </p:nvSpPr>
          <p:spPr>
            <a:xfrm rot="5400000">
              <a:off x="-1016693" y="-855693"/>
              <a:ext cx="8336814" cy="8678487"/>
            </a:xfrm>
            <a:custGeom>
              <a:avLst/>
              <a:gdLst/>
              <a:ahLst/>
              <a:cxnLst/>
              <a:rect l="l" t="t" r="r" b="b"/>
              <a:pathLst>
                <a:path w="8336814" h="8678487">
                  <a:moveTo>
                    <a:pt x="0" y="0"/>
                  </a:moveTo>
                  <a:lnTo>
                    <a:pt x="8336814" y="0"/>
                  </a:lnTo>
                  <a:lnTo>
                    <a:pt x="8336814" y="8678487"/>
                  </a:lnTo>
                  <a:lnTo>
                    <a:pt x="0" y="8678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413502" y="883906"/>
              <a:ext cx="13329574" cy="8601296"/>
            </a:xfrm>
            <a:custGeom>
              <a:avLst/>
              <a:gdLst/>
              <a:ahLst/>
              <a:cxnLst/>
              <a:rect l="l" t="t" r="r" b="b"/>
              <a:pathLst>
                <a:path w="13329574" h="8601296">
                  <a:moveTo>
                    <a:pt x="0" y="0"/>
                  </a:moveTo>
                  <a:lnTo>
                    <a:pt x="13329574" y="0"/>
                  </a:lnTo>
                  <a:lnTo>
                    <a:pt x="13329574" y="8601296"/>
                  </a:lnTo>
                  <a:lnTo>
                    <a:pt x="0" y="8601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5029200" y="979851"/>
              <a:ext cx="8947813" cy="6192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5179"/>
                </a:lnSpc>
                <a:spcBef>
                  <a:spcPct val="0"/>
                </a:spcBef>
              </a:pPr>
              <a:r>
                <a:rPr lang="en-US" sz="3699" b="1" u="none" strike="noStrike" dirty="0">
                  <a:solidFill>
                    <a:srgbClr val="FFF6BE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IMPORTANT CHARACTERISTICS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13502" y="2076577"/>
              <a:ext cx="2433473" cy="339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FOLDER 02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4068994" y="8477474"/>
              <a:ext cx="1177534" cy="448857"/>
              <a:chOff x="0" y="0"/>
              <a:chExt cx="334083" cy="12734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NEXT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041472" y="8477474"/>
              <a:ext cx="1177534" cy="448857"/>
              <a:chOff x="0" y="0"/>
              <a:chExt cx="334083" cy="12734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BACK</a:t>
                </a:r>
              </a:p>
            </p:txBody>
          </p:sp>
        </p:grpSp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28C382C9-F80E-F486-4A15-D030CC39B2CF}"/>
                </a:ext>
              </a:extLst>
            </p:cNvPr>
            <p:cNvSpPr/>
            <p:nvPr/>
          </p:nvSpPr>
          <p:spPr>
            <a:xfrm>
              <a:off x="4230245" y="2330497"/>
              <a:ext cx="2895600" cy="1173992"/>
            </a:xfrm>
            <a:prstGeom prst="wedgeEllipseCallou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SPEED</a:t>
              </a:r>
              <a:endParaRPr lang="en-IN" sz="2800" dirty="0">
                <a:solidFill>
                  <a:schemeClr val="tx1"/>
                </a:solidFill>
              </a:endParaRPr>
            </a:p>
          </p:txBody>
        </p:sp>
        <p:sp>
          <p:nvSpPr>
            <p:cNvPr id="29" name="Speech Bubble: Oval 28">
              <a:extLst>
                <a:ext uri="{FF2B5EF4-FFF2-40B4-BE49-F238E27FC236}">
                  <a16:creationId xmlns:a16="http://schemas.microsoft.com/office/drawing/2014/main" id="{15F32292-D48A-B332-B6E7-64346B6EB6CA}"/>
                </a:ext>
              </a:extLst>
            </p:cNvPr>
            <p:cNvSpPr/>
            <p:nvPr/>
          </p:nvSpPr>
          <p:spPr>
            <a:xfrm>
              <a:off x="7842271" y="2330497"/>
              <a:ext cx="2930859" cy="1173992"/>
            </a:xfrm>
            <a:prstGeom prst="wedgeEllipseCallou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DILIGENCE</a:t>
              </a:r>
              <a:endParaRPr lang="en-IN" sz="2800" dirty="0">
                <a:solidFill>
                  <a:schemeClr val="tx1"/>
                </a:solidFill>
              </a:endParaRPr>
            </a:p>
          </p:txBody>
        </p:sp>
        <p:sp>
          <p:nvSpPr>
            <p:cNvPr id="30" name="Speech Bubble: Oval 29">
              <a:extLst>
                <a:ext uri="{FF2B5EF4-FFF2-40B4-BE49-F238E27FC236}">
                  <a16:creationId xmlns:a16="http://schemas.microsoft.com/office/drawing/2014/main" id="{48B9F8AD-E004-2537-2FFC-7958C62AD3CF}"/>
                </a:ext>
              </a:extLst>
            </p:cNvPr>
            <p:cNvSpPr/>
            <p:nvPr/>
          </p:nvSpPr>
          <p:spPr>
            <a:xfrm>
              <a:off x="11415251" y="2330497"/>
              <a:ext cx="2835704" cy="1228579"/>
            </a:xfrm>
            <a:prstGeom prst="wedgeEllipseCallou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STORAGE</a:t>
              </a:r>
              <a:endParaRPr lang="en-IN" sz="2800" dirty="0">
                <a:solidFill>
                  <a:schemeClr val="tx1"/>
                </a:solidFill>
              </a:endParaRPr>
            </a:p>
          </p:txBody>
        </p:sp>
        <p:sp>
          <p:nvSpPr>
            <p:cNvPr id="31" name="Speech Bubble: Oval 30">
              <a:extLst>
                <a:ext uri="{FF2B5EF4-FFF2-40B4-BE49-F238E27FC236}">
                  <a16:creationId xmlns:a16="http://schemas.microsoft.com/office/drawing/2014/main" id="{CDDDD2F5-13FC-8C27-11E4-357D8553744F}"/>
                </a:ext>
              </a:extLst>
            </p:cNvPr>
            <p:cNvSpPr/>
            <p:nvPr/>
          </p:nvSpPr>
          <p:spPr>
            <a:xfrm>
              <a:off x="5602460" y="3802596"/>
              <a:ext cx="3216437" cy="1270898"/>
            </a:xfrm>
            <a:prstGeom prst="wedgeEllipseCallou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ACCURACY</a:t>
              </a:r>
              <a:endParaRPr lang="en-IN" sz="2800" dirty="0">
                <a:solidFill>
                  <a:schemeClr val="tx1"/>
                </a:solidFill>
              </a:endParaRPr>
            </a:p>
          </p:txBody>
        </p:sp>
        <p:sp>
          <p:nvSpPr>
            <p:cNvPr id="32" name="Speech Bubble: Oval 31">
              <a:extLst>
                <a:ext uri="{FF2B5EF4-FFF2-40B4-BE49-F238E27FC236}">
                  <a16:creationId xmlns:a16="http://schemas.microsoft.com/office/drawing/2014/main" id="{F7F41317-D7BB-872D-C904-BED491679031}"/>
                </a:ext>
              </a:extLst>
            </p:cNvPr>
            <p:cNvSpPr/>
            <p:nvPr/>
          </p:nvSpPr>
          <p:spPr>
            <a:xfrm>
              <a:off x="9422133" y="3786641"/>
              <a:ext cx="3338056" cy="1283166"/>
            </a:xfrm>
            <a:prstGeom prst="wedgeEllipseCallou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AUTOMATION</a:t>
              </a:r>
              <a:endParaRPr lang="en-IN" sz="2800" dirty="0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0C22299-620F-D583-6657-B682EE59526D}"/>
              </a:ext>
            </a:extLst>
          </p:cNvPr>
          <p:cNvSpPr txBox="1"/>
          <p:nvPr/>
        </p:nvSpPr>
        <p:spPr>
          <a:xfrm>
            <a:off x="7208194" y="5445064"/>
            <a:ext cx="3993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Bold" panose="020B0604020202020204" charset="0"/>
              </a:rPr>
              <a:t>COMPUTER SYSTEM</a:t>
            </a:r>
            <a:endParaRPr lang="en-IN" sz="2800" dirty="0">
              <a:latin typeface="Comic Sans Bold" panose="020B060402020202020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9AD7705-2814-C5F2-21C8-DFD2508D1B09}"/>
              </a:ext>
            </a:extLst>
          </p:cNvPr>
          <p:cNvCxnSpPr>
            <a:cxnSpLocks/>
          </p:cNvCxnSpPr>
          <p:nvPr/>
        </p:nvCxnSpPr>
        <p:spPr>
          <a:xfrm>
            <a:off x="8985776" y="5966067"/>
            <a:ext cx="0" cy="545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77B47A3-05CA-CB7B-A395-12CFF36EE7E6}"/>
              </a:ext>
            </a:extLst>
          </p:cNvPr>
          <p:cNvCxnSpPr/>
          <p:nvPr/>
        </p:nvCxnSpPr>
        <p:spPr>
          <a:xfrm flipH="1">
            <a:off x="4800600" y="6511413"/>
            <a:ext cx="41778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DD91218-F1FB-8A30-486F-B8556B44D5BE}"/>
              </a:ext>
            </a:extLst>
          </p:cNvPr>
          <p:cNvCxnSpPr/>
          <p:nvPr/>
        </p:nvCxnSpPr>
        <p:spPr>
          <a:xfrm>
            <a:off x="8971537" y="6511413"/>
            <a:ext cx="3733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10B5978-C114-B329-CB7D-1BBC60751D52}"/>
              </a:ext>
            </a:extLst>
          </p:cNvPr>
          <p:cNvCxnSpPr/>
          <p:nvPr/>
        </p:nvCxnSpPr>
        <p:spPr>
          <a:xfrm>
            <a:off x="4800600" y="6511413"/>
            <a:ext cx="0" cy="613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D704EB8-8FD7-581A-6A2F-8853B57E572A}"/>
              </a:ext>
            </a:extLst>
          </p:cNvPr>
          <p:cNvCxnSpPr>
            <a:cxnSpLocks/>
          </p:cNvCxnSpPr>
          <p:nvPr/>
        </p:nvCxnSpPr>
        <p:spPr>
          <a:xfrm flipH="1">
            <a:off x="7493573" y="6511413"/>
            <a:ext cx="6730" cy="613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2C4333C-D70C-6800-BB34-9BEA857EFAEE}"/>
              </a:ext>
            </a:extLst>
          </p:cNvPr>
          <p:cNvCxnSpPr/>
          <p:nvPr/>
        </p:nvCxnSpPr>
        <p:spPr>
          <a:xfrm>
            <a:off x="10668000" y="6511413"/>
            <a:ext cx="0" cy="613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F304155-673E-573F-4BE5-AD280DA403CD}"/>
              </a:ext>
            </a:extLst>
          </p:cNvPr>
          <p:cNvCxnSpPr/>
          <p:nvPr/>
        </p:nvCxnSpPr>
        <p:spPr>
          <a:xfrm>
            <a:off x="12705337" y="6511413"/>
            <a:ext cx="0" cy="613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EA52B66-AECC-D6C7-ABA3-65C842F01E32}"/>
              </a:ext>
            </a:extLst>
          </p:cNvPr>
          <p:cNvSpPr txBox="1"/>
          <p:nvPr/>
        </p:nvSpPr>
        <p:spPr>
          <a:xfrm>
            <a:off x="3598409" y="7083978"/>
            <a:ext cx="2399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INPUT DEVICE</a:t>
            </a:r>
            <a:endParaRPr lang="en-IN" sz="2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54DD59-43E5-6C62-2AB0-986325A6A201}"/>
              </a:ext>
            </a:extLst>
          </p:cNvPr>
          <p:cNvSpPr txBox="1"/>
          <p:nvPr/>
        </p:nvSpPr>
        <p:spPr>
          <a:xfrm>
            <a:off x="5957502" y="7134198"/>
            <a:ext cx="35305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CENTRAL PROCESSING DEVICE</a:t>
            </a:r>
            <a:endParaRPr lang="en-IN" sz="28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B65207-DCAB-9602-5664-59C036B84C8C}"/>
              </a:ext>
            </a:extLst>
          </p:cNvPr>
          <p:cNvSpPr txBox="1"/>
          <p:nvPr/>
        </p:nvSpPr>
        <p:spPr>
          <a:xfrm>
            <a:off x="9383551" y="7051632"/>
            <a:ext cx="25145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MEMORY DEVICE</a:t>
            </a:r>
            <a:endParaRPr lang="en-IN" sz="2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16CFDF-682F-1732-6D5E-EE0E0E186982}"/>
              </a:ext>
            </a:extLst>
          </p:cNvPr>
          <p:cNvSpPr txBox="1"/>
          <p:nvPr/>
        </p:nvSpPr>
        <p:spPr>
          <a:xfrm>
            <a:off x="11548623" y="7069895"/>
            <a:ext cx="2791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OUTPUT DEVICE</a:t>
            </a: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C849504F-7362-D7E4-9DBF-8466ADF17BF8}"/>
              </a:ext>
            </a:extLst>
          </p:cNvPr>
          <p:cNvGrpSpPr/>
          <p:nvPr/>
        </p:nvGrpSpPr>
        <p:grpSpPr>
          <a:xfrm>
            <a:off x="-1187530" y="-684856"/>
            <a:ext cx="20846428" cy="13929300"/>
            <a:chOff x="-1187530" y="-684856"/>
            <a:chExt cx="20846428" cy="13929300"/>
          </a:xfrm>
        </p:grpSpPr>
        <p:sp>
          <p:nvSpPr>
            <p:cNvPr id="2" name="Freeform 2"/>
            <p:cNvSpPr/>
            <p:nvPr/>
          </p:nvSpPr>
          <p:spPr>
            <a:xfrm rot="-3058308">
              <a:off x="11813674" y="5399221"/>
              <a:ext cx="9085083" cy="6605364"/>
            </a:xfrm>
            <a:custGeom>
              <a:avLst/>
              <a:gdLst/>
              <a:ahLst/>
              <a:cxnLst/>
              <a:rect l="l" t="t" r="r" b="b"/>
              <a:pathLst>
                <a:path w="9085083" h="6605364">
                  <a:moveTo>
                    <a:pt x="0" y="0"/>
                  </a:moveTo>
                  <a:lnTo>
                    <a:pt x="9085083" y="0"/>
                  </a:lnTo>
                  <a:lnTo>
                    <a:pt x="9085083" y="6605364"/>
                  </a:lnTo>
                  <a:lnTo>
                    <a:pt x="0" y="6605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" name="Freeform 3"/>
            <p:cNvSpPr/>
            <p:nvPr/>
          </p:nvSpPr>
          <p:spPr>
            <a:xfrm rot="5400000">
              <a:off x="-1016693" y="-855693"/>
              <a:ext cx="8336814" cy="8678487"/>
            </a:xfrm>
            <a:custGeom>
              <a:avLst/>
              <a:gdLst/>
              <a:ahLst/>
              <a:cxnLst/>
              <a:rect l="l" t="t" r="r" b="b"/>
              <a:pathLst>
                <a:path w="8336814" h="8678487">
                  <a:moveTo>
                    <a:pt x="0" y="0"/>
                  </a:moveTo>
                  <a:lnTo>
                    <a:pt x="8336814" y="0"/>
                  </a:lnTo>
                  <a:lnTo>
                    <a:pt x="8336814" y="8678487"/>
                  </a:lnTo>
                  <a:lnTo>
                    <a:pt x="0" y="8678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462981" y="818128"/>
              <a:ext cx="13935086" cy="8509309"/>
            </a:xfrm>
            <a:custGeom>
              <a:avLst/>
              <a:gdLst/>
              <a:ahLst/>
              <a:cxnLst/>
              <a:rect l="l" t="t" r="r" b="b"/>
              <a:pathLst>
                <a:path w="13329574" h="8601296">
                  <a:moveTo>
                    <a:pt x="0" y="0"/>
                  </a:moveTo>
                  <a:lnTo>
                    <a:pt x="13329574" y="0"/>
                  </a:lnTo>
                  <a:lnTo>
                    <a:pt x="13329574" y="8601296"/>
                  </a:lnTo>
                  <a:lnTo>
                    <a:pt x="0" y="8601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652009" y="984668"/>
              <a:ext cx="11360328" cy="6192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5179"/>
                </a:lnSpc>
                <a:spcBef>
                  <a:spcPct val="0"/>
                </a:spcBef>
              </a:pPr>
              <a:r>
                <a:rPr lang="en-US" sz="3699" b="1" dirty="0">
                  <a:solidFill>
                    <a:srgbClr val="FFF6BE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COMPUTERS IN THE RESEARCH PROCESS</a:t>
              </a:r>
              <a:endParaRPr lang="en-US" sz="3699" b="1" u="none" strike="noStrike" dirty="0">
                <a:solidFill>
                  <a:srgbClr val="FFF6BE"/>
                </a:solidFill>
                <a:latin typeface="Comic Sans Bold"/>
                <a:ea typeface="Comic Sans Bold"/>
                <a:cs typeface="Comic Sans Bold"/>
                <a:sym typeface="Comic Sans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13502" y="2076577"/>
              <a:ext cx="2433473" cy="339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FOLDER 03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4068994" y="8477474"/>
              <a:ext cx="1177534" cy="448857"/>
              <a:chOff x="0" y="0"/>
              <a:chExt cx="334083" cy="12734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NEXT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3041472" y="8477474"/>
              <a:ext cx="1177534" cy="448857"/>
              <a:chOff x="0" y="0"/>
              <a:chExt cx="334083" cy="12734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BACK</a:t>
                </a:r>
              </a:p>
            </p:txBody>
          </p:sp>
        </p:grpSp>
        <p:graphicFrame>
          <p:nvGraphicFramePr>
            <p:cNvPr id="34" name="Diagram 33">
              <a:extLst>
                <a:ext uri="{FF2B5EF4-FFF2-40B4-BE49-F238E27FC236}">
                  <a16:creationId xmlns:a16="http://schemas.microsoft.com/office/drawing/2014/main" id="{26E201F2-8DED-D223-685B-6F90AB2E9DE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98295375"/>
                </p:ext>
              </p:extLst>
            </p:nvPr>
          </p:nvGraphicFramePr>
          <p:xfrm>
            <a:off x="3450155" y="2628900"/>
            <a:ext cx="8741845" cy="518787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C335EC3-C1E5-A644-9A83-2F2A53317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5400000">
              <a:off x="12597345" y="6486312"/>
              <a:ext cx="228601" cy="1048177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0F7678A-4D43-CCEC-1AAA-D7981077C180}"/>
                </a:ext>
              </a:extLst>
            </p:cNvPr>
            <p:cNvSpPr/>
            <p:nvPr/>
          </p:nvSpPr>
          <p:spPr>
            <a:xfrm>
              <a:off x="13271815" y="6301218"/>
              <a:ext cx="2568271" cy="128925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Generalisation And Interpretation</a:t>
              </a:r>
              <a:endParaRPr lang="en-IN" sz="2700" dirty="0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4F51A0A2-2C9B-970B-3D5F-BF0895F9C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482692" y="4876042"/>
              <a:ext cx="175069" cy="1420000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2BBE7E0-0ABE-FB82-CDA8-C6A45E6EDE49}"/>
                </a:ext>
              </a:extLst>
            </p:cNvPr>
            <p:cNvSpPr/>
            <p:nvPr/>
          </p:nvSpPr>
          <p:spPr>
            <a:xfrm>
              <a:off x="13122426" y="3584050"/>
              <a:ext cx="2895600" cy="131494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00" dirty="0"/>
                <a:t>Preparation of The Report</a:t>
              </a:r>
              <a:endParaRPr lang="en-IN" sz="27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2880B4D6-52DC-F6A4-D263-9803D70042AA}"/>
              </a:ext>
            </a:extLst>
          </p:cNvPr>
          <p:cNvGrpSpPr/>
          <p:nvPr/>
        </p:nvGrpSpPr>
        <p:grpSpPr>
          <a:xfrm>
            <a:off x="-1279214" y="-723900"/>
            <a:ext cx="20846428" cy="13929300"/>
            <a:chOff x="-1187530" y="-684856"/>
            <a:chExt cx="20846428" cy="13929300"/>
          </a:xfrm>
        </p:grpSpPr>
        <p:sp>
          <p:nvSpPr>
            <p:cNvPr id="2" name="Freeform 2"/>
            <p:cNvSpPr/>
            <p:nvPr/>
          </p:nvSpPr>
          <p:spPr>
            <a:xfrm rot="-3058308">
              <a:off x="11813674" y="5399221"/>
              <a:ext cx="9085083" cy="6605364"/>
            </a:xfrm>
            <a:custGeom>
              <a:avLst/>
              <a:gdLst/>
              <a:ahLst/>
              <a:cxnLst/>
              <a:rect l="l" t="t" r="r" b="b"/>
              <a:pathLst>
                <a:path w="9085083" h="6605364">
                  <a:moveTo>
                    <a:pt x="0" y="0"/>
                  </a:moveTo>
                  <a:lnTo>
                    <a:pt x="9085083" y="0"/>
                  </a:lnTo>
                  <a:lnTo>
                    <a:pt x="9085083" y="6605364"/>
                  </a:lnTo>
                  <a:lnTo>
                    <a:pt x="0" y="6605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" name="Freeform 3"/>
            <p:cNvSpPr/>
            <p:nvPr/>
          </p:nvSpPr>
          <p:spPr>
            <a:xfrm rot="5400000">
              <a:off x="-1016693" y="-855693"/>
              <a:ext cx="8336814" cy="8678487"/>
            </a:xfrm>
            <a:custGeom>
              <a:avLst/>
              <a:gdLst/>
              <a:ahLst/>
              <a:cxnLst/>
              <a:rect l="l" t="t" r="r" b="b"/>
              <a:pathLst>
                <a:path w="8336814" h="8678487">
                  <a:moveTo>
                    <a:pt x="0" y="0"/>
                  </a:moveTo>
                  <a:lnTo>
                    <a:pt x="8336814" y="0"/>
                  </a:lnTo>
                  <a:lnTo>
                    <a:pt x="8336814" y="8678487"/>
                  </a:lnTo>
                  <a:lnTo>
                    <a:pt x="0" y="8678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730794" y="648644"/>
              <a:ext cx="17068800" cy="9067800"/>
            </a:xfrm>
            <a:custGeom>
              <a:avLst/>
              <a:gdLst/>
              <a:ahLst/>
              <a:cxnLst/>
              <a:rect l="l" t="t" r="r" b="b"/>
              <a:pathLst>
                <a:path w="13329574" h="8601296">
                  <a:moveTo>
                    <a:pt x="0" y="0"/>
                  </a:moveTo>
                  <a:lnTo>
                    <a:pt x="13329574" y="0"/>
                  </a:lnTo>
                  <a:lnTo>
                    <a:pt x="13329574" y="8601296"/>
                  </a:lnTo>
                  <a:lnTo>
                    <a:pt x="0" y="8601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2112644" y="2811715"/>
              <a:ext cx="13401052" cy="89128"/>
            </a:xfrm>
            <a:prstGeom prst="line">
              <a:avLst/>
            </a:prstGeom>
            <a:ln w="66675" cap="flat">
              <a:solidFill>
                <a:srgbClr val="82798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2071483" y="2433371"/>
              <a:ext cx="767524" cy="767524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b="1" dirty="0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A</a:t>
                </a:r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4562688" y="873902"/>
              <a:ext cx="9405013" cy="6192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5179"/>
                </a:lnSpc>
                <a:spcBef>
                  <a:spcPct val="0"/>
                </a:spcBef>
              </a:pPr>
              <a:r>
                <a:rPr lang="en-US" sz="3699" b="1" u="none" strike="noStrike" dirty="0">
                  <a:solidFill>
                    <a:srgbClr val="FFF6BE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PHASES OF THE RESEARCH PROCESS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13502" y="2076577"/>
              <a:ext cx="2433473" cy="339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FOLDER 04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5862641" y="2465873"/>
              <a:ext cx="767524" cy="767524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b="1" dirty="0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B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049409" y="2479286"/>
              <a:ext cx="767524" cy="710386"/>
              <a:chOff x="-210161" y="22408"/>
              <a:chExt cx="812800" cy="75229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-210161" y="38099"/>
                <a:ext cx="8128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-93145" y="22408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b="1" dirty="0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C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4068994" y="8477474"/>
              <a:ext cx="1177534" cy="448857"/>
              <a:chOff x="0" y="0"/>
              <a:chExt cx="334083" cy="12734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NEXT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041472" y="8477474"/>
              <a:ext cx="1177534" cy="448857"/>
              <a:chOff x="0" y="0"/>
              <a:chExt cx="334083" cy="127347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BACK</a:t>
                </a:r>
              </a:p>
            </p:txBody>
          </p: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86C6B41-5CBB-E3AB-6DE4-D3A925E51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153302" y="2500367"/>
              <a:ext cx="768163" cy="76816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A850327-BCA1-0900-AAEC-E44AA2474B8C}"/>
                </a:ext>
              </a:extLst>
            </p:cNvPr>
            <p:cNvSpPr txBox="1"/>
            <p:nvPr/>
          </p:nvSpPr>
          <p:spPr>
            <a:xfrm>
              <a:off x="12333497" y="2634108"/>
              <a:ext cx="41549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>
                  <a:solidFill>
                    <a:schemeClr val="bg1">
                      <a:lumMod val="50000"/>
                    </a:schemeClr>
                  </a:solidFill>
                  <a:latin typeface="Comic Sans Bold" panose="020B0604020202020204" charset="0"/>
                </a:rPr>
                <a:t>D</a:t>
              </a:r>
              <a:endParaRPr lang="en-IN" sz="2500" dirty="0">
                <a:solidFill>
                  <a:schemeClr val="bg1">
                    <a:lumMod val="50000"/>
                  </a:schemeClr>
                </a:solidFill>
                <a:latin typeface="Comic Sans Bold" panose="020B0604020202020204" charset="0"/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86F6F24-C302-9F78-067F-13193F1B4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513697" y="2505579"/>
              <a:ext cx="768163" cy="768163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3F60B41-932C-72C2-3C3C-93431526BE94}"/>
                </a:ext>
              </a:extLst>
            </p:cNvPr>
            <p:cNvSpPr txBox="1"/>
            <p:nvPr/>
          </p:nvSpPr>
          <p:spPr>
            <a:xfrm>
              <a:off x="15705257" y="2651886"/>
              <a:ext cx="385042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>
                  <a:solidFill>
                    <a:schemeClr val="bg1">
                      <a:lumMod val="50000"/>
                    </a:schemeClr>
                  </a:solidFill>
                  <a:latin typeface="Comic Sans Bold" panose="020B0604020202020204" charset="0"/>
                </a:rPr>
                <a:t>E</a:t>
              </a:r>
              <a:endParaRPr lang="en-IN" sz="2500" dirty="0">
                <a:solidFill>
                  <a:schemeClr val="bg1">
                    <a:lumMod val="50000"/>
                  </a:schemeClr>
                </a:solidFill>
                <a:latin typeface="Comic Sans Bold" panose="020B060402020202020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3E782E2-1AD0-3277-0965-96760F9B9F6C}"/>
                </a:ext>
              </a:extLst>
            </p:cNvPr>
            <p:cNvSpPr txBox="1"/>
            <p:nvPr/>
          </p:nvSpPr>
          <p:spPr>
            <a:xfrm>
              <a:off x="1576940" y="3450807"/>
              <a:ext cx="190971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CONCEPTUAL PHASE</a:t>
              </a:r>
              <a:endParaRPr lang="en-IN" sz="2400" b="1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F14B400-609D-3BB5-457D-2928A3533164}"/>
                </a:ext>
              </a:extLst>
            </p:cNvPr>
            <p:cNvSpPr txBox="1"/>
            <p:nvPr/>
          </p:nvSpPr>
          <p:spPr>
            <a:xfrm>
              <a:off x="4887358" y="3334184"/>
              <a:ext cx="239696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DESIGN AND PLANNING PHASE</a:t>
              </a:r>
              <a:endParaRPr lang="en-IN" sz="2400" b="1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FEEBB2-9B4A-A845-80EF-1FD7B874807D}"/>
                </a:ext>
              </a:extLst>
            </p:cNvPr>
            <p:cNvSpPr txBox="1"/>
            <p:nvPr/>
          </p:nvSpPr>
          <p:spPr>
            <a:xfrm>
              <a:off x="8438047" y="3357859"/>
              <a:ext cx="19697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DATA COLLECTION PHASE</a:t>
              </a:r>
              <a:endParaRPr lang="en-IN" sz="24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F0E2A65-1A78-BC3A-8CB4-01FD9CE3CC4F}"/>
                </a:ext>
              </a:extLst>
            </p:cNvPr>
            <p:cNvSpPr txBox="1"/>
            <p:nvPr/>
          </p:nvSpPr>
          <p:spPr>
            <a:xfrm>
              <a:off x="11719795" y="3461071"/>
              <a:ext cx="178587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DATA ANALYSIS PHASE</a:t>
              </a:r>
              <a:endParaRPr lang="en-IN" sz="2400" b="1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BC25510-12AE-C1D9-79BA-0F74BAA659E9}"/>
                </a:ext>
              </a:extLst>
            </p:cNvPr>
            <p:cNvSpPr txBox="1"/>
            <p:nvPr/>
          </p:nvSpPr>
          <p:spPr>
            <a:xfrm>
              <a:off x="14808289" y="3412572"/>
              <a:ext cx="21336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RESEARCH PUBLICATION PHASE</a:t>
              </a:r>
              <a:endParaRPr lang="en-IN" sz="2400" b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011C028-2810-DEC9-C6D2-F2D098F672DC}"/>
                </a:ext>
              </a:extLst>
            </p:cNvPr>
            <p:cNvSpPr txBox="1"/>
            <p:nvPr/>
          </p:nvSpPr>
          <p:spPr>
            <a:xfrm>
              <a:off x="1378327" y="4783258"/>
              <a:ext cx="2777448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400" dirty="0"/>
                <a:t>Formulation of research problem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400" dirty="0"/>
                <a:t>Extensive literature survey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400" dirty="0"/>
                <a:t>Theoretical framework</a:t>
              </a: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400" dirty="0"/>
                <a:t>Developing the hypothesis</a:t>
              </a:r>
              <a:endParaRPr lang="en-IN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F7A86F2-69C9-8A70-6E64-9BD12AD350BA}"/>
                </a:ext>
              </a:extLst>
            </p:cNvPr>
            <p:cNvSpPr txBox="1"/>
            <p:nvPr/>
          </p:nvSpPr>
          <p:spPr>
            <a:xfrm>
              <a:off x="4810773" y="4795214"/>
              <a:ext cx="3724002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400" dirty="0"/>
                <a:t>Research design preparation and determining sample design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400" dirty="0"/>
                <a:t>Population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400" dirty="0"/>
                <a:t>Research variables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400" dirty="0"/>
                <a:t>Sampling plan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400" dirty="0"/>
                <a:t>Pilot study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endParaRPr lang="en-IN" sz="24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17CEDC1-F6C6-3690-2CC5-E3BC4D1F875D}"/>
                </a:ext>
              </a:extLst>
            </p:cNvPr>
            <p:cNvSpPr txBox="1"/>
            <p:nvPr/>
          </p:nvSpPr>
          <p:spPr>
            <a:xfrm>
              <a:off x="8164826" y="4441680"/>
              <a:ext cx="2437503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endParaRPr lang="en-US" sz="2400" dirty="0"/>
            </a:p>
            <a:p>
              <a:pPr marL="285750" indent="-285750" algn="just">
                <a:buFont typeface="Wingdings" panose="05000000000000000000" pitchFamily="2" charset="2"/>
                <a:buChar char="ü"/>
              </a:pPr>
              <a:r>
                <a:rPr lang="en-US" sz="2400" dirty="0"/>
                <a:t>Collecting and preparing data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2400" dirty="0"/>
                <a:t>Data collection and storage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2400" dirty="0"/>
                <a:t>Data exposition</a:t>
              </a:r>
              <a:endParaRPr lang="en-IN" sz="24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B962F2-7320-6C91-D9D3-8B7DB6F2AB80}"/>
                </a:ext>
              </a:extLst>
            </p:cNvPr>
            <p:cNvSpPr txBox="1"/>
            <p:nvPr/>
          </p:nvSpPr>
          <p:spPr>
            <a:xfrm>
              <a:off x="11414710" y="4860112"/>
              <a:ext cx="29718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400" dirty="0"/>
                <a:t>Analysis of data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400" dirty="0"/>
                <a:t>Hypothesis testing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400" dirty="0"/>
                <a:t>Generalisations and interpretations</a:t>
              </a:r>
              <a:endParaRPr lang="en-IN" sz="24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D6F9EB-71CB-FE9F-8606-DDD198B434F5}"/>
                </a:ext>
              </a:extLst>
            </p:cNvPr>
            <p:cNvSpPr txBox="1"/>
            <p:nvPr/>
          </p:nvSpPr>
          <p:spPr>
            <a:xfrm>
              <a:off x="14729292" y="4860112"/>
              <a:ext cx="24384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400" dirty="0"/>
                <a:t>Preparation of the report or Presentation of the result</a:t>
              </a:r>
              <a:endParaRPr lang="en-IN" sz="24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B7B713F0-CEA5-CCA5-3822-4F61FAD7CFDC}"/>
              </a:ext>
            </a:extLst>
          </p:cNvPr>
          <p:cNvGrpSpPr/>
          <p:nvPr/>
        </p:nvGrpSpPr>
        <p:grpSpPr>
          <a:xfrm>
            <a:off x="-1187530" y="-684856"/>
            <a:ext cx="20846428" cy="13929300"/>
            <a:chOff x="-1187530" y="-684856"/>
            <a:chExt cx="20846428" cy="13929300"/>
          </a:xfrm>
        </p:grpSpPr>
        <p:sp>
          <p:nvSpPr>
            <p:cNvPr id="2" name="Freeform 2"/>
            <p:cNvSpPr/>
            <p:nvPr/>
          </p:nvSpPr>
          <p:spPr>
            <a:xfrm rot="-3058308">
              <a:off x="11813674" y="5399221"/>
              <a:ext cx="9085083" cy="6605364"/>
            </a:xfrm>
            <a:custGeom>
              <a:avLst/>
              <a:gdLst/>
              <a:ahLst/>
              <a:cxnLst/>
              <a:rect l="l" t="t" r="r" b="b"/>
              <a:pathLst>
                <a:path w="9085083" h="6605364">
                  <a:moveTo>
                    <a:pt x="0" y="0"/>
                  </a:moveTo>
                  <a:lnTo>
                    <a:pt x="9085083" y="0"/>
                  </a:lnTo>
                  <a:lnTo>
                    <a:pt x="9085083" y="6605364"/>
                  </a:lnTo>
                  <a:lnTo>
                    <a:pt x="0" y="6605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" name="Freeform 3"/>
            <p:cNvSpPr/>
            <p:nvPr/>
          </p:nvSpPr>
          <p:spPr>
            <a:xfrm rot="5400000">
              <a:off x="-1016693" y="-855693"/>
              <a:ext cx="8336814" cy="8678487"/>
            </a:xfrm>
            <a:custGeom>
              <a:avLst/>
              <a:gdLst/>
              <a:ahLst/>
              <a:cxnLst/>
              <a:rect l="l" t="t" r="r" b="b"/>
              <a:pathLst>
                <a:path w="8336814" h="8678487">
                  <a:moveTo>
                    <a:pt x="0" y="0"/>
                  </a:moveTo>
                  <a:lnTo>
                    <a:pt x="8336814" y="0"/>
                  </a:lnTo>
                  <a:lnTo>
                    <a:pt x="8336814" y="8678487"/>
                  </a:lnTo>
                  <a:lnTo>
                    <a:pt x="0" y="8678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547620" y="723900"/>
              <a:ext cx="17192760" cy="9046424"/>
            </a:xfrm>
            <a:custGeom>
              <a:avLst/>
              <a:gdLst/>
              <a:ahLst/>
              <a:cxnLst/>
              <a:rect l="l" t="t" r="r" b="b"/>
              <a:pathLst>
                <a:path w="13329574" h="8601296">
                  <a:moveTo>
                    <a:pt x="0" y="0"/>
                  </a:moveTo>
                  <a:lnTo>
                    <a:pt x="13329574" y="0"/>
                  </a:lnTo>
                  <a:lnTo>
                    <a:pt x="13329574" y="8601296"/>
                  </a:lnTo>
                  <a:lnTo>
                    <a:pt x="0" y="8601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7787" y="952500"/>
              <a:ext cx="7532427" cy="6365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79"/>
                </a:lnSpc>
                <a:spcBef>
                  <a:spcPct val="0"/>
                </a:spcBef>
              </a:pPr>
              <a:r>
                <a:rPr lang="en-US" sz="3699" b="1" dirty="0">
                  <a:solidFill>
                    <a:srgbClr val="FFF6BE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TOOLS AND APPLICATIONS</a:t>
              </a:r>
              <a:endParaRPr lang="en-US" sz="3699" b="1" u="none" strike="noStrike" dirty="0">
                <a:solidFill>
                  <a:srgbClr val="FFF6BE"/>
                </a:solidFill>
                <a:latin typeface="Comic Sans Bold"/>
                <a:ea typeface="Comic Sans Bold"/>
                <a:cs typeface="Comic Sans Bold"/>
                <a:sym typeface="Comic Sans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209800" y="1774511"/>
              <a:ext cx="2433473" cy="339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FOLDER 05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1A55BB8-1FF4-9C10-9715-E5386072D241}"/>
                </a:ext>
              </a:extLst>
            </p:cNvPr>
            <p:cNvSpPr/>
            <p:nvPr/>
          </p:nvSpPr>
          <p:spPr>
            <a:xfrm>
              <a:off x="3180712" y="2202457"/>
              <a:ext cx="813302" cy="51739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D7DD6F4-30D0-3BC8-57B4-38C5329699E3}"/>
                </a:ext>
              </a:extLst>
            </p:cNvPr>
            <p:cNvSpPr/>
            <p:nvPr/>
          </p:nvSpPr>
          <p:spPr>
            <a:xfrm>
              <a:off x="1683877" y="2861584"/>
              <a:ext cx="4012949" cy="7270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STATISTICAL ANALYSIS TOOL</a:t>
              </a:r>
              <a:endParaRPr lang="en-IN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5EE33A-020A-CFA3-085C-9F0D7CAE26B4}"/>
                </a:ext>
              </a:extLst>
            </p:cNvPr>
            <p:cNvSpPr/>
            <p:nvPr/>
          </p:nvSpPr>
          <p:spPr>
            <a:xfrm>
              <a:off x="14192888" y="2200469"/>
              <a:ext cx="914400" cy="4806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en-IN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D1CDC33-929F-DDE1-871A-F2098066E605}"/>
                </a:ext>
              </a:extLst>
            </p:cNvPr>
            <p:cNvSpPr/>
            <p:nvPr/>
          </p:nvSpPr>
          <p:spPr>
            <a:xfrm>
              <a:off x="12725400" y="2861584"/>
              <a:ext cx="3505200" cy="7270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DATA ANALYSIS TOOL</a:t>
              </a:r>
              <a:endParaRPr lang="en-IN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F34B3D4-7A19-C090-D4B8-BA71484C8259}"/>
                </a:ext>
              </a:extLst>
            </p:cNvPr>
            <p:cNvSpPr txBox="1"/>
            <p:nvPr/>
          </p:nvSpPr>
          <p:spPr>
            <a:xfrm>
              <a:off x="1311799" y="3988174"/>
              <a:ext cx="9613406" cy="415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SPSS- Statistical Package for Social Sciences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400" dirty="0"/>
                <a:t> Provides Data view &amp; variable view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IN" sz="2400" dirty="0"/>
                <a:t> Measures of central tendency &amp; dispersion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IN" sz="2400" dirty="0"/>
                <a:t> Statistical inference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IN" sz="2400" dirty="0"/>
                <a:t> Correlation &amp; Regression analysis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IN" sz="2400" dirty="0"/>
                <a:t> Analysis of variance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IN" sz="2400" dirty="0"/>
                <a:t> Hypothesis tests: T-test, chi-square, z-test, ANOVA, Bipartite variable….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IN" sz="2400" dirty="0"/>
                <a:t> Multivariate data analysis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IN" sz="2400" dirty="0"/>
                <a:t> Frequency distribution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IN" sz="2400" dirty="0"/>
                <a:t> Data exposition by using various graphs like line, scatter, bar, ogive, histogram,  pie chart….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0C5C11D-CA09-1609-7F10-50427E7C4B59}"/>
                </a:ext>
              </a:extLst>
            </p:cNvPr>
            <p:cNvSpPr txBox="1"/>
            <p:nvPr/>
          </p:nvSpPr>
          <p:spPr>
            <a:xfrm>
              <a:off x="12646414" y="3988174"/>
              <a:ext cx="4555601" cy="335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400" dirty="0"/>
                <a:t>Spreadsheet Packages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400" dirty="0"/>
                <a:t>Word Processor Packages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400" dirty="0"/>
                <a:t>Presentation Software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400" dirty="0"/>
                <a:t>Database Management Packages (DBMS)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400" dirty="0"/>
                <a:t>Browsers </a:t>
              </a:r>
              <a:endParaRPr lang="en-IN" sz="24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BD8E346C-5EB2-3981-5451-31AB3B30782B}"/>
              </a:ext>
            </a:extLst>
          </p:cNvPr>
          <p:cNvGrpSpPr/>
          <p:nvPr/>
        </p:nvGrpSpPr>
        <p:grpSpPr>
          <a:xfrm>
            <a:off x="-1187530" y="-684856"/>
            <a:ext cx="20846428" cy="13929300"/>
            <a:chOff x="-1187530" y="-684856"/>
            <a:chExt cx="20846428" cy="13929300"/>
          </a:xfrm>
        </p:grpSpPr>
        <p:sp>
          <p:nvSpPr>
            <p:cNvPr id="2" name="Freeform 2"/>
            <p:cNvSpPr/>
            <p:nvPr/>
          </p:nvSpPr>
          <p:spPr>
            <a:xfrm rot="-3058308">
              <a:off x="11813674" y="5399221"/>
              <a:ext cx="9085083" cy="6605364"/>
            </a:xfrm>
            <a:custGeom>
              <a:avLst/>
              <a:gdLst/>
              <a:ahLst/>
              <a:cxnLst/>
              <a:rect l="l" t="t" r="r" b="b"/>
              <a:pathLst>
                <a:path w="9085083" h="6605364">
                  <a:moveTo>
                    <a:pt x="0" y="0"/>
                  </a:moveTo>
                  <a:lnTo>
                    <a:pt x="9085083" y="0"/>
                  </a:lnTo>
                  <a:lnTo>
                    <a:pt x="9085083" y="6605364"/>
                  </a:lnTo>
                  <a:lnTo>
                    <a:pt x="0" y="6605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" name="Freeform 3"/>
            <p:cNvSpPr/>
            <p:nvPr/>
          </p:nvSpPr>
          <p:spPr>
            <a:xfrm rot="5400000">
              <a:off x="-1016693" y="-855693"/>
              <a:ext cx="8336814" cy="8678487"/>
            </a:xfrm>
            <a:custGeom>
              <a:avLst/>
              <a:gdLst/>
              <a:ahLst/>
              <a:cxnLst/>
              <a:rect l="l" t="t" r="r" b="b"/>
              <a:pathLst>
                <a:path w="8336814" h="8678487">
                  <a:moveTo>
                    <a:pt x="0" y="0"/>
                  </a:moveTo>
                  <a:lnTo>
                    <a:pt x="8336814" y="0"/>
                  </a:lnTo>
                  <a:lnTo>
                    <a:pt x="8336814" y="8678487"/>
                  </a:lnTo>
                  <a:lnTo>
                    <a:pt x="0" y="8678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435994" y="614919"/>
              <a:ext cx="16992600" cy="9220200"/>
            </a:xfrm>
            <a:custGeom>
              <a:avLst/>
              <a:gdLst/>
              <a:ahLst/>
              <a:cxnLst/>
              <a:rect l="l" t="t" r="r" b="b"/>
              <a:pathLst>
                <a:path w="13329574" h="8601296">
                  <a:moveTo>
                    <a:pt x="0" y="0"/>
                  </a:moveTo>
                  <a:lnTo>
                    <a:pt x="13329574" y="0"/>
                  </a:lnTo>
                  <a:lnTo>
                    <a:pt x="13329574" y="8601296"/>
                  </a:lnTo>
                  <a:lnTo>
                    <a:pt x="0" y="8601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5377787" y="952500"/>
              <a:ext cx="7532427" cy="6365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79"/>
                </a:lnSpc>
                <a:spcBef>
                  <a:spcPct val="0"/>
                </a:spcBef>
              </a:pPr>
              <a:r>
                <a:rPr lang="en-US" sz="3699" b="1" u="none" strike="noStrike" dirty="0">
                  <a:solidFill>
                    <a:srgbClr val="FFF6BE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TOOLS THROUGH INTERNET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13502" y="2076577"/>
              <a:ext cx="2433473" cy="339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FOLDER 05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4068994" y="8477474"/>
              <a:ext cx="1177534" cy="448857"/>
              <a:chOff x="0" y="0"/>
              <a:chExt cx="334083" cy="12734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NEXT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041472" y="8477474"/>
              <a:ext cx="1177534" cy="448857"/>
              <a:chOff x="0" y="0"/>
              <a:chExt cx="334083" cy="12734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BACK</a:t>
                </a:r>
              </a:p>
            </p:txBody>
          </p:sp>
        </p:grp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2CE0EF7-477A-6B30-9E84-C06BAB6896A3}"/>
                </a:ext>
              </a:extLst>
            </p:cNvPr>
            <p:cNvSpPr/>
            <p:nvPr/>
          </p:nvSpPr>
          <p:spPr>
            <a:xfrm>
              <a:off x="2029238" y="2559984"/>
              <a:ext cx="768528" cy="5334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6C5C734-E605-0B40-6163-5F729B64F246}"/>
                </a:ext>
              </a:extLst>
            </p:cNvPr>
            <p:cNvSpPr/>
            <p:nvPr/>
          </p:nvSpPr>
          <p:spPr>
            <a:xfrm>
              <a:off x="1076738" y="3239529"/>
              <a:ext cx="2673528" cy="11839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Search Engines</a:t>
              </a:r>
              <a:endParaRPr lang="en-IN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5444C5B-992E-8268-4268-0A0F74624419}"/>
                </a:ext>
              </a:extLst>
            </p:cNvPr>
            <p:cNvSpPr/>
            <p:nvPr/>
          </p:nvSpPr>
          <p:spPr>
            <a:xfrm>
              <a:off x="5284334" y="2578695"/>
              <a:ext cx="768528" cy="5334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8EDB73-48F0-4AF6-CE04-D0712C84E6C6}"/>
                </a:ext>
              </a:extLst>
            </p:cNvPr>
            <p:cNvSpPr/>
            <p:nvPr/>
          </p:nvSpPr>
          <p:spPr>
            <a:xfrm>
              <a:off x="4147767" y="3246384"/>
              <a:ext cx="3041662" cy="117711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Online Data/Documentation Management</a:t>
              </a:r>
              <a:endParaRPr lang="en-IN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E35DE93-A47E-7B50-F294-76A103E085A8}"/>
                </a:ext>
              </a:extLst>
            </p:cNvPr>
            <p:cNvSpPr txBox="1"/>
            <p:nvPr/>
          </p:nvSpPr>
          <p:spPr>
            <a:xfrm>
              <a:off x="4643595" y="4795102"/>
              <a:ext cx="3210113" cy="335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400" dirty="0"/>
                <a:t>Dropbox 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400" dirty="0"/>
                <a:t>Google Drive 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400" dirty="0"/>
                <a:t>Google Docs 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400" dirty="0"/>
                <a:t>MS Sky Drive (free) 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400" dirty="0"/>
                <a:t>Microsoft 365 (paid version) 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405C0B9-DB39-03FB-A9FC-3992B2085B62}"/>
                </a:ext>
              </a:extLst>
            </p:cNvPr>
            <p:cNvSpPr/>
            <p:nvPr/>
          </p:nvSpPr>
          <p:spPr>
            <a:xfrm>
              <a:off x="7664004" y="3263599"/>
              <a:ext cx="2536581" cy="114642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>
                  <a:solidFill>
                    <a:schemeClr val="tx1"/>
                  </a:solidFill>
                </a:rPr>
                <a:t>Online Data Collection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6CF7FA2-56D0-8E40-483F-DE2DABBF2D08}"/>
                </a:ext>
              </a:extLst>
            </p:cNvPr>
            <p:cNvSpPr txBox="1"/>
            <p:nvPr/>
          </p:nvSpPr>
          <p:spPr>
            <a:xfrm>
              <a:off x="7853708" y="4777564"/>
              <a:ext cx="3285782" cy="1697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IN" sz="2400" dirty="0"/>
                <a:t>Online forms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IN" sz="2400" dirty="0"/>
                <a:t>Online questionnaires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IN" sz="2400" dirty="0"/>
                <a:t>Online surveys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DF3DF02-A9A3-A167-672E-C52A7C3B4A8F}"/>
                </a:ext>
              </a:extLst>
            </p:cNvPr>
            <p:cNvSpPr/>
            <p:nvPr/>
          </p:nvSpPr>
          <p:spPr>
            <a:xfrm>
              <a:off x="11756880" y="2584885"/>
              <a:ext cx="887630" cy="51468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6550EB6-2079-6AEF-5548-968BF00939B0}"/>
                </a:ext>
              </a:extLst>
            </p:cNvPr>
            <p:cNvSpPr/>
            <p:nvPr/>
          </p:nvSpPr>
          <p:spPr>
            <a:xfrm>
              <a:off x="10797044" y="3268782"/>
              <a:ext cx="2842704" cy="114642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>
                  <a:solidFill>
                    <a:schemeClr val="tx1"/>
                  </a:solidFill>
                </a:rPr>
                <a:t>Collaboration and Writing Tools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036D014-1CAF-EC58-1DE4-001CFAF3A712}"/>
                </a:ext>
              </a:extLst>
            </p:cNvPr>
            <p:cNvSpPr txBox="1"/>
            <p:nvPr/>
          </p:nvSpPr>
          <p:spPr>
            <a:xfrm>
              <a:off x="11241048" y="4777899"/>
              <a:ext cx="2842703" cy="2805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400" dirty="0"/>
                <a:t>Skype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400" dirty="0"/>
                <a:t>Google Hangouts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400" dirty="0"/>
                <a:t>Google Docs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2400" dirty="0"/>
                <a:t>Microsoft OneDrive</a:t>
              </a:r>
              <a:endParaRPr lang="en-IN" sz="240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D092B20-EBE2-059D-ADE6-76ABED765E5A}"/>
                </a:ext>
              </a:extLst>
            </p:cNvPr>
            <p:cNvSpPr/>
            <p:nvPr/>
          </p:nvSpPr>
          <p:spPr>
            <a:xfrm>
              <a:off x="15098038" y="2655400"/>
              <a:ext cx="887630" cy="51468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A93789B-6784-FB39-FC53-487236F0150C}"/>
                </a:ext>
              </a:extLst>
            </p:cNvPr>
            <p:cNvSpPr/>
            <p:nvPr/>
          </p:nvSpPr>
          <p:spPr>
            <a:xfrm>
              <a:off x="14068994" y="3263599"/>
              <a:ext cx="3092784" cy="114307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>
                  <a:solidFill>
                    <a:schemeClr val="tx1"/>
                  </a:solidFill>
                </a:rPr>
                <a:t>Modern Research Tools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5D14081-BCA0-03EA-B573-F67906C21370}"/>
                </a:ext>
              </a:extLst>
            </p:cNvPr>
            <p:cNvSpPr txBox="1"/>
            <p:nvPr/>
          </p:nvSpPr>
          <p:spPr>
            <a:xfrm>
              <a:off x="14600366" y="4832655"/>
              <a:ext cx="2030039" cy="2805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IN" sz="2400" dirty="0"/>
                <a:t>Zotero 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IN" sz="2400" dirty="0"/>
                <a:t>Evernote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IN" sz="2400" dirty="0"/>
                <a:t>Mendeley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IN" sz="2400" dirty="0"/>
                <a:t>RefWorks</a:t>
              </a:r>
            </a:p>
            <a:p>
              <a:pPr>
                <a:lnSpc>
                  <a:spcPct val="150000"/>
                </a:lnSpc>
              </a:pPr>
              <a:endParaRPr lang="en-IN" sz="2400" dirty="0"/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22511852-E1DB-D713-BEDF-0B469612AF43}"/>
              </a:ext>
            </a:extLst>
          </p:cNvPr>
          <p:cNvSpPr/>
          <p:nvPr/>
        </p:nvSpPr>
        <p:spPr>
          <a:xfrm>
            <a:off x="8669171" y="2616795"/>
            <a:ext cx="762000" cy="4572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F0B959-7E31-B470-89DE-5628C69863F1}"/>
              </a:ext>
            </a:extLst>
          </p:cNvPr>
          <p:cNvSpPr txBox="1"/>
          <p:nvPr/>
        </p:nvSpPr>
        <p:spPr>
          <a:xfrm>
            <a:off x="1455158" y="4760706"/>
            <a:ext cx="2743200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Google (popular search engine)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Yahoo!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Webcrawler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Excite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/>
              <a:t>Altavista</a:t>
            </a:r>
          </a:p>
        </p:txBody>
      </p:sp>
    </p:spTree>
    <p:extLst>
      <p:ext uri="{BB962C8B-B14F-4D97-AF65-F5344CB8AC3E}">
        <p14:creationId xmlns:p14="http://schemas.microsoft.com/office/powerpoint/2010/main" val="2836658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BD8E346C-5EB2-3981-5451-31AB3B30782B}"/>
              </a:ext>
            </a:extLst>
          </p:cNvPr>
          <p:cNvGrpSpPr/>
          <p:nvPr/>
        </p:nvGrpSpPr>
        <p:grpSpPr>
          <a:xfrm>
            <a:off x="-1066800" y="-647700"/>
            <a:ext cx="20846428" cy="13929300"/>
            <a:chOff x="-1187530" y="-684856"/>
            <a:chExt cx="20846428" cy="13929300"/>
          </a:xfrm>
        </p:grpSpPr>
        <p:sp>
          <p:nvSpPr>
            <p:cNvPr id="2" name="Freeform 2"/>
            <p:cNvSpPr/>
            <p:nvPr/>
          </p:nvSpPr>
          <p:spPr>
            <a:xfrm rot="-3058308">
              <a:off x="11813674" y="5399221"/>
              <a:ext cx="9085083" cy="6605364"/>
            </a:xfrm>
            <a:custGeom>
              <a:avLst/>
              <a:gdLst/>
              <a:ahLst/>
              <a:cxnLst/>
              <a:rect l="l" t="t" r="r" b="b"/>
              <a:pathLst>
                <a:path w="9085083" h="6605364">
                  <a:moveTo>
                    <a:pt x="0" y="0"/>
                  </a:moveTo>
                  <a:lnTo>
                    <a:pt x="9085083" y="0"/>
                  </a:lnTo>
                  <a:lnTo>
                    <a:pt x="9085083" y="6605364"/>
                  </a:lnTo>
                  <a:lnTo>
                    <a:pt x="0" y="6605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" name="Freeform 3"/>
            <p:cNvSpPr/>
            <p:nvPr/>
          </p:nvSpPr>
          <p:spPr>
            <a:xfrm rot="5400000">
              <a:off x="-1016693" y="-855693"/>
              <a:ext cx="8336814" cy="8678487"/>
            </a:xfrm>
            <a:custGeom>
              <a:avLst/>
              <a:gdLst/>
              <a:ahLst/>
              <a:cxnLst/>
              <a:rect l="l" t="t" r="r" b="b"/>
              <a:pathLst>
                <a:path w="8336814" h="8678487">
                  <a:moveTo>
                    <a:pt x="0" y="0"/>
                  </a:moveTo>
                  <a:lnTo>
                    <a:pt x="8336814" y="0"/>
                  </a:lnTo>
                  <a:lnTo>
                    <a:pt x="8336814" y="8678487"/>
                  </a:lnTo>
                  <a:lnTo>
                    <a:pt x="0" y="8678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435994" y="614919"/>
              <a:ext cx="16992600" cy="9220200"/>
            </a:xfrm>
            <a:custGeom>
              <a:avLst/>
              <a:gdLst/>
              <a:ahLst/>
              <a:cxnLst/>
              <a:rect l="l" t="t" r="r" b="b"/>
              <a:pathLst>
                <a:path w="13329574" h="8601296">
                  <a:moveTo>
                    <a:pt x="0" y="0"/>
                  </a:moveTo>
                  <a:lnTo>
                    <a:pt x="13329574" y="0"/>
                  </a:lnTo>
                  <a:lnTo>
                    <a:pt x="13329574" y="8601296"/>
                  </a:lnTo>
                  <a:lnTo>
                    <a:pt x="0" y="8601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5377787" y="952500"/>
              <a:ext cx="7532427" cy="6365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79"/>
                </a:lnSpc>
                <a:spcBef>
                  <a:spcPct val="0"/>
                </a:spcBef>
              </a:pPr>
              <a:r>
                <a:rPr lang="en-US" sz="3699" b="1" u="none" strike="noStrike" dirty="0">
                  <a:solidFill>
                    <a:srgbClr val="FFF6BE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TOOLS THROUGH INTERNET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13502" y="2076577"/>
              <a:ext cx="2433473" cy="339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FOLDER 05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4068994" y="8477474"/>
              <a:ext cx="1177534" cy="448857"/>
              <a:chOff x="0" y="0"/>
              <a:chExt cx="334083" cy="12734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NEXT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041472" y="8477474"/>
              <a:ext cx="1177534" cy="448857"/>
              <a:chOff x="0" y="0"/>
              <a:chExt cx="334083" cy="12734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BACK</a:t>
                </a:r>
              </a:p>
            </p:txBody>
          </p:sp>
        </p:grp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2CE0EF7-477A-6B30-9E84-C06BAB6896A3}"/>
                </a:ext>
              </a:extLst>
            </p:cNvPr>
            <p:cNvSpPr/>
            <p:nvPr/>
          </p:nvSpPr>
          <p:spPr>
            <a:xfrm>
              <a:off x="2029238" y="2765498"/>
              <a:ext cx="768528" cy="5334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6C5C734-E605-0B40-6163-5F729B64F246}"/>
                </a:ext>
              </a:extLst>
            </p:cNvPr>
            <p:cNvSpPr/>
            <p:nvPr/>
          </p:nvSpPr>
          <p:spPr>
            <a:xfrm>
              <a:off x="1076738" y="3507114"/>
              <a:ext cx="2673528" cy="11839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Literature Search</a:t>
              </a:r>
              <a:endParaRPr lang="en-IN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08DDE9C-F2E8-EDE3-5E13-5C6430283578}"/>
                </a:ext>
              </a:extLst>
            </p:cNvPr>
            <p:cNvSpPr txBox="1"/>
            <p:nvPr/>
          </p:nvSpPr>
          <p:spPr>
            <a:xfrm>
              <a:off x="1269881" y="4838273"/>
              <a:ext cx="2673528" cy="3231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IN" sz="2400" dirty="0"/>
                <a:t>Google Scholar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IN" sz="2400" dirty="0"/>
                <a:t>PubMed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IN" sz="2400" dirty="0"/>
                <a:t>Scopus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IN" sz="2400" dirty="0"/>
                <a:t>Web of Science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IN" sz="2400" dirty="0"/>
                <a:t>ScienceDirect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endParaRPr lang="en-IN" sz="24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15248B2-173A-DDE2-6BF1-61327B10CB7D}"/>
              </a:ext>
            </a:extLst>
          </p:cNvPr>
          <p:cNvGrpSpPr/>
          <p:nvPr/>
        </p:nvGrpSpPr>
        <p:grpSpPr>
          <a:xfrm>
            <a:off x="-1187530" y="-684856"/>
            <a:ext cx="20846428" cy="13929300"/>
            <a:chOff x="-1187530" y="-684856"/>
            <a:chExt cx="20846428" cy="13929300"/>
          </a:xfrm>
        </p:grpSpPr>
        <p:sp>
          <p:nvSpPr>
            <p:cNvPr id="2" name="Freeform 2"/>
            <p:cNvSpPr/>
            <p:nvPr/>
          </p:nvSpPr>
          <p:spPr>
            <a:xfrm rot="-3058308">
              <a:off x="11813674" y="5399221"/>
              <a:ext cx="9085083" cy="6605364"/>
            </a:xfrm>
            <a:custGeom>
              <a:avLst/>
              <a:gdLst/>
              <a:ahLst/>
              <a:cxnLst/>
              <a:rect l="l" t="t" r="r" b="b"/>
              <a:pathLst>
                <a:path w="9085083" h="6605364">
                  <a:moveTo>
                    <a:pt x="0" y="0"/>
                  </a:moveTo>
                  <a:lnTo>
                    <a:pt x="9085083" y="0"/>
                  </a:lnTo>
                  <a:lnTo>
                    <a:pt x="9085083" y="6605364"/>
                  </a:lnTo>
                  <a:lnTo>
                    <a:pt x="0" y="6605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" name="Freeform 3"/>
            <p:cNvSpPr/>
            <p:nvPr/>
          </p:nvSpPr>
          <p:spPr>
            <a:xfrm rot="5400000">
              <a:off x="-1016693" y="-855693"/>
              <a:ext cx="8336814" cy="8678487"/>
            </a:xfrm>
            <a:custGeom>
              <a:avLst/>
              <a:gdLst/>
              <a:ahLst/>
              <a:cxnLst/>
              <a:rect l="l" t="t" r="r" b="b"/>
              <a:pathLst>
                <a:path w="8336814" h="8678487">
                  <a:moveTo>
                    <a:pt x="0" y="0"/>
                  </a:moveTo>
                  <a:lnTo>
                    <a:pt x="8336814" y="0"/>
                  </a:lnTo>
                  <a:lnTo>
                    <a:pt x="8336814" y="8678487"/>
                  </a:lnTo>
                  <a:lnTo>
                    <a:pt x="0" y="8678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286000" y="929181"/>
              <a:ext cx="13329574" cy="8601296"/>
            </a:xfrm>
            <a:custGeom>
              <a:avLst/>
              <a:gdLst/>
              <a:ahLst/>
              <a:cxnLst/>
              <a:rect l="l" t="t" r="r" b="b"/>
              <a:pathLst>
                <a:path w="13329574" h="8601296">
                  <a:moveTo>
                    <a:pt x="0" y="0"/>
                  </a:moveTo>
                  <a:lnTo>
                    <a:pt x="13329574" y="0"/>
                  </a:lnTo>
                  <a:lnTo>
                    <a:pt x="13329574" y="8601296"/>
                  </a:lnTo>
                  <a:lnTo>
                    <a:pt x="0" y="8601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6100776" y="1138861"/>
              <a:ext cx="6219527" cy="6365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79"/>
                </a:lnSpc>
                <a:spcBef>
                  <a:spcPct val="0"/>
                </a:spcBef>
              </a:pPr>
              <a:r>
                <a:rPr lang="en-US" sz="3699" b="1" u="none" strike="noStrike" dirty="0">
                  <a:solidFill>
                    <a:srgbClr val="FFF6BE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CONCLUSION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13502" y="2076577"/>
              <a:ext cx="2433473" cy="339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FOLDER 07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14068994" y="8477474"/>
              <a:ext cx="1177534" cy="448857"/>
              <a:chOff x="0" y="0"/>
              <a:chExt cx="334083" cy="12734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NEXT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041472" y="8477474"/>
              <a:ext cx="1177534" cy="448857"/>
              <a:chOff x="0" y="0"/>
              <a:chExt cx="334083" cy="12734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34083" cy="127347"/>
              </a:xfrm>
              <a:custGeom>
                <a:avLst/>
                <a:gdLst/>
                <a:ahLst/>
                <a:cxnLst/>
                <a:rect l="l" t="t" r="r" b="b"/>
                <a:pathLst>
                  <a:path w="334083" h="127347">
                    <a:moveTo>
                      <a:pt x="63674" y="0"/>
                    </a:moveTo>
                    <a:lnTo>
                      <a:pt x="270410" y="0"/>
                    </a:lnTo>
                    <a:cubicBezTo>
                      <a:pt x="287297" y="0"/>
                      <a:pt x="303493" y="6708"/>
                      <a:pt x="315434" y="18650"/>
                    </a:cubicBezTo>
                    <a:cubicBezTo>
                      <a:pt x="327375" y="30591"/>
                      <a:pt x="334083" y="46786"/>
                      <a:pt x="334083" y="63674"/>
                    </a:cubicBezTo>
                    <a:lnTo>
                      <a:pt x="334083" y="63674"/>
                    </a:lnTo>
                    <a:cubicBezTo>
                      <a:pt x="334083" y="98840"/>
                      <a:pt x="305576" y="127347"/>
                      <a:pt x="270410" y="127347"/>
                    </a:cubicBezTo>
                    <a:lnTo>
                      <a:pt x="63674" y="127347"/>
                    </a:lnTo>
                    <a:cubicBezTo>
                      <a:pt x="28508" y="127347"/>
                      <a:pt x="0" y="98840"/>
                      <a:pt x="0" y="63674"/>
                    </a:cubicBezTo>
                    <a:lnTo>
                      <a:pt x="0" y="63674"/>
                    </a:lnTo>
                    <a:cubicBezTo>
                      <a:pt x="0" y="28508"/>
                      <a:pt x="28508" y="0"/>
                      <a:pt x="63674" y="0"/>
                    </a:cubicBezTo>
                    <a:close/>
                  </a:path>
                </a:pathLst>
              </a:custGeom>
              <a:solidFill>
                <a:srgbClr val="B2D2C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334083" cy="165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82798F"/>
                    </a:solidFill>
                    <a:latin typeface="Comic Sans Bold"/>
                    <a:ea typeface="Comic Sans Bold"/>
                    <a:cs typeface="Comic Sans Bold"/>
                    <a:sym typeface="Comic Sans Bold"/>
                  </a:rPr>
                  <a:t>BACK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9E18A4-28BF-BE1B-4A1E-DC55DB2CC1DB}"/>
                </a:ext>
              </a:extLst>
            </p:cNvPr>
            <p:cNvSpPr txBox="1"/>
            <p:nvPr/>
          </p:nvSpPr>
          <p:spPr>
            <a:xfrm>
              <a:off x="3041471" y="2857500"/>
              <a:ext cx="12205057" cy="2610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2800" dirty="0"/>
                <a:t> Use of computer in research in science is so extensive 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2800" dirty="0"/>
                <a:t> Many research studies cannot be carried out without use of computer </a:t>
              </a:r>
            </a:p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2800" dirty="0"/>
                <a:t>Computer in scientific research is used at all stages of study-from proposal/budget stage to submission/presentation of findings.</a:t>
              </a:r>
              <a:endParaRPr lang="en-IN" sz="28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058308">
            <a:off x="11813674" y="5399221"/>
            <a:ext cx="9085083" cy="6605364"/>
          </a:xfrm>
          <a:custGeom>
            <a:avLst/>
            <a:gdLst/>
            <a:ahLst/>
            <a:cxnLst/>
            <a:rect l="l" t="t" r="r" b="b"/>
            <a:pathLst>
              <a:path w="9085083" h="6605364">
                <a:moveTo>
                  <a:pt x="0" y="0"/>
                </a:moveTo>
                <a:lnTo>
                  <a:pt x="9085083" y="0"/>
                </a:lnTo>
                <a:lnTo>
                  <a:pt x="9085083" y="6605364"/>
                </a:lnTo>
                <a:lnTo>
                  <a:pt x="0" y="6605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1016693" y="-855693"/>
            <a:ext cx="8336814" cy="8678487"/>
          </a:xfrm>
          <a:custGeom>
            <a:avLst/>
            <a:gdLst/>
            <a:ahLst/>
            <a:cxnLst/>
            <a:rect l="l" t="t" r="r" b="b"/>
            <a:pathLst>
              <a:path w="8336814" h="8678487">
                <a:moveTo>
                  <a:pt x="0" y="0"/>
                </a:moveTo>
                <a:lnTo>
                  <a:pt x="8336814" y="0"/>
                </a:lnTo>
                <a:lnTo>
                  <a:pt x="8336814" y="8678487"/>
                </a:lnTo>
                <a:lnTo>
                  <a:pt x="0" y="86784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86000" y="929181"/>
            <a:ext cx="13329574" cy="8601296"/>
          </a:xfrm>
          <a:custGeom>
            <a:avLst/>
            <a:gdLst/>
            <a:ahLst/>
            <a:cxnLst/>
            <a:rect l="l" t="t" r="r" b="b"/>
            <a:pathLst>
              <a:path w="13329574" h="8601296">
                <a:moveTo>
                  <a:pt x="0" y="0"/>
                </a:moveTo>
                <a:lnTo>
                  <a:pt x="13329574" y="0"/>
                </a:lnTo>
                <a:lnTo>
                  <a:pt x="13329574" y="8601296"/>
                </a:lnTo>
                <a:lnTo>
                  <a:pt x="0" y="86012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100776" y="1095674"/>
            <a:ext cx="6219527" cy="636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9"/>
              </a:lnSpc>
              <a:spcBef>
                <a:spcPct val="0"/>
              </a:spcBef>
            </a:pPr>
            <a:r>
              <a:rPr lang="en-US" sz="3699" b="1" dirty="0">
                <a:solidFill>
                  <a:srgbClr val="FFF6BE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References</a:t>
            </a:r>
            <a:endParaRPr lang="en-US" sz="3699" b="1" u="none" strike="noStrike" dirty="0">
              <a:solidFill>
                <a:srgbClr val="FFF6BE"/>
              </a:solidFill>
              <a:latin typeface="Comic Sans Bold"/>
              <a:ea typeface="Comic Sans Bold"/>
              <a:cs typeface="Comic Sans Bold"/>
              <a:sym typeface="Comic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413502" y="2076577"/>
            <a:ext cx="243347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82798F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FOLDER 08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068994" y="8477474"/>
            <a:ext cx="1177534" cy="448857"/>
            <a:chOff x="0" y="0"/>
            <a:chExt cx="334083" cy="1273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4083" cy="127347"/>
            </a:xfrm>
            <a:custGeom>
              <a:avLst/>
              <a:gdLst/>
              <a:ahLst/>
              <a:cxnLst/>
              <a:rect l="l" t="t" r="r" b="b"/>
              <a:pathLst>
                <a:path w="334083" h="127347">
                  <a:moveTo>
                    <a:pt x="63674" y="0"/>
                  </a:moveTo>
                  <a:lnTo>
                    <a:pt x="270410" y="0"/>
                  </a:lnTo>
                  <a:cubicBezTo>
                    <a:pt x="287297" y="0"/>
                    <a:pt x="303493" y="6708"/>
                    <a:pt x="315434" y="18650"/>
                  </a:cubicBezTo>
                  <a:cubicBezTo>
                    <a:pt x="327375" y="30591"/>
                    <a:pt x="334083" y="46786"/>
                    <a:pt x="334083" y="63674"/>
                  </a:cubicBezTo>
                  <a:lnTo>
                    <a:pt x="334083" y="63674"/>
                  </a:lnTo>
                  <a:cubicBezTo>
                    <a:pt x="334083" y="98840"/>
                    <a:pt x="305576" y="127347"/>
                    <a:pt x="270410" y="127347"/>
                  </a:cubicBezTo>
                  <a:lnTo>
                    <a:pt x="63674" y="127347"/>
                  </a:lnTo>
                  <a:cubicBezTo>
                    <a:pt x="28508" y="127347"/>
                    <a:pt x="0" y="98840"/>
                    <a:pt x="0" y="63674"/>
                  </a:cubicBezTo>
                  <a:lnTo>
                    <a:pt x="0" y="63674"/>
                  </a:lnTo>
                  <a:cubicBezTo>
                    <a:pt x="0" y="28508"/>
                    <a:pt x="28508" y="0"/>
                    <a:pt x="63674" y="0"/>
                  </a:cubicBezTo>
                  <a:close/>
                </a:path>
              </a:pathLst>
            </a:custGeom>
            <a:solidFill>
              <a:srgbClr val="B2D2C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34083" cy="165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NEXT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041472" y="8477474"/>
            <a:ext cx="1177534" cy="448857"/>
            <a:chOff x="0" y="0"/>
            <a:chExt cx="334083" cy="1273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4083" cy="127347"/>
            </a:xfrm>
            <a:custGeom>
              <a:avLst/>
              <a:gdLst/>
              <a:ahLst/>
              <a:cxnLst/>
              <a:rect l="l" t="t" r="r" b="b"/>
              <a:pathLst>
                <a:path w="334083" h="127347">
                  <a:moveTo>
                    <a:pt x="63674" y="0"/>
                  </a:moveTo>
                  <a:lnTo>
                    <a:pt x="270410" y="0"/>
                  </a:lnTo>
                  <a:cubicBezTo>
                    <a:pt x="287297" y="0"/>
                    <a:pt x="303493" y="6708"/>
                    <a:pt x="315434" y="18650"/>
                  </a:cubicBezTo>
                  <a:cubicBezTo>
                    <a:pt x="327375" y="30591"/>
                    <a:pt x="334083" y="46786"/>
                    <a:pt x="334083" y="63674"/>
                  </a:cubicBezTo>
                  <a:lnTo>
                    <a:pt x="334083" y="63674"/>
                  </a:lnTo>
                  <a:cubicBezTo>
                    <a:pt x="334083" y="98840"/>
                    <a:pt x="305576" y="127347"/>
                    <a:pt x="270410" y="127347"/>
                  </a:cubicBezTo>
                  <a:lnTo>
                    <a:pt x="63674" y="127347"/>
                  </a:lnTo>
                  <a:cubicBezTo>
                    <a:pt x="28508" y="127347"/>
                    <a:pt x="0" y="98840"/>
                    <a:pt x="0" y="63674"/>
                  </a:cubicBezTo>
                  <a:lnTo>
                    <a:pt x="0" y="63674"/>
                  </a:lnTo>
                  <a:cubicBezTo>
                    <a:pt x="0" y="28508"/>
                    <a:pt x="28508" y="0"/>
                    <a:pt x="63674" y="0"/>
                  </a:cubicBezTo>
                  <a:close/>
                </a:path>
              </a:pathLst>
            </a:custGeom>
            <a:solidFill>
              <a:srgbClr val="B2D2C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34083" cy="165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BACK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89E18A4-28BF-BE1B-4A1E-DC55DB2CC1DB}"/>
              </a:ext>
            </a:extLst>
          </p:cNvPr>
          <p:cNvSpPr txBox="1"/>
          <p:nvPr/>
        </p:nvSpPr>
        <p:spPr>
          <a:xfrm>
            <a:off x="3041471" y="2857500"/>
            <a:ext cx="12205057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[1]	C. R. Kothari, “Research methodology: Methods and techniques,” New Age Int., 2004.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[2]	J. Chamanlal, “Role of computer applications and tools in the scientific research process,” Int. J. Res. Sci. Technol., vol. 3, no. 5, pp. 33–40, 2014.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82890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CAE777A-D989-7BB7-3C13-9E1A78646248}"/>
              </a:ext>
            </a:extLst>
          </p:cNvPr>
          <p:cNvGrpSpPr/>
          <p:nvPr/>
        </p:nvGrpSpPr>
        <p:grpSpPr>
          <a:xfrm>
            <a:off x="-462398" y="-417878"/>
            <a:ext cx="19315602" cy="11224191"/>
            <a:chOff x="-462398" y="-417878"/>
            <a:chExt cx="19315602" cy="11224191"/>
          </a:xfrm>
        </p:grpSpPr>
        <p:sp>
          <p:nvSpPr>
            <p:cNvPr id="2" name="Freeform 2"/>
            <p:cNvSpPr/>
            <p:nvPr/>
          </p:nvSpPr>
          <p:spPr>
            <a:xfrm>
              <a:off x="3668660" y="325340"/>
              <a:ext cx="10950677" cy="9258300"/>
            </a:xfrm>
            <a:custGeom>
              <a:avLst/>
              <a:gdLst/>
              <a:ahLst/>
              <a:cxnLst/>
              <a:rect l="l" t="t" r="r" b="b"/>
              <a:pathLst>
                <a:path w="10950677" h="9258300">
                  <a:moveTo>
                    <a:pt x="0" y="0"/>
                  </a:moveTo>
                  <a:lnTo>
                    <a:pt x="10950678" y="0"/>
                  </a:lnTo>
                  <a:lnTo>
                    <a:pt x="10950678" y="9258300"/>
                  </a:lnTo>
                  <a:lnTo>
                    <a:pt x="0" y="925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" name="Group 3"/>
            <p:cNvGrpSpPr/>
            <p:nvPr/>
          </p:nvGrpSpPr>
          <p:grpSpPr>
            <a:xfrm>
              <a:off x="-364808" y="9578943"/>
              <a:ext cx="19218012" cy="708057"/>
              <a:chOff x="0" y="0"/>
              <a:chExt cx="5061534" cy="18648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061534" cy="186484"/>
              </a:xfrm>
              <a:custGeom>
                <a:avLst/>
                <a:gdLst/>
                <a:ahLst/>
                <a:cxnLst/>
                <a:rect l="l" t="t" r="r" b="b"/>
                <a:pathLst>
                  <a:path w="5061534" h="186484">
                    <a:moveTo>
                      <a:pt x="20545" y="0"/>
                    </a:moveTo>
                    <a:lnTo>
                      <a:pt x="5040989" y="0"/>
                    </a:lnTo>
                    <a:cubicBezTo>
                      <a:pt x="5052336" y="0"/>
                      <a:pt x="5061534" y="9198"/>
                      <a:pt x="5061534" y="20545"/>
                    </a:cubicBezTo>
                    <a:lnTo>
                      <a:pt x="5061534" y="165939"/>
                    </a:lnTo>
                    <a:cubicBezTo>
                      <a:pt x="5061534" y="177286"/>
                      <a:pt x="5052336" y="186484"/>
                      <a:pt x="5040989" y="186484"/>
                    </a:cubicBezTo>
                    <a:lnTo>
                      <a:pt x="20545" y="186484"/>
                    </a:lnTo>
                    <a:cubicBezTo>
                      <a:pt x="15096" y="186484"/>
                      <a:pt x="9871" y="184320"/>
                      <a:pt x="6018" y="180467"/>
                    </a:cubicBezTo>
                    <a:cubicBezTo>
                      <a:pt x="2165" y="176614"/>
                      <a:pt x="0" y="171388"/>
                      <a:pt x="0" y="165939"/>
                    </a:cubicBezTo>
                    <a:lnTo>
                      <a:pt x="0" y="20545"/>
                    </a:lnTo>
                    <a:cubicBezTo>
                      <a:pt x="0" y="15096"/>
                      <a:pt x="2165" y="9871"/>
                      <a:pt x="6018" y="6018"/>
                    </a:cubicBezTo>
                    <a:cubicBezTo>
                      <a:pt x="9871" y="2165"/>
                      <a:pt x="15096" y="0"/>
                      <a:pt x="2054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96650">
                      <a:alpha val="100000"/>
                    </a:srgbClr>
                  </a:gs>
                  <a:gs pos="100000">
                    <a:srgbClr val="B89A86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5061534" cy="2341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-462398" y="6691513"/>
              <a:ext cx="3426506" cy="4114800"/>
            </a:xfrm>
            <a:custGeom>
              <a:avLst/>
              <a:gdLst/>
              <a:ahLst/>
              <a:cxnLst/>
              <a:rect l="l" t="t" r="r" b="b"/>
              <a:pathLst>
                <a:path w="3426506" h="4114800">
                  <a:moveTo>
                    <a:pt x="0" y="0"/>
                  </a:moveTo>
                  <a:lnTo>
                    <a:pt x="3426506" y="0"/>
                  </a:lnTo>
                  <a:lnTo>
                    <a:pt x="3426506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4814014" y="6605788"/>
              <a:ext cx="2445286" cy="3430886"/>
            </a:xfrm>
            <a:custGeom>
              <a:avLst/>
              <a:gdLst/>
              <a:ahLst/>
              <a:cxnLst/>
              <a:rect l="l" t="t" r="r" b="b"/>
              <a:pathLst>
                <a:path w="2445286" h="3430886">
                  <a:moveTo>
                    <a:pt x="0" y="0"/>
                  </a:moveTo>
                  <a:lnTo>
                    <a:pt x="2445286" y="0"/>
                  </a:lnTo>
                  <a:lnTo>
                    <a:pt x="2445286" y="3430886"/>
                  </a:lnTo>
                  <a:lnTo>
                    <a:pt x="0" y="3430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4880615" y="3467100"/>
              <a:ext cx="8727166" cy="12567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9799"/>
                </a:lnSpc>
                <a:spcBef>
                  <a:spcPct val="0"/>
                </a:spcBef>
              </a:pPr>
              <a:r>
                <a:rPr lang="en-US" sz="8800" b="1" u="none" strike="noStrike" dirty="0">
                  <a:solidFill>
                    <a:srgbClr val="82798F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THANK YOU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-462398" y="-417878"/>
              <a:ext cx="2124970" cy="2124970"/>
            </a:xfrm>
            <a:custGeom>
              <a:avLst/>
              <a:gdLst/>
              <a:ahLst/>
              <a:cxnLst/>
              <a:rect l="l" t="t" r="r" b="b"/>
              <a:pathLst>
                <a:path w="2124970" h="2124970">
                  <a:moveTo>
                    <a:pt x="0" y="0"/>
                  </a:moveTo>
                  <a:lnTo>
                    <a:pt x="2124970" y="0"/>
                  </a:lnTo>
                  <a:lnTo>
                    <a:pt x="2124970" y="2124970"/>
                  </a:lnTo>
                  <a:lnTo>
                    <a:pt x="0" y="2124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2DE005F4EFEF4ABB122FA5CC3E42B3" ma:contentTypeVersion="4" ma:contentTypeDescription="Create a new document." ma:contentTypeScope="" ma:versionID="e138d9c9acd5a28633c3cb03c310d7df">
  <xsd:schema xmlns:xsd="http://www.w3.org/2001/XMLSchema" xmlns:xs="http://www.w3.org/2001/XMLSchema" xmlns:p="http://schemas.microsoft.com/office/2006/metadata/properties" xmlns:ns2="5d1431e1-d8bb-424a-8728-245b070c75c6" targetNamespace="http://schemas.microsoft.com/office/2006/metadata/properties" ma:root="true" ma:fieldsID="62b69a8eb5e0403e0c015daacdc41f15" ns2:_="">
    <xsd:import namespace="5d1431e1-d8bb-424a-8728-245b070c75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1431e1-d8bb-424a-8728-245b070c75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F12FE6-2AC8-4026-9567-5C6F0EE4D2C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416BC8F-019E-450C-AD8E-867AAAB88F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295E8-BEBA-4CAA-89DC-67F0EB571A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1431e1-d8bb-424a-8728-245b070c75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960</TotalTime>
  <Words>565</Words>
  <Application>Microsoft Office PowerPoint</Application>
  <PresentationFormat>Custom</PresentationFormat>
  <Paragraphs>183</Paragraphs>
  <Slides>12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Archana Vinod</cp:lastModifiedBy>
  <cp:revision>25</cp:revision>
  <dcterms:created xsi:type="dcterms:W3CDTF">2006-08-16T00:00:00Z</dcterms:created>
  <dcterms:modified xsi:type="dcterms:W3CDTF">2024-11-04T06:49:38Z</dcterms:modified>
  <dc:identifier>DAGT46EtKgE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0x010100662DE005F4EFEF4ABB122FA5CC3E42B3</vt:lpwstr>
  </property>
</Properties>
</file>
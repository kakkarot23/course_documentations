
<file path=[Content_Types].xml><?xml version="1.0" encoding="utf-8"?>
<Types xmlns="http://schemas.openxmlformats.org/package/2006/content-types">
  <Default Extension="png" ContentType="image/png"/>
  <Default Extension="rels" ContentType="application/vnd.openxmlformats-package.relationships+xml"/>
  <Default Extension="xml" ContentType="application/xml"/>
  <Override PartName="/ppt/presentation.xml" ContentType="application/vnd.openxmlformats-officedocument.presentationml.presentation.main+xml"/>
  <Override PartName="/customXml/itemProps1.xml" ContentType="application/vnd.openxmlformats-officedocument.customXmlProperties+xml"/>
  <Override PartName="/customXml/itemProps2.xml" ContentType="application/vnd.openxmlformats-officedocument.customXmlProperties+xml"/>
  <Override PartName="/customXml/itemProps3.xml" ContentType="application/vnd.openxmlformats-officedocument.customXmlProperties+xml"/>
  <Override PartName="/ppt/slideMasters/slideMaster1.xml" ContentType="application/vnd.openxmlformats-officedocument.presentationml.slideMaster+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25.xml" ContentType="application/vnd.openxmlformats-officedocument.presentationml.slide+xml"/>
  <Override PartName="/ppt/slides/slide26.xml" ContentType="application/vnd.openxmlformats-officedocument.presentationml.slide+xml"/>
  <Override PartName="/ppt/slides/slide27.xml" ContentType="application/vnd.openxmlformats-officedocument.presentationml.slide+xml"/>
  <Override PartName="/ppt/slides/slide28.xml" ContentType="application/vnd.openxmlformats-officedocument.presentationml.slide+xml"/>
  <Override PartName="/ppt/slides/slide29.xml" ContentType="application/vnd.openxmlformats-officedocument.presentationml.slide+xml"/>
  <Override PartName="/ppt/slides/slide30.xml" ContentType="application/vnd.openxmlformats-officedocument.presentationml.slide+xml"/>
  <Override PartName="/ppt/slides/slide31.xml" ContentType="application/vnd.openxmlformats-officedocument.presentationml.slide+xml"/>
  <Override PartName="/ppt/slides/slide32.xml" ContentType="application/vnd.openxmlformats-officedocument.presentationml.slide+xml"/>
  <Override PartName="/ppt/slides/slide33.xml" ContentType="application/vnd.openxmlformats-officedocument.presentationml.slide+xml"/>
  <Override PartName="/ppt/slides/slide34.xml" ContentType="application/vnd.openxmlformats-officedocument.presentationml.slide+xml"/>
  <Override PartName="/ppt/slides/slide35.xml" ContentType="application/vnd.openxmlformats-officedocument.presentationml.slide+xml"/>
  <Override PartName="/ppt/slides/slide36.xml" ContentType="application/vnd.openxmlformats-officedocument.presentationml.slide+xml"/>
  <Override PartName="/ppt/notesMasters/notesMaster1.xml" ContentType="application/vnd.openxmlformats-officedocument.presentationml.notesMaster+xml"/>
  <Override PartName="/ppt/handoutMasters/handoutMaster1.xml" ContentType="application/vnd.openxmlformats-officedocument.presentationml.handoutMaster+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12.xml" ContentType="application/vnd.openxmlformats-officedocument.presentationml.slideLayout+xml"/>
  <Override PartName="/ppt/slideLayouts/slideLayout13.xml" ContentType="application/vnd.openxmlformats-officedocument.presentationml.slideLayout+xml"/>
  <Override PartName="/ppt/slideLayouts/slideLayout14.xml" ContentType="application/vnd.openxmlformats-officedocument.presentationml.slideLayout+xml"/>
  <Override PartName="/ppt/slideLayouts/slideLayout15.xml" ContentType="application/vnd.openxmlformats-officedocument.presentationml.slideLayout+xml"/>
  <Override PartName="/ppt/slideLayouts/slideLayout16.xml" ContentType="application/vnd.openxmlformats-officedocument.presentationml.slideLayout+xml"/>
  <Override PartName="/ppt/slideLayouts/slideLayout17.xml" ContentType="application/vnd.openxmlformats-officedocument.presentationml.slideLayout+xml"/>
  <Override PartName="/ppt/slideLayouts/slideLayout18.xml" ContentType="application/vnd.openxmlformats-officedocument.presentationml.slideLayout+xml"/>
  <Override PartName="/ppt/theme/theme2.xml" ContentType="application/vnd.openxmlformats-officedocument.theme+xml"/>
  <Override PartName="/ppt/theme/theme3.xml" ContentType="application/vnd.openxmlformats-officedocument.theme+xml"/>
  <Override PartName="/ppt/revisionInfo.xml" ContentType="application/vnd.ms-powerpoint.revisioninfo+xml"/>
  <Override PartName="/docProps/core.xml" ContentType="application/vnd.openxmlformats-package.core-properties+xml"/>
  <Override PartName="/docProps/app.xml" ContentType="application/vnd.openxmlformats-officedocument.extended-properties+xml"/>
  <Override PartName="/docProps/custom.xml" ContentType="application/vnd.openxmlformats-officedocument.custom-properties+xml"/>
</Types>
</file>

<file path=_rels/.rels><?xml version="1.0" encoding="UTF-8" standalone="yes"?>
<Relationships xmlns="http://schemas.openxmlformats.org/package/2006/relationships"><Relationship Id="rId3" Type="http://schemas.openxmlformats.org/officeDocument/2006/relationships/extended-properties" Target="docProps/app.xml"/><Relationship Id="rId2" Type="http://schemas.openxmlformats.org/package/2006/relationships/metadata/core-properties" Target="docProps/core.xml"/><Relationship Id="rId1" Type="http://schemas.openxmlformats.org/officeDocument/2006/relationships/officeDocument" Target="ppt/presentation.xml"/><Relationship Id="rId4" Type="http://schemas.openxmlformats.org/officeDocument/2006/relationships/custom-properties" Target="docProps/custom.xml"/></Relationships>
</file>

<file path=ppt/presentation.xml><?xml version="1.0" encoding="utf-8"?>
<p:presentation xmlns:a="http://schemas.openxmlformats.org/drawingml/2006/main" xmlns:r="http://schemas.openxmlformats.org/officeDocument/2006/relationships" xmlns:p="http://schemas.openxmlformats.org/presentationml/2006/main" removePersonalInfoOnSave="1" saveSubsetFonts="1" autoCompressPictures="0">
  <p:sldMasterIdLst>
    <p:sldMasterId id="2147483648" r:id="rId4"/>
  </p:sldMasterIdLst>
  <p:notesMasterIdLst>
    <p:notesMasterId r:id="rId41"/>
  </p:notesMasterIdLst>
  <p:handoutMasterIdLst>
    <p:handoutMasterId r:id="rId42"/>
  </p:handoutMasterIdLst>
  <p:sldIdLst>
    <p:sldId id="256" r:id="rId5"/>
    <p:sldId id="320" r:id="rId6"/>
    <p:sldId id="257" r:id="rId7"/>
    <p:sldId id="286" r:id="rId8"/>
    <p:sldId id="318" r:id="rId9"/>
    <p:sldId id="319" r:id="rId10"/>
    <p:sldId id="258" r:id="rId11"/>
    <p:sldId id="287" r:id="rId12"/>
    <p:sldId id="315" r:id="rId13"/>
    <p:sldId id="288" r:id="rId14"/>
    <p:sldId id="312" r:id="rId15"/>
    <p:sldId id="313" r:id="rId16"/>
    <p:sldId id="291" r:id="rId17"/>
    <p:sldId id="304" r:id="rId18"/>
    <p:sldId id="305" r:id="rId19"/>
    <p:sldId id="306" r:id="rId20"/>
    <p:sldId id="317" r:id="rId21"/>
    <p:sldId id="307" r:id="rId22"/>
    <p:sldId id="308" r:id="rId23"/>
    <p:sldId id="309" r:id="rId24"/>
    <p:sldId id="310" r:id="rId25"/>
    <p:sldId id="292" r:id="rId26"/>
    <p:sldId id="293" r:id="rId27"/>
    <p:sldId id="294" r:id="rId28"/>
    <p:sldId id="296" r:id="rId29"/>
    <p:sldId id="297" r:id="rId30"/>
    <p:sldId id="295" r:id="rId31"/>
    <p:sldId id="298" r:id="rId32"/>
    <p:sldId id="299" r:id="rId33"/>
    <p:sldId id="300" r:id="rId34"/>
    <p:sldId id="266" r:id="rId35"/>
    <p:sldId id="301" r:id="rId36"/>
    <p:sldId id="302" r:id="rId37"/>
    <p:sldId id="303" r:id="rId38"/>
    <p:sldId id="316" r:id="rId39"/>
    <p:sldId id="268" r:id="rId40"/>
  </p:sldIdLst>
  <p:sldSz cx="12192000" cy="6858000"/>
  <p:notesSz cx="6858000" cy="9144000"/>
  <p:defaultText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extLst>
    <p:ext uri="{EFAFB233-063F-42B5-8137-9DF3F51BA10A}">
      <p15:sldGuideLst xmlns:p15="http://schemas.microsoft.com/office/powerpoint/2012/main">
        <p15:guide id="1" orient="horz" pos="2160" userDrawn="1">
          <p15:clr>
            <a:srgbClr val="A4A3A4"/>
          </p15:clr>
        </p15:guide>
        <p15:guide id="2" pos="3840" userDrawn="1">
          <p15:clr>
            <a:srgbClr val="A4A3A4"/>
          </p15:clr>
        </p15:guide>
      </p15:sldGuideLst>
    </p:ext>
    <p:ext uri="{2D200454-40CA-4A62-9FC3-DE9A4176ACB9}">
      <p15:notesGuideLst xmlns:p15="http://schemas.microsoft.com/office/powerpoint/2012/main"/>
    </p:ext>
  </p:extLst>
</p:presentation>
</file>

<file path=ppt/presProps.xml><?xml version="1.0" encoding="utf-8"?>
<p:presentationPr xmlns:a="http://schemas.openxmlformats.org/drawingml/2006/main" xmlns:r="http://schemas.openxmlformats.org/officeDocument/2006/relationships" xmlns:p="http://schemas.openxmlformats.org/presentationml/2006/main">
  <p:showPr showNarration="1">
    <p:present/>
    <p:sldAll/>
    <p:penClr>
      <a:prstClr val="red"/>
    </p:penClr>
    <p:extLst>
      <p:ext uri="{EC167BDD-8182-4AB7-AECC-EB403E3ABB37}">
        <p14:laserClr xmlns:p14="http://schemas.microsoft.com/office/powerpoint/2010/main">
          <a:srgbClr val="FF0000"/>
        </p14:laserClr>
      </p:ext>
      <p:ext uri="{2FDB2607-1784-4EEB-B798-7EB5836EED8A}">
        <p14:showMediaCtrls xmlns:p14="http://schemas.microsoft.com/office/powerpoint/2010/main" val="1"/>
      </p:ext>
    </p:extLst>
  </p:showPr>
  <p:clrMru>
    <a:srgbClr val="103350"/>
    <a:srgbClr val="0C4360"/>
    <a:srgbClr val="1B6872"/>
    <a:srgbClr val="63B7C6"/>
    <a:srgbClr val="002136"/>
    <a:srgbClr val="0C75AC"/>
    <a:srgbClr val="00243A"/>
  </p:clrMru>
  <p:extLst>
    <p:ext uri="{E76CE94A-603C-4142-B9EB-6D1370010A27}">
      <p14:discardImageEditData xmlns:p14="http://schemas.microsoft.com/office/powerpoint/2010/main" val="0"/>
    </p:ext>
    <p:ext uri="{D31A062A-798A-4329-ABDD-BBA856620510}">
      <p14:defaultImageDpi xmlns:p14="http://schemas.microsoft.com/office/powerpoint/2010/main" val="32767"/>
    </p:ext>
    <p:ext uri="{FD5EFAAD-0ECE-453E-9831-46B23BE46B34}">
      <p15:chartTrackingRefBased xmlns:p15="http://schemas.microsoft.com/office/powerpoint/2012/main" val="1"/>
    </p:ext>
  </p:extLst>
</p:presentationPr>
</file>

<file path=ppt/revisionInfo.xml><?xml version="1.0" encoding="utf-8"?>
<p1510:revInfo xmlns:a="http://schemas.openxmlformats.org/drawingml/2006/main" xmlns:r="http://schemas.openxmlformats.org/officeDocument/2006/relationships" xmlns:p1510="http://schemas.microsoft.com/office/powerpoint/2015/10/main">
  <p1510:revLst>
    <p1510:client id="{5E8492CA-A953-372B-9F93-518F19B4375A}" v="1" dt="2024-11-28T09:49:12.960"/>
  </p1510:revLst>
</p1510:revInfo>
</file>

<file path=ppt/tableStyles.xml><?xml version="1.0" encoding="utf-8"?>
<a:tblStyleLst xmlns:a="http://schemas.openxmlformats.org/drawingml/2006/main" def="{5C22544A-7EE6-4342-B048-85BDC9FD1C3A}">
  <a:tblStyle styleId="{5C22544A-7EE6-4342-B048-85BDC9FD1C3A}" styleName="Medium Style 2 - Accent 1">
    <a:wholeTbl>
      <a:tcTxStyle>
        <a:fontRef idx="minor">
          <a:prstClr val="black"/>
        </a:fontRef>
        <a:schemeClr val="dk1"/>
      </a:tcTxStyle>
      <a:tcStyle>
        <a:tcBdr>
          <a:left>
            <a:ln w="12700" cmpd="sng">
              <a:solidFill>
                <a:schemeClr val="lt1"/>
              </a:solidFill>
            </a:ln>
          </a:left>
          <a:right>
            <a:ln w="12700" cmpd="sng">
              <a:solidFill>
                <a:schemeClr val="lt1"/>
              </a:solidFill>
            </a:ln>
          </a:right>
          <a:top>
            <a:ln w="12700" cmpd="sng">
              <a:solidFill>
                <a:schemeClr val="lt1"/>
              </a:solidFill>
            </a:ln>
          </a:top>
          <a:bottom>
            <a:ln w="12700" cmpd="sng">
              <a:solidFill>
                <a:schemeClr val="lt1"/>
              </a:solidFill>
            </a:ln>
          </a:bottom>
          <a:insideH>
            <a:ln w="12700" cmpd="sng">
              <a:solidFill>
                <a:schemeClr val="lt1"/>
              </a:solidFill>
            </a:ln>
          </a:insideH>
          <a:insideV>
            <a:ln w="12700" cmpd="sng">
              <a:solidFill>
                <a:schemeClr val="lt1"/>
              </a:solidFill>
            </a:ln>
          </a:insideV>
        </a:tcBdr>
        <a:fill>
          <a:solidFill>
            <a:schemeClr val="accent1">
              <a:tint val="20000"/>
            </a:schemeClr>
          </a:solidFill>
        </a:fill>
      </a:tcStyle>
    </a:wholeTbl>
    <a:band1H>
      <a:tcStyle>
        <a:tcBdr/>
        <a:fill>
          <a:solidFill>
            <a:schemeClr val="accent1">
              <a:tint val="40000"/>
            </a:schemeClr>
          </a:solidFill>
        </a:fill>
      </a:tcStyle>
    </a:band1H>
    <a:band2H>
      <a:tcStyle>
        <a:tcBdr/>
      </a:tcStyle>
    </a:band2H>
    <a:band1V>
      <a:tcStyle>
        <a:tcBdr/>
        <a:fill>
          <a:solidFill>
            <a:schemeClr val="accent1">
              <a:tint val="40000"/>
            </a:schemeClr>
          </a:solidFill>
        </a:fill>
      </a:tcStyle>
    </a:band1V>
    <a:band2V>
      <a:tcStyle>
        <a:tcBdr/>
      </a:tcStyle>
    </a:band2V>
    <a:lastCol>
      <a:tcTxStyle b="on">
        <a:fontRef idx="minor">
          <a:prstClr val="black"/>
        </a:fontRef>
        <a:schemeClr val="lt1"/>
      </a:tcTxStyle>
      <a:tcStyle>
        <a:tcBdr/>
        <a:fill>
          <a:solidFill>
            <a:schemeClr val="accent1"/>
          </a:solidFill>
        </a:fill>
      </a:tcStyle>
    </a:lastCol>
    <a:firstCol>
      <a:tcTxStyle b="on">
        <a:fontRef idx="minor">
          <a:prstClr val="black"/>
        </a:fontRef>
        <a:schemeClr val="lt1"/>
      </a:tcTxStyle>
      <a:tcStyle>
        <a:tcBdr/>
        <a:fill>
          <a:solidFill>
            <a:schemeClr val="accent1"/>
          </a:solidFill>
        </a:fill>
      </a:tcStyle>
    </a:firstCol>
    <a:lastRow>
      <a:tcTxStyle b="on">
        <a:fontRef idx="minor">
          <a:prstClr val="black"/>
        </a:fontRef>
        <a:schemeClr val="lt1"/>
      </a:tcTxStyle>
      <a:tcStyle>
        <a:tcBdr>
          <a:top>
            <a:ln w="38100" cmpd="sng">
              <a:solidFill>
                <a:schemeClr val="lt1"/>
              </a:solidFill>
            </a:ln>
          </a:top>
        </a:tcBdr>
        <a:fill>
          <a:solidFill>
            <a:schemeClr val="accent1"/>
          </a:solidFill>
        </a:fill>
      </a:tcStyle>
    </a:lastRow>
    <a:firstRow>
      <a:tcTxStyle b="on">
        <a:fontRef idx="minor">
          <a:prstClr val="black"/>
        </a:fontRef>
        <a:schemeClr val="lt1"/>
      </a:tcTxStyle>
      <a:tcStyle>
        <a:tcBdr>
          <a:bottom>
            <a:ln w="38100" cmpd="sng">
              <a:solidFill>
                <a:schemeClr val="lt1"/>
              </a:solidFill>
            </a:ln>
          </a:bottom>
        </a:tcBdr>
        <a:fill>
          <a:solidFill>
            <a:schemeClr val="accent1"/>
          </a:solidFill>
        </a:fill>
      </a:tcStyle>
    </a:firstRow>
  </a:tblStyle>
  <a:tblStyle styleId="{35758FB7-9AC5-4552-8A53-C91805E547FA}" styleName="Themed Style 1 - Accent 5">
    <a:tblBg>
      <a:fillRef idx="2">
        <a:schemeClr val="accent5"/>
      </a:fillRef>
      <a:effectRef idx="1">
        <a:schemeClr val="accent5"/>
      </a:effectRef>
    </a:tblBg>
    <a:wholeTbl>
      <a:tcTxStyle>
        <a:fontRef idx="minor">
          <a:scrgbClr r="0" g="0" b="0"/>
        </a:fontRef>
        <a:schemeClr val="dk1"/>
      </a:tcTxStyle>
      <a:tcStyle>
        <a:tcBdr>
          <a:left>
            <a:lnRef idx="1">
              <a:schemeClr val="accent5"/>
            </a:lnRef>
          </a:left>
          <a:right>
            <a:lnRef idx="1">
              <a:schemeClr val="accent5"/>
            </a:lnRef>
          </a:right>
          <a:top>
            <a:lnRef idx="1">
              <a:schemeClr val="accent5"/>
            </a:lnRef>
          </a:top>
          <a:bottom>
            <a:lnRef idx="1">
              <a:schemeClr val="accent5"/>
            </a:lnRef>
          </a:bottom>
          <a:insideH>
            <a:lnRef idx="1">
              <a:schemeClr val="accent5"/>
            </a:lnRef>
          </a:insideH>
          <a:insideV>
            <a:lnRef idx="1">
              <a:schemeClr val="accent5"/>
            </a:lnRef>
          </a:insideV>
        </a:tcBdr>
        <a:fill>
          <a:noFill/>
        </a:fill>
      </a:tcStyle>
    </a:wholeTbl>
    <a:band1H>
      <a:tcStyle>
        <a:tcBdr/>
        <a:fill>
          <a:solidFill>
            <a:schemeClr val="accent5">
              <a:alpha val="40000"/>
            </a:schemeClr>
          </a:solidFill>
        </a:fill>
      </a:tcStyle>
    </a:band1H>
    <a:band2H>
      <a:tcStyle>
        <a:tcBdr/>
      </a:tcStyle>
    </a:band2H>
    <a:band1V>
      <a:tcStyle>
        <a:tcBdr>
          <a:top>
            <a:lnRef idx="1">
              <a:schemeClr val="accent5"/>
            </a:lnRef>
          </a:top>
          <a:bottom>
            <a:lnRef idx="1">
              <a:schemeClr val="accent5"/>
            </a:lnRef>
          </a:bottom>
        </a:tcBdr>
        <a:fill>
          <a:solidFill>
            <a:schemeClr val="accent5">
              <a:alpha val="40000"/>
            </a:schemeClr>
          </a:solidFill>
        </a:fill>
      </a:tcStyle>
    </a:band1V>
    <a:band2V>
      <a:tcStyle>
        <a:tcBdr/>
      </a:tcStyle>
    </a:band2V>
    <a:lastCol>
      <a:tcTxStyle b="on"/>
      <a:tcStyle>
        <a:tcBdr>
          <a:left>
            <a:lnRef idx="2">
              <a:schemeClr val="accent5"/>
            </a:lnRef>
          </a:left>
          <a:right>
            <a:lnRef idx="1">
              <a:schemeClr val="accent5"/>
            </a:lnRef>
          </a:right>
          <a:top>
            <a:lnRef idx="1">
              <a:schemeClr val="accent5"/>
            </a:lnRef>
          </a:top>
          <a:bottom>
            <a:lnRef idx="1">
              <a:schemeClr val="accent5"/>
            </a:lnRef>
          </a:bottom>
          <a:insideH>
            <a:lnRef idx="1">
              <a:schemeClr val="accent5"/>
            </a:lnRef>
          </a:insideH>
          <a:insideV>
            <a:ln>
              <a:noFill/>
            </a:ln>
          </a:insideV>
        </a:tcBdr>
      </a:tcStyle>
    </a:lastCol>
    <a:firstCol>
      <a:tcTxStyle b="on"/>
      <a:tcStyle>
        <a:tcBdr>
          <a:left>
            <a:lnRef idx="1">
              <a:schemeClr val="accent5"/>
            </a:lnRef>
          </a:left>
          <a:right>
            <a:lnRef idx="2">
              <a:schemeClr val="accent5"/>
            </a:lnRef>
          </a:right>
          <a:top>
            <a:lnRef idx="1">
              <a:schemeClr val="accent5"/>
            </a:lnRef>
          </a:top>
          <a:bottom>
            <a:lnRef idx="1">
              <a:schemeClr val="accent5"/>
            </a:lnRef>
          </a:bottom>
          <a:insideH>
            <a:lnRef idx="1">
              <a:schemeClr val="accent5"/>
            </a:lnRef>
          </a:insideH>
          <a:insideV>
            <a:ln>
              <a:noFill/>
            </a:ln>
          </a:insideV>
        </a:tcBdr>
      </a:tcStyle>
    </a:firstCol>
    <a:lastRow>
      <a:tcTxStyle b="on"/>
      <a:tcStyle>
        <a:tcBdr>
          <a:left>
            <a:lnRef idx="1">
              <a:schemeClr val="accent5"/>
            </a:lnRef>
          </a:left>
          <a:right>
            <a:lnRef idx="1">
              <a:schemeClr val="accent5"/>
            </a:lnRef>
          </a:right>
          <a:top>
            <a:lnRef idx="2">
              <a:schemeClr val="accent5"/>
            </a:lnRef>
          </a:top>
          <a:bottom>
            <a:lnRef idx="2">
              <a:schemeClr val="accent5"/>
            </a:lnRef>
          </a:bottom>
          <a:insideH>
            <a:ln>
              <a:noFill/>
            </a:ln>
          </a:insideH>
          <a:insideV>
            <a:ln>
              <a:noFill/>
            </a:ln>
          </a:insideV>
        </a:tcBdr>
        <a:fill>
          <a:noFill/>
        </a:fill>
      </a:tcStyle>
    </a:lastRow>
    <a:firstRow>
      <a:tcTxStyle b="on">
        <a:fontRef idx="minor">
          <a:scrgbClr r="0" g="0" b="0"/>
        </a:fontRef>
        <a:schemeClr val="lt1"/>
      </a:tcTxStyle>
      <a:tcStyle>
        <a:tcBdr>
          <a:left>
            <a:lnRef idx="1">
              <a:schemeClr val="accent5"/>
            </a:lnRef>
          </a:left>
          <a:right>
            <a:lnRef idx="1">
              <a:schemeClr val="accent5"/>
            </a:lnRef>
          </a:right>
          <a:top>
            <a:lnRef idx="1">
              <a:schemeClr val="accent5"/>
            </a:lnRef>
          </a:top>
          <a:bottom>
            <a:lnRef idx="2">
              <a:schemeClr val="lt1"/>
            </a:lnRef>
          </a:bottom>
          <a:insideH>
            <a:ln>
              <a:noFill/>
            </a:ln>
          </a:insideH>
          <a:insideV>
            <a:ln>
              <a:noFill/>
            </a:ln>
          </a:insideV>
        </a:tcBdr>
        <a:fill>
          <a:solidFill>
            <a:schemeClr val="accent5"/>
          </a:solidFill>
        </a:fill>
      </a:tcStyle>
    </a:firstRow>
  </a:tblStyle>
  <a:tblStyle styleId="{21E4AEA4-8DFA-4A89-87EB-49C32662AFE0}" styleName="Medium Style 2 - Accent 2">
    <a:wholeTbl>
      <a:tcTxStyle>
        <a:fontRef idx="minor">
          <a:prstClr val="black"/>
        </a:fontRef>
        <a:schemeClr val="dk1"/>
      </a:tcTxStyle>
      <a:tcStyle>
        <a:tcBdr>
          <a:left>
            <a:ln w="12700" cmpd="sng">
              <a:solidFill>
                <a:schemeClr val="lt1"/>
              </a:solidFill>
            </a:ln>
          </a:left>
          <a:right>
            <a:ln w="12700" cmpd="sng">
              <a:solidFill>
                <a:schemeClr val="lt1"/>
              </a:solidFill>
            </a:ln>
          </a:right>
          <a:top>
            <a:ln w="12700" cmpd="sng">
              <a:solidFill>
                <a:schemeClr val="lt1"/>
              </a:solidFill>
            </a:ln>
          </a:top>
          <a:bottom>
            <a:ln w="12700" cmpd="sng">
              <a:solidFill>
                <a:schemeClr val="lt1"/>
              </a:solidFill>
            </a:ln>
          </a:bottom>
          <a:insideH>
            <a:ln w="12700" cmpd="sng">
              <a:solidFill>
                <a:schemeClr val="lt1"/>
              </a:solidFill>
            </a:ln>
          </a:insideH>
          <a:insideV>
            <a:ln w="12700" cmpd="sng">
              <a:solidFill>
                <a:schemeClr val="lt1"/>
              </a:solidFill>
            </a:ln>
          </a:insideV>
        </a:tcBdr>
        <a:fill>
          <a:solidFill>
            <a:schemeClr val="accent2">
              <a:tint val="20000"/>
            </a:schemeClr>
          </a:solidFill>
        </a:fill>
      </a:tcStyle>
    </a:wholeTbl>
    <a:band1H>
      <a:tcStyle>
        <a:tcBdr/>
        <a:fill>
          <a:solidFill>
            <a:schemeClr val="accent2">
              <a:tint val="40000"/>
            </a:schemeClr>
          </a:solidFill>
        </a:fill>
      </a:tcStyle>
    </a:band1H>
    <a:band2H>
      <a:tcStyle>
        <a:tcBdr/>
      </a:tcStyle>
    </a:band2H>
    <a:band1V>
      <a:tcStyle>
        <a:tcBdr/>
        <a:fill>
          <a:solidFill>
            <a:schemeClr val="accent2">
              <a:tint val="40000"/>
            </a:schemeClr>
          </a:solidFill>
        </a:fill>
      </a:tcStyle>
    </a:band1V>
    <a:band2V>
      <a:tcStyle>
        <a:tcBdr/>
      </a:tcStyle>
    </a:band2V>
    <a:lastCol>
      <a:tcTxStyle b="on">
        <a:fontRef idx="minor">
          <a:prstClr val="black"/>
        </a:fontRef>
        <a:schemeClr val="lt1"/>
      </a:tcTxStyle>
      <a:tcStyle>
        <a:tcBdr/>
        <a:fill>
          <a:solidFill>
            <a:schemeClr val="accent2"/>
          </a:solidFill>
        </a:fill>
      </a:tcStyle>
    </a:lastCol>
    <a:firstCol>
      <a:tcTxStyle b="on">
        <a:fontRef idx="minor">
          <a:prstClr val="black"/>
        </a:fontRef>
        <a:schemeClr val="lt1"/>
      </a:tcTxStyle>
      <a:tcStyle>
        <a:tcBdr/>
        <a:fill>
          <a:solidFill>
            <a:schemeClr val="accent2"/>
          </a:solidFill>
        </a:fill>
      </a:tcStyle>
    </a:firstCol>
    <a:lastRow>
      <a:tcTxStyle b="on">
        <a:fontRef idx="minor">
          <a:prstClr val="black"/>
        </a:fontRef>
        <a:schemeClr val="lt1"/>
      </a:tcTxStyle>
      <a:tcStyle>
        <a:tcBdr>
          <a:top>
            <a:ln w="38100" cmpd="sng">
              <a:solidFill>
                <a:schemeClr val="lt1"/>
              </a:solidFill>
            </a:ln>
          </a:top>
        </a:tcBdr>
        <a:fill>
          <a:solidFill>
            <a:schemeClr val="accent2"/>
          </a:solidFill>
        </a:fill>
      </a:tcStyle>
    </a:lastRow>
    <a:firstRow>
      <a:tcTxStyle b="on">
        <a:fontRef idx="minor">
          <a:prstClr val="black"/>
        </a:fontRef>
        <a:schemeClr val="lt1"/>
      </a:tcTxStyle>
      <a:tcStyle>
        <a:tcBdr>
          <a:bottom>
            <a:ln w="38100" cmpd="sng">
              <a:solidFill>
                <a:schemeClr val="lt1"/>
              </a:solidFill>
            </a:ln>
          </a:bottom>
        </a:tcBdr>
        <a:fill>
          <a:solidFill>
            <a:schemeClr val="accent2"/>
          </a:solidFill>
        </a:fill>
      </a:tcStyle>
    </a:firstRow>
  </a:tblStyle>
  <a:tblStyle styleId="{00A15C55-8517-42AA-B614-E9B94910E393}" styleName="Medium Style 2 - Accent 4">
    <a:wholeTbl>
      <a:tcTxStyle>
        <a:fontRef idx="minor">
          <a:prstClr val="black"/>
        </a:fontRef>
        <a:schemeClr val="dk1"/>
      </a:tcTxStyle>
      <a:tcStyle>
        <a:tcBdr>
          <a:left>
            <a:ln w="12700" cmpd="sng">
              <a:solidFill>
                <a:schemeClr val="lt1"/>
              </a:solidFill>
            </a:ln>
          </a:left>
          <a:right>
            <a:ln w="12700" cmpd="sng">
              <a:solidFill>
                <a:schemeClr val="lt1"/>
              </a:solidFill>
            </a:ln>
          </a:right>
          <a:top>
            <a:ln w="12700" cmpd="sng">
              <a:solidFill>
                <a:schemeClr val="lt1"/>
              </a:solidFill>
            </a:ln>
          </a:top>
          <a:bottom>
            <a:ln w="12700" cmpd="sng">
              <a:solidFill>
                <a:schemeClr val="lt1"/>
              </a:solidFill>
            </a:ln>
          </a:bottom>
          <a:insideH>
            <a:ln w="12700" cmpd="sng">
              <a:solidFill>
                <a:schemeClr val="lt1"/>
              </a:solidFill>
            </a:ln>
          </a:insideH>
          <a:insideV>
            <a:ln w="12700" cmpd="sng">
              <a:solidFill>
                <a:schemeClr val="lt1"/>
              </a:solidFill>
            </a:ln>
          </a:insideV>
        </a:tcBdr>
        <a:fill>
          <a:solidFill>
            <a:schemeClr val="accent4">
              <a:tint val="20000"/>
            </a:schemeClr>
          </a:solidFill>
        </a:fill>
      </a:tcStyle>
    </a:wholeTbl>
    <a:band1H>
      <a:tcStyle>
        <a:tcBdr/>
        <a:fill>
          <a:solidFill>
            <a:schemeClr val="accent4">
              <a:tint val="40000"/>
            </a:schemeClr>
          </a:solidFill>
        </a:fill>
      </a:tcStyle>
    </a:band1H>
    <a:band2H>
      <a:tcStyle>
        <a:tcBdr/>
      </a:tcStyle>
    </a:band2H>
    <a:band1V>
      <a:tcStyle>
        <a:tcBdr/>
        <a:fill>
          <a:solidFill>
            <a:schemeClr val="accent4">
              <a:tint val="40000"/>
            </a:schemeClr>
          </a:solidFill>
        </a:fill>
      </a:tcStyle>
    </a:band1V>
    <a:band2V>
      <a:tcStyle>
        <a:tcBdr/>
      </a:tcStyle>
    </a:band2V>
    <a:lastCol>
      <a:tcTxStyle b="on">
        <a:fontRef idx="minor">
          <a:prstClr val="black"/>
        </a:fontRef>
        <a:schemeClr val="lt1"/>
      </a:tcTxStyle>
      <a:tcStyle>
        <a:tcBdr/>
        <a:fill>
          <a:solidFill>
            <a:schemeClr val="accent4"/>
          </a:solidFill>
        </a:fill>
      </a:tcStyle>
    </a:lastCol>
    <a:firstCol>
      <a:tcTxStyle b="on">
        <a:fontRef idx="minor">
          <a:prstClr val="black"/>
        </a:fontRef>
        <a:schemeClr val="lt1"/>
      </a:tcTxStyle>
      <a:tcStyle>
        <a:tcBdr/>
        <a:fill>
          <a:solidFill>
            <a:schemeClr val="accent4"/>
          </a:solidFill>
        </a:fill>
      </a:tcStyle>
    </a:firstCol>
    <a:lastRow>
      <a:tcTxStyle b="on">
        <a:fontRef idx="minor">
          <a:prstClr val="black"/>
        </a:fontRef>
        <a:schemeClr val="lt1"/>
      </a:tcTxStyle>
      <a:tcStyle>
        <a:tcBdr>
          <a:top>
            <a:ln w="38100" cmpd="sng">
              <a:solidFill>
                <a:schemeClr val="lt1"/>
              </a:solidFill>
            </a:ln>
          </a:top>
        </a:tcBdr>
        <a:fill>
          <a:solidFill>
            <a:schemeClr val="accent4"/>
          </a:solidFill>
        </a:fill>
      </a:tcStyle>
    </a:lastRow>
    <a:firstRow>
      <a:tcTxStyle b="on">
        <a:fontRef idx="minor">
          <a:prstClr val="black"/>
        </a:fontRef>
        <a:schemeClr val="lt1"/>
      </a:tcTxStyle>
      <a:tcStyle>
        <a:tcBdr>
          <a:bottom>
            <a:ln w="38100" cmpd="sng">
              <a:solidFill>
                <a:schemeClr val="lt1"/>
              </a:solidFill>
            </a:ln>
          </a:bottom>
        </a:tcBdr>
        <a:fill>
          <a:solidFill>
            <a:schemeClr val="accent4"/>
          </a:solidFill>
        </a:fill>
      </a:tcStyle>
    </a:firstRow>
  </a:tblStyle>
  <a:tblStyle styleId="{7DF18680-E054-41AD-8BC1-D1AEF772440D}" styleName="Medium Style 2 - Accent 5">
    <a:wholeTbl>
      <a:tcTxStyle>
        <a:fontRef idx="minor">
          <a:prstClr val="black"/>
        </a:fontRef>
        <a:schemeClr val="dk1"/>
      </a:tcTxStyle>
      <a:tcStyle>
        <a:tcBdr>
          <a:left>
            <a:ln w="12700" cmpd="sng">
              <a:solidFill>
                <a:schemeClr val="lt1"/>
              </a:solidFill>
            </a:ln>
          </a:left>
          <a:right>
            <a:ln w="12700" cmpd="sng">
              <a:solidFill>
                <a:schemeClr val="lt1"/>
              </a:solidFill>
            </a:ln>
          </a:right>
          <a:top>
            <a:ln w="12700" cmpd="sng">
              <a:solidFill>
                <a:schemeClr val="lt1"/>
              </a:solidFill>
            </a:ln>
          </a:top>
          <a:bottom>
            <a:ln w="12700" cmpd="sng">
              <a:solidFill>
                <a:schemeClr val="lt1"/>
              </a:solidFill>
            </a:ln>
          </a:bottom>
          <a:insideH>
            <a:ln w="12700" cmpd="sng">
              <a:solidFill>
                <a:schemeClr val="lt1"/>
              </a:solidFill>
            </a:ln>
          </a:insideH>
          <a:insideV>
            <a:ln w="12700" cmpd="sng">
              <a:solidFill>
                <a:schemeClr val="lt1"/>
              </a:solidFill>
            </a:ln>
          </a:insideV>
        </a:tcBdr>
        <a:fill>
          <a:solidFill>
            <a:schemeClr val="accent5">
              <a:tint val="20000"/>
            </a:schemeClr>
          </a:solidFill>
        </a:fill>
      </a:tcStyle>
    </a:wholeTbl>
    <a:band1H>
      <a:tcStyle>
        <a:tcBdr/>
        <a:fill>
          <a:solidFill>
            <a:schemeClr val="accent5">
              <a:tint val="40000"/>
            </a:schemeClr>
          </a:solidFill>
        </a:fill>
      </a:tcStyle>
    </a:band1H>
    <a:band2H>
      <a:tcStyle>
        <a:tcBdr/>
      </a:tcStyle>
    </a:band2H>
    <a:band1V>
      <a:tcStyle>
        <a:tcBdr/>
        <a:fill>
          <a:solidFill>
            <a:schemeClr val="accent5">
              <a:tint val="40000"/>
            </a:schemeClr>
          </a:solidFill>
        </a:fill>
      </a:tcStyle>
    </a:band1V>
    <a:band2V>
      <a:tcStyle>
        <a:tcBdr/>
      </a:tcStyle>
    </a:band2V>
    <a:lastCol>
      <a:tcTxStyle b="on">
        <a:fontRef idx="minor">
          <a:prstClr val="black"/>
        </a:fontRef>
        <a:schemeClr val="lt1"/>
      </a:tcTxStyle>
      <a:tcStyle>
        <a:tcBdr/>
        <a:fill>
          <a:solidFill>
            <a:schemeClr val="accent5"/>
          </a:solidFill>
        </a:fill>
      </a:tcStyle>
    </a:lastCol>
    <a:firstCol>
      <a:tcTxStyle b="on">
        <a:fontRef idx="minor">
          <a:prstClr val="black"/>
        </a:fontRef>
        <a:schemeClr val="lt1"/>
      </a:tcTxStyle>
      <a:tcStyle>
        <a:tcBdr/>
        <a:fill>
          <a:solidFill>
            <a:schemeClr val="accent5"/>
          </a:solidFill>
        </a:fill>
      </a:tcStyle>
    </a:firstCol>
    <a:lastRow>
      <a:tcTxStyle b="on">
        <a:fontRef idx="minor">
          <a:prstClr val="black"/>
        </a:fontRef>
        <a:schemeClr val="lt1"/>
      </a:tcTxStyle>
      <a:tcStyle>
        <a:tcBdr>
          <a:top>
            <a:ln w="38100" cmpd="sng">
              <a:solidFill>
                <a:schemeClr val="lt1"/>
              </a:solidFill>
            </a:ln>
          </a:top>
        </a:tcBdr>
        <a:fill>
          <a:solidFill>
            <a:schemeClr val="accent5"/>
          </a:solidFill>
        </a:fill>
      </a:tcStyle>
    </a:lastRow>
    <a:firstRow>
      <a:tcTxStyle b="on">
        <a:fontRef idx="minor">
          <a:prstClr val="black"/>
        </a:fontRef>
        <a:schemeClr val="lt1"/>
      </a:tcTxStyle>
      <a:tcStyle>
        <a:tcBdr>
          <a:bottom>
            <a:ln w="38100" cmpd="sng">
              <a:solidFill>
                <a:schemeClr val="lt1"/>
              </a:solidFill>
            </a:ln>
          </a:bottom>
        </a:tcBdr>
        <a:fill>
          <a:solidFill>
            <a:schemeClr val="accent5"/>
          </a:solidFill>
        </a:fill>
      </a:tcStyle>
    </a:firstRow>
  </a:tblStyle>
</a:tblStyleLst>
</file>

<file path=ppt/viewProps.xml><?xml version="1.0" encoding="utf-8"?>
<p:viewPr xmlns:a="http://schemas.openxmlformats.org/drawingml/2006/main" xmlns:r="http://schemas.openxmlformats.org/officeDocument/2006/relationships" xmlns:p="http://schemas.openxmlformats.org/presentationml/2006/main" lastView="sldThumbnailView">
  <p:normalViewPr horzBarState="maximized">
    <p:restoredLeft sz="15517" autoAdjust="0"/>
    <p:restoredTop sz="94660"/>
  </p:normalViewPr>
  <p:slideViewPr>
    <p:cSldViewPr snapToGrid="0">
      <p:cViewPr varScale="1">
        <p:scale>
          <a:sx n="87" d="100"/>
          <a:sy n="87" d="100"/>
        </p:scale>
        <p:origin x="504" y="58"/>
      </p:cViewPr>
      <p:guideLst>
        <p:guide orient="horz" pos="2160"/>
        <p:guide pos="3840"/>
      </p:guideLst>
    </p:cSldViewPr>
  </p:slideViewPr>
  <p:notesTextViewPr>
    <p:cViewPr>
      <p:scale>
        <a:sx n="1" d="1"/>
        <a:sy n="1" d="1"/>
      </p:scale>
      <p:origin x="0" y="0"/>
    </p:cViewPr>
  </p:notesTextViewPr>
  <p:notesViewPr>
    <p:cSldViewPr snapToGrid="0">
      <p:cViewPr varScale="1">
        <p:scale>
          <a:sx n="84" d="100"/>
          <a:sy n="84" d="100"/>
        </p:scale>
        <p:origin x="3828" y="90"/>
      </p:cViewPr>
      <p:guideLst/>
    </p:cSldViewPr>
  </p:notesViewPr>
  <p:gridSpacing cx="76200" cy="76200"/>
</p:viewPr>
</file>

<file path=ppt/_rels/presentation.xml.rels><?xml version="1.0" encoding="UTF-8" standalone="yes"?>
<Relationships xmlns="http://schemas.openxmlformats.org/package/2006/relationships"><Relationship Id="rId13" Type="http://schemas.openxmlformats.org/officeDocument/2006/relationships/slide" Target="slides/slide9.xml"/><Relationship Id="rId18" Type="http://schemas.openxmlformats.org/officeDocument/2006/relationships/slide" Target="slides/slide14.xml"/><Relationship Id="rId26" Type="http://schemas.openxmlformats.org/officeDocument/2006/relationships/slide" Target="slides/slide22.xml"/><Relationship Id="rId39" Type="http://schemas.openxmlformats.org/officeDocument/2006/relationships/slide" Target="slides/slide35.xml"/><Relationship Id="rId21" Type="http://schemas.openxmlformats.org/officeDocument/2006/relationships/slide" Target="slides/slide17.xml"/><Relationship Id="rId34" Type="http://schemas.openxmlformats.org/officeDocument/2006/relationships/slide" Target="slides/slide30.xml"/><Relationship Id="rId42" Type="http://schemas.openxmlformats.org/officeDocument/2006/relationships/handoutMaster" Target="handoutMasters/handoutMaster1.xml"/><Relationship Id="rId47" Type="http://schemas.microsoft.com/office/2015/10/relationships/revisionInfo" Target="revisionInfo.xml"/><Relationship Id="rId7" Type="http://schemas.openxmlformats.org/officeDocument/2006/relationships/slide" Target="slides/slide3.xml"/><Relationship Id="rId2" Type="http://schemas.openxmlformats.org/officeDocument/2006/relationships/customXml" Target="../customXml/item2.xml"/><Relationship Id="rId16" Type="http://schemas.openxmlformats.org/officeDocument/2006/relationships/slide" Target="slides/slide12.xml"/><Relationship Id="rId29" Type="http://schemas.openxmlformats.org/officeDocument/2006/relationships/slide" Target="slides/slide25.xml"/><Relationship Id="rId1" Type="http://schemas.openxmlformats.org/officeDocument/2006/relationships/customXml" Target="../customXml/item1.xml"/><Relationship Id="rId6" Type="http://schemas.openxmlformats.org/officeDocument/2006/relationships/slide" Target="slides/slide2.xml"/><Relationship Id="rId11" Type="http://schemas.openxmlformats.org/officeDocument/2006/relationships/slide" Target="slides/slide7.xml"/><Relationship Id="rId24" Type="http://schemas.openxmlformats.org/officeDocument/2006/relationships/slide" Target="slides/slide20.xml"/><Relationship Id="rId32" Type="http://schemas.openxmlformats.org/officeDocument/2006/relationships/slide" Target="slides/slide28.xml"/><Relationship Id="rId37" Type="http://schemas.openxmlformats.org/officeDocument/2006/relationships/slide" Target="slides/slide33.xml"/><Relationship Id="rId40" Type="http://schemas.openxmlformats.org/officeDocument/2006/relationships/slide" Target="slides/slide36.xml"/><Relationship Id="rId45" Type="http://schemas.openxmlformats.org/officeDocument/2006/relationships/theme" Target="theme/theme1.xml"/><Relationship Id="rId5" Type="http://schemas.openxmlformats.org/officeDocument/2006/relationships/slide" Target="slides/slide1.xml"/><Relationship Id="rId15" Type="http://schemas.openxmlformats.org/officeDocument/2006/relationships/slide" Target="slides/slide11.xml"/><Relationship Id="rId23" Type="http://schemas.openxmlformats.org/officeDocument/2006/relationships/slide" Target="slides/slide19.xml"/><Relationship Id="rId28" Type="http://schemas.openxmlformats.org/officeDocument/2006/relationships/slide" Target="slides/slide24.xml"/><Relationship Id="rId36" Type="http://schemas.openxmlformats.org/officeDocument/2006/relationships/slide" Target="slides/slide32.xml"/><Relationship Id="rId10" Type="http://schemas.openxmlformats.org/officeDocument/2006/relationships/slide" Target="slides/slide6.xml"/><Relationship Id="rId19" Type="http://schemas.openxmlformats.org/officeDocument/2006/relationships/slide" Target="slides/slide15.xml"/><Relationship Id="rId31" Type="http://schemas.openxmlformats.org/officeDocument/2006/relationships/slide" Target="slides/slide27.xml"/><Relationship Id="rId44" Type="http://schemas.openxmlformats.org/officeDocument/2006/relationships/viewProps" Target="viewProps.xml"/><Relationship Id="rId4" Type="http://schemas.openxmlformats.org/officeDocument/2006/relationships/slideMaster" Target="slideMasters/slideMaster1.xml"/><Relationship Id="rId9" Type="http://schemas.openxmlformats.org/officeDocument/2006/relationships/slide" Target="slides/slide5.xml"/><Relationship Id="rId14" Type="http://schemas.openxmlformats.org/officeDocument/2006/relationships/slide" Target="slides/slide10.xml"/><Relationship Id="rId22" Type="http://schemas.openxmlformats.org/officeDocument/2006/relationships/slide" Target="slides/slide18.xml"/><Relationship Id="rId27" Type="http://schemas.openxmlformats.org/officeDocument/2006/relationships/slide" Target="slides/slide23.xml"/><Relationship Id="rId30" Type="http://schemas.openxmlformats.org/officeDocument/2006/relationships/slide" Target="slides/slide26.xml"/><Relationship Id="rId35" Type="http://schemas.openxmlformats.org/officeDocument/2006/relationships/slide" Target="slides/slide31.xml"/><Relationship Id="rId43" Type="http://schemas.openxmlformats.org/officeDocument/2006/relationships/presProps" Target="presProps.xml"/><Relationship Id="rId8" Type="http://schemas.openxmlformats.org/officeDocument/2006/relationships/slide" Target="slides/slide4.xml"/><Relationship Id="rId3" Type="http://schemas.openxmlformats.org/officeDocument/2006/relationships/customXml" Target="../customXml/item3.xml"/><Relationship Id="rId12" Type="http://schemas.openxmlformats.org/officeDocument/2006/relationships/slide" Target="slides/slide8.xml"/><Relationship Id="rId17" Type="http://schemas.openxmlformats.org/officeDocument/2006/relationships/slide" Target="slides/slide13.xml"/><Relationship Id="rId25" Type="http://schemas.openxmlformats.org/officeDocument/2006/relationships/slide" Target="slides/slide21.xml"/><Relationship Id="rId33" Type="http://schemas.openxmlformats.org/officeDocument/2006/relationships/slide" Target="slides/slide29.xml"/><Relationship Id="rId38" Type="http://schemas.openxmlformats.org/officeDocument/2006/relationships/slide" Target="slides/slide34.xml"/><Relationship Id="rId46" Type="http://schemas.openxmlformats.org/officeDocument/2006/relationships/tableStyles" Target="tableStyles.xml"/><Relationship Id="rId20" Type="http://schemas.openxmlformats.org/officeDocument/2006/relationships/slide" Target="slides/slide16.xml"/><Relationship Id="rId41" Type="http://schemas.openxmlformats.org/officeDocument/2006/relationships/notesMaster" Target="notesMasters/notesMaster1.xml"/></Relationships>
</file>

<file path=ppt/handoutMasters/_rels/handoutMaster1.xml.rels><?xml version="1.0" encoding="UTF-8" standalone="yes"?>
<Relationships xmlns="http://schemas.openxmlformats.org/package/2006/relationships"><Relationship Id="rId1" Type="http://schemas.openxmlformats.org/officeDocument/2006/relationships/theme" Target="../theme/theme3.xml"/></Relationships>
</file>

<file path=ppt/handoutMasters/handoutMaster1.xml><?xml version="1.0" encoding="utf-8"?>
<p:handout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a:extLst>
              <a:ext uri="{FF2B5EF4-FFF2-40B4-BE49-F238E27FC236}">
                <a16:creationId xmlns:a16="http://schemas.microsoft.com/office/drawing/2014/main" id="{E62FF6B6-4F8A-40F7-B5F4-FC3996824D73}"/>
              </a:ext>
            </a:extLst>
          </p:cNvPr>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dirty="0"/>
          </a:p>
        </p:txBody>
      </p:sp>
      <p:sp>
        <p:nvSpPr>
          <p:cNvPr id="3" name="Date Placeholder 2">
            <a:extLst>
              <a:ext uri="{FF2B5EF4-FFF2-40B4-BE49-F238E27FC236}">
                <a16:creationId xmlns:a16="http://schemas.microsoft.com/office/drawing/2014/main" id="{8910A999-F365-48DF-976A-0517FE045440}"/>
              </a:ext>
            </a:extLst>
          </p:cNvPr>
          <p:cNvSpPr>
            <a:spLocks noGrp="1"/>
          </p:cNvSpPr>
          <p:nvPr>
            <p:ph type="dt" sz="quarter" idx="1"/>
          </p:nvPr>
        </p:nvSpPr>
        <p:spPr>
          <a:xfrm>
            <a:off x="3884613" y="0"/>
            <a:ext cx="2971800" cy="458788"/>
          </a:xfrm>
          <a:prstGeom prst="rect">
            <a:avLst/>
          </a:prstGeom>
        </p:spPr>
        <p:txBody>
          <a:bodyPr vert="horz" lIns="91440" tIns="45720" rIns="91440" bIns="45720" rtlCol="0"/>
          <a:lstStyle>
            <a:lvl1pPr algn="r">
              <a:defRPr sz="1200"/>
            </a:lvl1pPr>
          </a:lstStyle>
          <a:p>
            <a:fld id="{1CA5457B-CDAE-4DEB-AEC8-C82DE2312E37}" type="datetimeFigureOut">
              <a:rPr lang="en-US" smtClean="0"/>
              <a:t>11/28/2024</a:t>
            </a:fld>
            <a:endParaRPr lang="en-US" dirty="0"/>
          </a:p>
        </p:txBody>
      </p:sp>
      <p:sp>
        <p:nvSpPr>
          <p:cNvPr id="4" name="Footer Placeholder 3">
            <a:extLst>
              <a:ext uri="{FF2B5EF4-FFF2-40B4-BE49-F238E27FC236}">
                <a16:creationId xmlns:a16="http://schemas.microsoft.com/office/drawing/2014/main" id="{F8735C90-ADBF-4B9E-BE88-E1C8F83EB4D2}"/>
              </a:ext>
            </a:extLst>
          </p:cNvPr>
          <p:cNvSpPr>
            <a:spLocks noGrp="1"/>
          </p:cNvSpPr>
          <p:nvPr>
            <p:ph type="ftr" sz="quarter" idx="2"/>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dirty="0"/>
          </a:p>
        </p:txBody>
      </p:sp>
      <p:sp>
        <p:nvSpPr>
          <p:cNvPr id="5" name="Slide Number Placeholder 4">
            <a:extLst>
              <a:ext uri="{FF2B5EF4-FFF2-40B4-BE49-F238E27FC236}">
                <a16:creationId xmlns:a16="http://schemas.microsoft.com/office/drawing/2014/main" id="{82506A01-6D0A-45EF-A584-05A3361D66F7}"/>
              </a:ext>
            </a:extLst>
          </p:cNvPr>
          <p:cNvSpPr>
            <a:spLocks noGrp="1"/>
          </p:cNvSpPr>
          <p:nvPr>
            <p:ph type="sldNum" sz="quarter" idx="3"/>
          </p:nvPr>
        </p:nvSpPr>
        <p:spPr>
          <a:xfrm>
            <a:off x="3884613" y="8685213"/>
            <a:ext cx="2971800" cy="458787"/>
          </a:xfrm>
          <a:prstGeom prst="rect">
            <a:avLst/>
          </a:prstGeom>
        </p:spPr>
        <p:txBody>
          <a:bodyPr vert="horz" lIns="91440" tIns="45720" rIns="91440" bIns="45720" rtlCol="0" anchor="b"/>
          <a:lstStyle>
            <a:lvl1pPr algn="r">
              <a:defRPr sz="1200"/>
            </a:lvl1pPr>
          </a:lstStyle>
          <a:p>
            <a:fld id="{0831430A-4AA4-45C8-AC23-CD6B61C41A4C}" type="slidenum">
              <a:rPr lang="en-US" smtClean="0"/>
              <a:t>‹#›</a:t>
            </a:fld>
            <a:endParaRPr lang="en-US" dirty="0"/>
          </a:p>
        </p:txBody>
      </p:sp>
    </p:spTree>
    <p:extLst>
      <p:ext uri="{BB962C8B-B14F-4D97-AF65-F5344CB8AC3E}">
        <p14:creationId xmlns:p14="http://schemas.microsoft.com/office/powerpoint/2010/main" val="1059900972"/>
      </p:ext>
    </p:extLst>
  </p:cSld>
  <p:clrMap bg1="lt1" tx1="dk1" bg2="lt2" tx2="dk2" accent1="accent1" accent2="accent2" accent3="accent3" accent4="accent4" accent5="accent5" accent6="accent6" hlink="hlink" folHlink="folHlink"/>
</p:handoutMaster>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noProof="0" dirty="0"/>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090B78EA-28CE-41D8-9043-90E391E5F567}" type="datetimeFigureOut">
              <a:rPr lang="en-US" noProof="0" smtClean="0"/>
              <a:t>11/28/2024</a:t>
            </a:fld>
            <a:endParaRPr lang="en-US" noProof="0" dirty="0"/>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noProof="0" dirty="0"/>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noProof="0"/>
              <a:t>Edit Master text styles</a:t>
            </a:r>
          </a:p>
          <a:p>
            <a:pPr lvl="1"/>
            <a:r>
              <a:rPr lang="en-US" noProof="0"/>
              <a:t>Second level</a:t>
            </a:r>
          </a:p>
          <a:p>
            <a:pPr lvl="2"/>
            <a:r>
              <a:rPr lang="en-US" noProof="0"/>
              <a:t>Third level</a:t>
            </a:r>
          </a:p>
          <a:p>
            <a:pPr lvl="3"/>
            <a:r>
              <a:rPr lang="en-US" noProof="0"/>
              <a:t>Fourth level</a:t>
            </a:r>
          </a:p>
          <a:p>
            <a:pPr lvl="4"/>
            <a:r>
              <a:rPr lang="en-US" noProof="0"/>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noProof="0" dirty="0"/>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1734D747-9380-41EE-9946-EC9EC0CA5D1E}" type="slidenum">
              <a:rPr lang="en-US" noProof="0" smtClean="0"/>
              <a:t>‹#›</a:t>
            </a:fld>
            <a:endParaRPr lang="en-US" noProof="0" dirty="0"/>
          </a:p>
        </p:txBody>
      </p:sp>
    </p:spTree>
    <p:extLst>
      <p:ext uri="{BB962C8B-B14F-4D97-AF65-F5344CB8AC3E}">
        <p14:creationId xmlns:p14="http://schemas.microsoft.com/office/powerpoint/2010/main" val="3827727106"/>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1" name="Rectangle 20">
            <a:extLst>
              <a:ext uri="{FF2B5EF4-FFF2-40B4-BE49-F238E27FC236}">
                <a16:creationId xmlns:a16="http://schemas.microsoft.com/office/drawing/2014/main" id="{6E739168-A5E8-443A-B392-7AD4CF8977AD}"/>
              </a:ext>
            </a:extLst>
          </p:cNvPr>
          <p:cNvSpPr/>
          <p:nvPr userDrawn="1"/>
        </p:nvSpPr>
        <p:spPr>
          <a:xfrm>
            <a:off x="0" y="0"/>
            <a:ext cx="12192000" cy="6858000"/>
          </a:xfrm>
          <a:prstGeom prst="rect">
            <a:avLst/>
          </a:prstGeom>
          <a:solidFill>
            <a:schemeClr val="accent1"/>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noProof="0" dirty="0"/>
          </a:p>
        </p:txBody>
      </p:sp>
      <p:grpSp>
        <p:nvGrpSpPr>
          <p:cNvPr id="7" name="Group 6">
            <a:extLst>
              <a:ext uri="{FF2B5EF4-FFF2-40B4-BE49-F238E27FC236}">
                <a16:creationId xmlns:a16="http://schemas.microsoft.com/office/drawing/2014/main" id="{4CA15AFD-4983-47DD-9ED0-D3B27E5A096F}"/>
              </a:ext>
            </a:extLst>
          </p:cNvPr>
          <p:cNvGrpSpPr/>
          <p:nvPr userDrawn="1"/>
        </p:nvGrpSpPr>
        <p:grpSpPr>
          <a:xfrm>
            <a:off x="-1604709" y="-3756"/>
            <a:ext cx="13796710" cy="6861756"/>
            <a:chOff x="-1604709" y="-3756"/>
            <a:chExt cx="13796710" cy="6861756"/>
          </a:xfrm>
        </p:grpSpPr>
        <p:grpSp>
          <p:nvGrpSpPr>
            <p:cNvPr id="8" name="Group 7">
              <a:extLst>
                <a:ext uri="{FF2B5EF4-FFF2-40B4-BE49-F238E27FC236}">
                  <a16:creationId xmlns:a16="http://schemas.microsoft.com/office/drawing/2014/main" id="{2222D5E2-E9B4-4180-98B8-4E514C9ADB28}"/>
                </a:ext>
              </a:extLst>
            </p:cNvPr>
            <p:cNvGrpSpPr/>
            <p:nvPr/>
          </p:nvGrpSpPr>
          <p:grpSpPr>
            <a:xfrm>
              <a:off x="-16298" y="0"/>
              <a:ext cx="12208299" cy="6858000"/>
              <a:chOff x="-16298" y="0"/>
              <a:chExt cx="12208299" cy="6858000"/>
            </a:xfrm>
          </p:grpSpPr>
          <p:sp>
            <p:nvSpPr>
              <p:cNvPr id="15" name="Freeform: Shape 14">
                <a:extLst>
                  <a:ext uri="{FF2B5EF4-FFF2-40B4-BE49-F238E27FC236}">
                    <a16:creationId xmlns:a16="http://schemas.microsoft.com/office/drawing/2014/main" id="{41E10E1E-5268-4F03-BA64-07E19DE26739}"/>
                  </a:ext>
                </a:extLst>
              </p:cNvPr>
              <p:cNvSpPr/>
              <p:nvPr/>
            </p:nvSpPr>
            <p:spPr>
              <a:xfrm flipH="1">
                <a:off x="-16297" y="0"/>
                <a:ext cx="12208298" cy="6858000"/>
              </a:xfrm>
              <a:custGeom>
                <a:avLst/>
                <a:gdLst>
                  <a:gd name="connsiteX0" fmla="*/ 8574289 w 12208298"/>
                  <a:gd name="connsiteY0" fmla="*/ 0 h 6858000"/>
                  <a:gd name="connsiteX1" fmla="*/ 0 w 12208298"/>
                  <a:gd name="connsiteY1" fmla="*/ 0 h 6858000"/>
                  <a:gd name="connsiteX2" fmla="*/ 0 w 12208298"/>
                  <a:gd name="connsiteY2" fmla="*/ 6858000 h 6858000"/>
                  <a:gd name="connsiteX3" fmla="*/ 532109 w 12208298"/>
                  <a:gd name="connsiteY3" fmla="*/ 6858000 h 6858000"/>
                  <a:gd name="connsiteX4" fmla="*/ 11495317 w 12208298"/>
                  <a:gd name="connsiteY4" fmla="*/ 6858000 h 6858000"/>
                  <a:gd name="connsiteX5" fmla="*/ 12208298 w 12208298"/>
                  <a:gd name="connsiteY5" fmla="*/ 6858000 h 6858000"/>
                  <a:gd name="connsiteX6" fmla="*/ 12208298 w 12208298"/>
                  <a:gd name="connsiteY6" fmla="*/ 3146781 h 6858000"/>
                  <a:gd name="connsiteX7" fmla="*/ 10353284 w 12208298"/>
                  <a:gd name="connsiteY7" fmla="*/ 1291767 h 6858000"/>
                  <a:gd name="connsiteX8" fmla="*/ 9866056 w 12208298"/>
                  <a:gd name="connsiteY8" fmla="*/ 1291767 h 6858000"/>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Lst>
                <a:rect l="l" t="t" r="r" b="b"/>
                <a:pathLst>
                  <a:path w="12208298" h="6858000">
                    <a:moveTo>
                      <a:pt x="8574289" y="0"/>
                    </a:moveTo>
                    <a:lnTo>
                      <a:pt x="0" y="0"/>
                    </a:lnTo>
                    <a:lnTo>
                      <a:pt x="0" y="6858000"/>
                    </a:lnTo>
                    <a:lnTo>
                      <a:pt x="532109" y="6858000"/>
                    </a:lnTo>
                    <a:lnTo>
                      <a:pt x="11495317" y="6858000"/>
                    </a:lnTo>
                    <a:lnTo>
                      <a:pt x="12208298" y="6858000"/>
                    </a:lnTo>
                    <a:lnTo>
                      <a:pt x="12208298" y="3146781"/>
                    </a:lnTo>
                    <a:lnTo>
                      <a:pt x="10353284" y="1291767"/>
                    </a:lnTo>
                    <a:lnTo>
                      <a:pt x="9866056" y="1291767"/>
                    </a:lnTo>
                    <a:close/>
                  </a:path>
                </a:pathLst>
              </a:custGeom>
              <a:solidFill>
                <a:schemeClr val="accent2">
                  <a:alpha val="74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noProof="0" dirty="0"/>
              </a:p>
            </p:txBody>
          </p:sp>
          <p:sp>
            <p:nvSpPr>
              <p:cNvPr id="16" name="Freeform: Shape 15">
                <a:extLst>
                  <a:ext uri="{FF2B5EF4-FFF2-40B4-BE49-F238E27FC236}">
                    <a16:creationId xmlns:a16="http://schemas.microsoft.com/office/drawing/2014/main" id="{B989C45D-BDFF-418F-BE79-03FF70015770}"/>
                  </a:ext>
                </a:extLst>
              </p:cNvPr>
              <p:cNvSpPr/>
              <p:nvPr/>
            </p:nvSpPr>
            <p:spPr>
              <a:xfrm rot="5400000" flipH="1" flipV="1">
                <a:off x="2667000" y="-2667001"/>
                <a:ext cx="6858000" cy="12192002"/>
              </a:xfrm>
              <a:custGeom>
                <a:avLst/>
                <a:gdLst>
                  <a:gd name="connsiteX0" fmla="*/ 6858000 w 6858000"/>
                  <a:gd name="connsiteY0" fmla="*/ 3871658 h 12192002"/>
                  <a:gd name="connsiteX1" fmla="*/ 6858000 w 6858000"/>
                  <a:gd name="connsiteY1" fmla="*/ 12192002 h 12192002"/>
                  <a:gd name="connsiteX2" fmla="*/ 5363029 w 6858000"/>
                  <a:gd name="connsiteY2" fmla="*/ 12192002 h 12192002"/>
                  <a:gd name="connsiteX3" fmla="*/ 5363029 w 6858000"/>
                  <a:gd name="connsiteY3" fmla="*/ 12192000 h 12192002"/>
                  <a:gd name="connsiteX4" fmla="*/ 0 w 6858000"/>
                  <a:gd name="connsiteY4" fmla="*/ 12192000 h 12192002"/>
                  <a:gd name="connsiteX5" fmla="*/ 0 w 6858000"/>
                  <a:gd name="connsiteY5" fmla="*/ 0 h 12192002"/>
                  <a:gd name="connsiteX6" fmla="*/ 3539398 w 6858000"/>
                  <a:gd name="connsiteY6" fmla="*/ 0 h 12192002"/>
                  <a:gd name="connsiteX7" fmla="*/ 5566229 w 6858000"/>
                  <a:gd name="connsiteY7" fmla="*/ 2026831 h 12192002"/>
                  <a:gd name="connsiteX8" fmla="*/ 5566229 w 6858000"/>
                  <a:gd name="connsiteY8" fmla="*/ 2575538 h 12192002"/>
                  <a:gd name="connsiteX9" fmla="*/ 6858000 w 6858000"/>
                  <a:gd name="connsiteY9" fmla="*/ 3871657 h 12192002"/>
                  <a:gd name="connsiteX10" fmla="*/ 5566229 w 6858000"/>
                  <a:gd name="connsiteY10" fmla="*/ 3871657 h 12192002"/>
                  <a:gd name="connsiteX11" fmla="*/ 5566229 w 6858000"/>
                  <a:gd name="connsiteY11" fmla="*/ 3871658 h 12192002"/>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Lst>
                <a:rect l="l" t="t" r="r" b="b"/>
                <a:pathLst>
                  <a:path w="6858000" h="12192002">
                    <a:moveTo>
                      <a:pt x="6858000" y="3871658"/>
                    </a:moveTo>
                    <a:lnTo>
                      <a:pt x="6858000" y="12192002"/>
                    </a:lnTo>
                    <a:lnTo>
                      <a:pt x="5363029" y="12192002"/>
                    </a:lnTo>
                    <a:lnTo>
                      <a:pt x="5363029" y="12192000"/>
                    </a:lnTo>
                    <a:lnTo>
                      <a:pt x="0" y="12192000"/>
                    </a:lnTo>
                    <a:lnTo>
                      <a:pt x="0" y="0"/>
                    </a:lnTo>
                    <a:lnTo>
                      <a:pt x="3539398" y="0"/>
                    </a:lnTo>
                    <a:lnTo>
                      <a:pt x="5566229" y="2026831"/>
                    </a:lnTo>
                    <a:lnTo>
                      <a:pt x="5566229" y="2575538"/>
                    </a:lnTo>
                    <a:lnTo>
                      <a:pt x="6858000" y="3871657"/>
                    </a:lnTo>
                    <a:lnTo>
                      <a:pt x="5566229" y="3871657"/>
                    </a:lnTo>
                    <a:lnTo>
                      <a:pt x="5566229" y="3871658"/>
                    </a:lnTo>
                    <a:close/>
                  </a:path>
                </a:pathLst>
              </a:custGeom>
              <a:pattFill prst="wdDnDiag">
                <a:fgClr>
                  <a:schemeClr val="accent1"/>
                </a:fgClr>
                <a:bgClr>
                  <a:schemeClr val="accent2"/>
                </a:bgClr>
              </a:patt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noProof="0" dirty="0"/>
              </a:p>
            </p:txBody>
          </p:sp>
          <p:sp>
            <p:nvSpPr>
              <p:cNvPr id="17" name="Right Triangle 16">
                <a:extLst>
                  <a:ext uri="{FF2B5EF4-FFF2-40B4-BE49-F238E27FC236}">
                    <a16:creationId xmlns:a16="http://schemas.microsoft.com/office/drawing/2014/main" id="{8DCD5806-2A2F-4ABF-8057-245681C498E6}"/>
                  </a:ext>
                </a:extLst>
              </p:cNvPr>
              <p:cNvSpPr/>
              <p:nvPr/>
            </p:nvSpPr>
            <p:spPr>
              <a:xfrm rot="16200000" flipH="1" flipV="1">
                <a:off x="24625" y="-4746"/>
                <a:ext cx="2819399" cy="2828891"/>
              </a:xfrm>
              <a:prstGeom prst="rtTriangle">
                <a:avLst/>
              </a:prstGeom>
              <a:solidFill>
                <a:schemeClr val="accent1">
                  <a:lumMod val="50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noProof="0" dirty="0"/>
              </a:p>
            </p:txBody>
          </p:sp>
          <p:sp>
            <p:nvSpPr>
              <p:cNvPr id="18" name="Right Triangle 17">
                <a:extLst>
                  <a:ext uri="{FF2B5EF4-FFF2-40B4-BE49-F238E27FC236}">
                    <a16:creationId xmlns:a16="http://schemas.microsoft.com/office/drawing/2014/main" id="{3A93038F-E9E4-4FFD-B3DF-28DB7C2C1490}"/>
                  </a:ext>
                </a:extLst>
              </p:cNvPr>
              <p:cNvSpPr/>
              <p:nvPr/>
            </p:nvSpPr>
            <p:spPr>
              <a:xfrm rot="16200000" flipH="1" flipV="1">
                <a:off x="4418" y="-4422"/>
                <a:ext cx="2627088" cy="2635933"/>
              </a:xfrm>
              <a:prstGeom prst="rtTriangle">
                <a:avLst/>
              </a:prstGeom>
              <a:pattFill prst="dkHorz">
                <a:fgClr>
                  <a:schemeClr val="accent1"/>
                </a:fgClr>
                <a:bgClr>
                  <a:schemeClr val="accent2"/>
                </a:bgClr>
              </a:patt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noProof="0" dirty="0"/>
              </a:p>
            </p:txBody>
          </p:sp>
          <p:sp>
            <p:nvSpPr>
              <p:cNvPr id="19" name="Right Triangle 18">
                <a:extLst>
                  <a:ext uri="{FF2B5EF4-FFF2-40B4-BE49-F238E27FC236}">
                    <a16:creationId xmlns:a16="http://schemas.microsoft.com/office/drawing/2014/main" id="{5DEA1E02-BBD0-4AE3-AF22-433B90272178}"/>
                  </a:ext>
                </a:extLst>
              </p:cNvPr>
              <p:cNvSpPr/>
              <p:nvPr/>
            </p:nvSpPr>
            <p:spPr>
              <a:xfrm rot="16200000" flipH="1" flipV="1">
                <a:off x="-12263" y="-4034"/>
                <a:ext cx="2397087" cy="2405158"/>
              </a:xfrm>
              <a:prstGeom prst="rtTriangle">
                <a:avLst/>
              </a:prstGeom>
              <a:solidFill>
                <a:schemeClr val="accent2">
                  <a:alpha val="48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noProof="0" dirty="0"/>
              </a:p>
            </p:txBody>
          </p:sp>
          <p:sp>
            <p:nvSpPr>
              <p:cNvPr id="20" name="Freeform: Shape 19">
                <a:extLst>
                  <a:ext uri="{FF2B5EF4-FFF2-40B4-BE49-F238E27FC236}">
                    <a16:creationId xmlns:a16="http://schemas.microsoft.com/office/drawing/2014/main" id="{0027A677-9ACB-4264-B148-4806678FB83F}"/>
                  </a:ext>
                </a:extLst>
              </p:cNvPr>
              <p:cNvSpPr/>
              <p:nvPr/>
            </p:nvSpPr>
            <p:spPr>
              <a:xfrm rot="5400000" flipH="1" flipV="1">
                <a:off x="2667000" y="-2667001"/>
                <a:ext cx="6858000" cy="12192002"/>
              </a:xfrm>
              <a:custGeom>
                <a:avLst/>
                <a:gdLst>
                  <a:gd name="connsiteX0" fmla="*/ 6858000 w 6858000"/>
                  <a:gd name="connsiteY0" fmla="*/ 3871658 h 12192002"/>
                  <a:gd name="connsiteX1" fmla="*/ 6858000 w 6858000"/>
                  <a:gd name="connsiteY1" fmla="*/ 12192002 h 12192002"/>
                  <a:gd name="connsiteX2" fmla="*/ 5363029 w 6858000"/>
                  <a:gd name="connsiteY2" fmla="*/ 12192002 h 12192002"/>
                  <a:gd name="connsiteX3" fmla="*/ 5363029 w 6858000"/>
                  <a:gd name="connsiteY3" fmla="*/ 12192000 h 12192002"/>
                  <a:gd name="connsiteX4" fmla="*/ 0 w 6858000"/>
                  <a:gd name="connsiteY4" fmla="*/ 12192000 h 12192002"/>
                  <a:gd name="connsiteX5" fmla="*/ 0 w 6858000"/>
                  <a:gd name="connsiteY5" fmla="*/ 0 h 12192002"/>
                  <a:gd name="connsiteX6" fmla="*/ 3539398 w 6858000"/>
                  <a:gd name="connsiteY6" fmla="*/ 0 h 12192002"/>
                  <a:gd name="connsiteX7" fmla="*/ 5566229 w 6858000"/>
                  <a:gd name="connsiteY7" fmla="*/ 2026831 h 12192002"/>
                  <a:gd name="connsiteX8" fmla="*/ 5566229 w 6858000"/>
                  <a:gd name="connsiteY8" fmla="*/ 2575538 h 12192002"/>
                  <a:gd name="connsiteX9" fmla="*/ 6858000 w 6858000"/>
                  <a:gd name="connsiteY9" fmla="*/ 3871657 h 12192002"/>
                  <a:gd name="connsiteX10" fmla="*/ 5566229 w 6858000"/>
                  <a:gd name="connsiteY10" fmla="*/ 3871657 h 12192002"/>
                  <a:gd name="connsiteX11" fmla="*/ 5566229 w 6858000"/>
                  <a:gd name="connsiteY11" fmla="*/ 3871658 h 12192002"/>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Lst>
                <a:rect l="l" t="t" r="r" b="b"/>
                <a:pathLst>
                  <a:path w="6858000" h="12192002">
                    <a:moveTo>
                      <a:pt x="6858000" y="3871658"/>
                    </a:moveTo>
                    <a:lnTo>
                      <a:pt x="6858000" y="12192002"/>
                    </a:lnTo>
                    <a:lnTo>
                      <a:pt x="5363029" y="12192002"/>
                    </a:lnTo>
                    <a:lnTo>
                      <a:pt x="5363029" y="12192000"/>
                    </a:lnTo>
                    <a:lnTo>
                      <a:pt x="0" y="12192000"/>
                    </a:lnTo>
                    <a:lnTo>
                      <a:pt x="0" y="0"/>
                    </a:lnTo>
                    <a:lnTo>
                      <a:pt x="3539398" y="0"/>
                    </a:lnTo>
                    <a:lnTo>
                      <a:pt x="5566229" y="2026831"/>
                    </a:lnTo>
                    <a:lnTo>
                      <a:pt x="5566229" y="2575538"/>
                    </a:lnTo>
                    <a:lnTo>
                      <a:pt x="6858000" y="3871657"/>
                    </a:lnTo>
                    <a:lnTo>
                      <a:pt x="5566229" y="3871657"/>
                    </a:lnTo>
                    <a:lnTo>
                      <a:pt x="5566229" y="3871658"/>
                    </a:lnTo>
                    <a:close/>
                  </a:path>
                </a:pathLst>
              </a:custGeom>
              <a:solidFill>
                <a:schemeClr val="accent1">
                  <a:lumMod val="50000"/>
                  <a:alpha val="90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noProof="0" dirty="0"/>
              </a:p>
            </p:txBody>
          </p:sp>
        </p:grpSp>
        <p:sp>
          <p:nvSpPr>
            <p:cNvPr id="9" name="Freeform: Shape 12">
              <a:extLst>
                <a:ext uri="{FF2B5EF4-FFF2-40B4-BE49-F238E27FC236}">
                  <a16:creationId xmlns:a16="http://schemas.microsoft.com/office/drawing/2014/main" id="{E3AAB79D-382D-4A95-965E-526B6A681DA7}"/>
                </a:ext>
              </a:extLst>
            </p:cNvPr>
            <p:cNvSpPr/>
            <p:nvPr/>
          </p:nvSpPr>
          <p:spPr>
            <a:xfrm rot="18900000" flipH="1">
              <a:off x="-1604709" y="1397837"/>
              <a:ext cx="3211378" cy="3211378"/>
            </a:xfrm>
            <a:custGeom>
              <a:avLst/>
              <a:gdLst>
                <a:gd name="connsiteX0" fmla="*/ 754341 w 754341"/>
                <a:gd name="connsiteY0" fmla="*/ 754341 h 754341"/>
                <a:gd name="connsiteX1" fmla="*/ 0 w 754341"/>
                <a:gd name="connsiteY1" fmla="*/ 754341 h 754341"/>
                <a:gd name="connsiteX2" fmla="*/ 0 w 754341"/>
                <a:gd name="connsiteY2" fmla="*/ 0 h 754341"/>
              </a:gdLst>
              <a:ahLst/>
              <a:cxnLst>
                <a:cxn ang="0">
                  <a:pos x="connsiteX0" y="connsiteY0"/>
                </a:cxn>
                <a:cxn ang="0">
                  <a:pos x="connsiteX1" y="connsiteY1"/>
                </a:cxn>
                <a:cxn ang="0">
                  <a:pos x="connsiteX2" y="connsiteY2"/>
                </a:cxn>
              </a:cxnLst>
              <a:rect l="l" t="t" r="r" b="b"/>
              <a:pathLst>
                <a:path w="754341" h="754341">
                  <a:moveTo>
                    <a:pt x="754341" y="754341"/>
                  </a:moveTo>
                  <a:lnTo>
                    <a:pt x="0" y="754341"/>
                  </a:lnTo>
                  <a:lnTo>
                    <a:pt x="0" y="0"/>
                  </a:lnTo>
                  <a:close/>
                </a:path>
              </a:pathLst>
            </a:custGeom>
            <a:solidFill>
              <a:schemeClr val="accent1">
                <a:lumMod val="50000"/>
              </a:schemeClr>
            </a:solidFill>
            <a:ln>
              <a:noFill/>
            </a:ln>
            <a:effectLst/>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noProof="0" dirty="0"/>
            </a:p>
          </p:txBody>
        </p:sp>
        <p:sp>
          <p:nvSpPr>
            <p:cNvPr id="10" name="Freeform: Shape 9">
              <a:extLst>
                <a:ext uri="{FF2B5EF4-FFF2-40B4-BE49-F238E27FC236}">
                  <a16:creationId xmlns:a16="http://schemas.microsoft.com/office/drawing/2014/main" id="{C0A22127-2B4A-4B15-B0A9-F019A30347A1}"/>
                </a:ext>
              </a:extLst>
            </p:cNvPr>
            <p:cNvSpPr/>
            <p:nvPr/>
          </p:nvSpPr>
          <p:spPr>
            <a:xfrm rot="18900000">
              <a:off x="-861777" y="-3756"/>
              <a:ext cx="2676646" cy="1356876"/>
            </a:xfrm>
            <a:custGeom>
              <a:avLst/>
              <a:gdLst>
                <a:gd name="connsiteX0" fmla="*/ 1319770 w 2676646"/>
                <a:gd name="connsiteY0" fmla="*/ 0 h 1356876"/>
                <a:gd name="connsiteX1" fmla="*/ 2676646 w 2676646"/>
                <a:gd name="connsiteY1" fmla="*/ 1356876 h 1356876"/>
                <a:gd name="connsiteX2" fmla="*/ 0 w 2676646"/>
                <a:gd name="connsiteY2" fmla="*/ 1356876 h 1356876"/>
                <a:gd name="connsiteX3" fmla="*/ 0 w 2676646"/>
                <a:gd name="connsiteY3" fmla="*/ 1319770 h 1356876"/>
              </a:gdLst>
              <a:ahLst/>
              <a:cxnLst>
                <a:cxn ang="0">
                  <a:pos x="connsiteX0" y="connsiteY0"/>
                </a:cxn>
                <a:cxn ang="0">
                  <a:pos x="connsiteX1" y="connsiteY1"/>
                </a:cxn>
                <a:cxn ang="0">
                  <a:pos x="connsiteX2" y="connsiteY2"/>
                </a:cxn>
                <a:cxn ang="0">
                  <a:pos x="connsiteX3" y="connsiteY3"/>
                </a:cxn>
              </a:cxnLst>
              <a:rect l="l" t="t" r="r" b="b"/>
              <a:pathLst>
                <a:path w="2676646" h="1356876">
                  <a:moveTo>
                    <a:pt x="1319770" y="0"/>
                  </a:moveTo>
                  <a:lnTo>
                    <a:pt x="2676646" y="1356876"/>
                  </a:lnTo>
                  <a:lnTo>
                    <a:pt x="0" y="1356876"/>
                  </a:lnTo>
                  <a:lnTo>
                    <a:pt x="0" y="1319770"/>
                  </a:lnTo>
                  <a:close/>
                </a:path>
              </a:pathLst>
            </a:custGeom>
            <a:pattFill prst="wdUpDiag">
              <a:fgClr>
                <a:schemeClr val="accent2"/>
              </a:fgClr>
              <a:bgClr>
                <a:schemeClr val="accent1"/>
              </a:bgClr>
            </a:pattFill>
            <a:ln>
              <a:noFill/>
            </a:ln>
            <a:effectLst/>
          </p:spPr>
          <p:style>
            <a:lnRef idx="2">
              <a:schemeClr val="accent1">
                <a:shade val="50000"/>
              </a:schemeClr>
            </a:lnRef>
            <a:fillRef idx="1">
              <a:schemeClr val="accent1"/>
            </a:fillRef>
            <a:effectRef idx="0">
              <a:schemeClr val="accent1"/>
            </a:effectRef>
            <a:fontRef idx="minor">
              <a:schemeClr val="lt1"/>
            </a:fontRef>
          </p:style>
          <p:txBody>
            <a:bodyPr wrap="square" rtlCol="0" anchor="ctr">
              <a:noAutofit/>
            </a:bodyPr>
            <a:lstStyle/>
            <a:p>
              <a:pPr algn="ctr"/>
              <a:endParaRPr lang="en-US" noProof="0" dirty="0"/>
            </a:p>
          </p:txBody>
        </p:sp>
        <p:sp>
          <p:nvSpPr>
            <p:cNvPr id="11" name="Freeform: Shape 12">
              <a:extLst>
                <a:ext uri="{FF2B5EF4-FFF2-40B4-BE49-F238E27FC236}">
                  <a16:creationId xmlns:a16="http://schemas.microsoft.com/office/drawing/2014/main" id="{F04D9FDC-1B67-4254-9535-CD32E81F0C3E}"/>
                </a:ext>
              </a:extLst>
            </p:cNvPr>
            <p:cNvSpPr/>
            <p:nvPr/>
          </p:nvSpPr>
          <p:spPr>
            <a:xfrm rot="13500000">
              <a:off x="-1226102" y="1737462"/>
              <a:ext cx="2416016" cy="2416016"/>
            </a:xfrm>
            <a:custGeom>
              <a:avLst/>
              <a:gdLst>
                <a:gd name="connsiteX0" fmla="*/ 754341 w 754341"/>
                <a:gd name="connsiteY0" fmla="*/ 754341 h 754341"/>
                <a:gd name="connsiteX1" fmla="*/ 0 w 754341"/>
                <a:gd name="connsiteY1" fmla="*/ 754341 h 754341"/>
                <a:gd name="connsiteX2" fmla="*/ 0 w 754341"/>
                <a:gd name="connsiteY2" fmla="*/ 0 h 754341"/>
              </a:gdLst>
              <a:ahLst/>
              <a:cxnLst>
                <a:cxn ang="0">
                  <a:pos x="connsiteX0" y="connsiteY0"/>
                </a:cxn>
                <a:cxn ang="0">
                  <a:pos x="connsiteX1" y="connsiteY1"/>
                </a:cxn>
                <a:cxn ang="0">
                  <a:pos x="connsiteX2" y="connsiteY2"/>
                </a:cxn>
              </a:cxnLst>
              <a:rect l="l" t="t" r="r" b="b"/>
              <a:pathLst>
                <a:path w="754341" h="754341">
                  <a:moveTo>
                    <a:pt x="754341" y="754341"/>
                  </a:moveTo>
                  <a:lnTo>
                    <a:pt x="0" y="754341"/>
                  </a:lnTo>
                  <a:lnTo>
                    <a:pt x="0" y="0"/>
                  </a:lnTo>
                  <a:close/>
                </a:path>
              </a:pathLst>
            </a:custGeom>
            <a:pattFill prst="wdDnDiag">
              <a:fgClr>
                <a:schemeClr val="accent1">
                  <a:lumMod val="60000"/>
                  <a:lumOff val="40000"/>
                </a:schemeClr>
              </a:fgClr>
              <a:bgClr>
                <a:schemeClr val="accent2">
                  <a:lumMod val="50000"/>
                </a:schemeClr>
              </a:bgClr>
            </a:pattFill>
            <a:ln>
              <a:noFill/>
            </a:ln>
            <a:effectLst/>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noProof="0" dirty="0"/>
            </a:p>
          </p:txBody>
        </p:sp>
        <p:grpSp>
          <p:nvGrpSpPr>
            <p:cNvPr id="12" name="Group 11">
              <a:extLst>
                <a:ext uri="{FF2B5EF4-FFF2-40B4-BE49-F238E27FC236}">
                  <a16:creationId xmlns:a16="http://schemas.microsoft.com/office/drawing/2014/main" id="{0A86C4EA-4CF8-4531-845D-4FCB1E2F7422}"/>
                </a:ext>
              </a:extLst>
            </p:cNvPr>
            <p:cNvGrpSpPr/>
            <p:nvPr/>
          </p:nvGrpSpPr>
          <p:grpSpPr>
            <a:xfrm>
              <a:off x="-760406" y="4672937"/>
              <a:ext cx="1520812" cy="1520812"/>
              <a:chOff x="-1604709" y="3012880"/>
              <a:chExt cx="3211378" cy="3211378"/>
            </a:xfrm>
          </p:grpSpPr>
          <p:sp>
            <p:nvSpPr>
              <p:cNvPr id="13" name="Freeform: Shape 12">
                <a:extLst>
                  <a:ext uri="{FF2B5EF4-FFF2-40B4-BE49-F238E27FC236}">
                    <a16:creationId xmlns:a16="http://schemas.microsoft.com/office/drawing/2014/main" id="{1101B195-C112-4D20-8D19-4D22479B150D}"/>
                  </a:ext>
                </a:extLst>
              </p:cNvPr>
              <p:cNvSpPr/>
              <p:nvPr/>
            </p:nvSpPr>
            <p:spPr>
              <a:xfrm rot="18900000" flipH="1">
                <a:off x="-1604709" y="3012880"/>
                <a:ext cx="3211378" cy="3211378"/>
              </a:xfrm>
              <a:custGeom>
                <a:avLst/>
                <a:gdLst>
                  <a:gd name="connsiteX0" fmla="*/ 754341 w 754341"/>
                  <a:gd name="connsiteY0" fmla="*/ 754341 h 754341"/>
                  <a:gd name="connsiteX1" fmla="*/ 0 w 754341"/>
                  <a:gd name="connsiteY1" fmla="*/ 754341 h 754341"/>
                  <a:gd name="connsiteX2" fmla="*/ 0 w 754341"/>
                  <a:gd name="connsiteY2" fmla="*/ 0 h 754341"/>
                </a:gdLst>
                <a:ahLst/>
                <a:cxnLst>
                  <a:cxn ang="0">
                    <a:pos x="connsiteX0" y="connsiteY0"/>
                  </a:cxn>
                  <a:cxn ang="0">
                    <a:pos x="connsiteX1" y="connsiteY1"/>
                  </a:cxn>
                  <a:cxn ang="0">
                    <a:pos x="connsiteX2" y="connsiteY2"/>
                  </a:cxn>
                </a:cxnLst>
                <a:rect l="l" t="t" r="r" b="b"/>
                <a:pathLst>
                  <a:path w="754341" h="754341">
                    <a:moveTo>
                      <a:pt x="754341" y="754341"/>
                    </a:moveTo>
                    <a:lnTo>
                      <a:pt x="0" y="754341"/>
                    </a:lnTo>
                    <a:lnTo>
                      <a:pt x="0" y="0"/>
                    </a:lnTo>
                    <a:close/>
                  </a:path>
                </a:pathLst>
              </a:custGeom>
              <a:solidFill>
                <a:schemeClr val="accent1">
                  <a:lumMod val="50000"/>
                </a:schemeClr>
              </a:solidFill>
              <a:ln>
                <a:noFill/>
              </a:ln>
              <a:effectLst/>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noProof="0" dirty="0"/>
              </a:p>
            </p:txBody>
          </p:sp>
          <p:sp>
            <p:nvSpPr>
              <p:cNvPr id="14" name="Freeform: Shape 12">
                <a:extLst>
                  <a:ext uri="{FF2B5EF4-FFF2-40B4-BE49-F238E27FC236}">
                    <a16:creationId xmlns:a16="http://schemas.microsoft.com/office/drawing/2014/main" id="{CA755F1F-9955-4CBB-8F34-F7801CA44CE7}"/>
                  </a:ext>
                </a:extLst>
              </p:cNvPr>
              <p:cNvSpPr/>
              <p:nvPr/>
            </p:nvSpPr>
            <p:spPr>
              <a:xfrm rot="13500000">
                <a:off x="-1226102" y="3352505"/>
                <a:ext cx="2416016" cy="2416016"/>
              </a:xfrm>
              <a:custGeom>
                <a:avLst/>
                <a:gdLst>
                  <a:gd name="connsiteX0" fmla="*/ 754341 w 754341"/>
                  <a:gd name="connsiteY0" fmla="*/ 754341 h 754341"/>
                  <a:gd name="connsiteX1" fmla="*/ 0 w 754341"/>
                  <a:gd name="connsiteY1" fmla="*/ 754341 h 754341"/>
                  <a:gd name="connsiteX2" fmla="*/ 0 w 754341"/>
                  <a:gd name="connsiteY2" fmla="*/ 0 h 754341"/>
                </a:gdLst>
                <a:ahLst/>
                <a:cxnLst>
                  <a:cxn ang="0">
                    <a:pos x="connsiteX0" y="connsiteY0"/>
                  </a:cxn>
                  <a:cxn ang="0">
                    <a:pos x="connsiteX1" y="connsiteY1"/>
                  </a:cxn>
                  <a:cxn ang="0">
                    <a:pos x="connsiteX2" y="connsiteY2"/>
                  </a:cxn>
                </a:cxnLst>
                <a:rect l="l" t="t" r="r" b="b"/>
                <a:pathLst>
                  <a:path w="754341" h="754341">
                    <a:moveTo>
                      <a:pt x="754341" y="754341"/>
                    </a:moveTo>
                    <a:lnTo>
                      <a:pt x="0" y="754341"/>
                    </a:lnTo>
                    <a:lnTo>
                      <a:pt x="0" y="0"/>
                    </a:lnTo>
                    <a:close/>
                  </a:path>
                </a:pathLst>
              </a:custGeom>
              <a:pattFill prst="wdDnDiag">
                <a:fgClr>
                  <a:schemeClr val="accent1">
                    <a:lumMod val="60000"/>
                    <a:lumOff val="40000"/>
                  </a:schemeClr>
                </a:fgClr>
                <a:bgClr>
                  <a:schemeClr val="accent2">
                    <a:lumMod val="50000"/>
                  </a:schemeClr>
                </a:bgClr>
              </a:pattFill>
              <a:ln>
                <a:noFill/>
              </a:ln>
              <a:effectLst/>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noProof="0" dirty="0"/>
              </a:p>
            </p:txBody>
          </p:sp>
        </p:grpSp>
      </p:grpSp>
      <p:sp>
        <p:nvSpPr>
          <p:cNvPr id="2" name="Title 1">
            <a:extLst>
              <a:ext uri="{FF2B5EF4-FFF2-40B4-BE49-F238E27FC236}">
                <a16:creationId xmlns:a16="http://schemas.microsoft.com/office/drawing/2014/main" id="{9E597736-C478-4C26-9BAF-205FE31E977C}"/>
              </a:ext>
            </a:extLst>
          </p:cNvPr>
          <p:cNvSpPr>
            <a:spLocks noGrp="1"/>
          </p:cNvSpPr>
          <p:nvPr>
            <p:ph type="ctrTitle" hasCustomPrompt="1"/>
          </p:nvPr>
        </p:nvSpPr>
        <p:spPr>
          <a:xfrm>
            <a:off x="2761488" y="2395728"/>
            <a:ext cx="7077456" cy="1243584"/>
          </a:xfrm>
        </p:spPr>
        <p:txBody>
          <a:bodyPr vert="horz" lIns="91440" tIns="45720" rIns="91440" bIns="45720" rtlCol="0" anchor="b">
            <a:noAutofit/>
          </a:bodyPr>
          <a:lstStyle>
            <a:lvl1pPr>
              <a:defRPr lang="en-GB" sz="6600" b="1" dirty="0">
                <a:solidFill>
                  <a:schemeClr val="accent2"/>
                </a:solidFill>
                <a:latin typeface="+mj-lt"/>
                <a:ea typeface="Tahoma" panose="020B0604030504040204" pitchFamily="34" charset="0"/>
                <a:cs typeface="Tahoma" panose="020B0604030504040204" pitchFamily="34" charset="0"/>
              </a:defRPr>
            </a:lvl1pPr>
          </a:lstStyle>
          <a:p>
            <a:pPr lvl="0"/>
            <a:r>
              <a:rPr lang="en-US" noProof="0"/>
              <a:t>TITLE</a:t>
            </a:r>
          </a:p>
        </p:txBody>
      </p:sp>
      <p:sp>
        <p:nvSpPr>
          <p:cNvPr id="3" name="Subtitle 2">
            <a:extLst>
              <a:ext uri="{FF2B5EF4-FFF2-40B4-BE49-F238E27FC236}">
                <a16:creationId xmlns:a16="http://schemas.microsoft.com/office/drawing/2014/main" id="{C3D2DEF0-A0B0-4CFE-B67D-A9D75E2368DC}"/>
              </a:ext>
            </a:extLst>
          </p:cNvPr>
          <p:cNvSpPr>
            <a:spLocks noGrp="1"/>
          </p:cNvSpPr>
          <p:nvPr>
            <p:ph type="subTitle" idx="1"/>
          </p:nvPr>
        </p:nvSpPr>
        <p:spPr>
          <a:xfrm>
            <a:off x="2761488" y="3721608"/>
            <a:ext cx="7077456" cy="868680"/>
          </a:xfrm>
        </p:spPr>
        <p:txBody>
          <a:bodyPr vert="horz" lIns="91440" tIns="45720" rIns="91440" bIns="45720" rtlCol="0">
            <a:normAutofit/>
          </a:bodyPr>
          <a:lstStyle>
            <a:lvl1pPr marL="0" indent="0">
              <a:buNone/>
              <a:defRPr lang="en-GB" sz="1800" spc="300" dirty="0">
                <a:solidFill>
                  <a:schemeClr val="bg1"/>
                </a:solidFill>
                <a:latin typeface="+mn-lt"/>
                <a:cs typeface="Arial" panose="020B0604020202020204" pitchFamily="34" charset="0"/>
              </a:defRPr>
            </a:lvl1pPr>
          </a:lstStyle>
          <a:p>
            <a:pPr marL="228600" lvl="0" indent="-228600"/>
            <a:r>
              <a:rPr lang="en-US" noProof="0"/>
              <a:t>Click to edit Master subtitle style</a:t>
            </a:r>
          </a:p>
        </p:txBody>
      </p:sp>
    </p:spTree>
    <p:extLst>
      <p:ext uri="{BB962C8B-B14F-4D97-AF65-F5344CB8AC3E}">
        <p14:creationId xmlns:p14="http://schemas.microsoft.com/office/powerpoint/2010/main" val="436959625"/>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preserve="1" userDrawn="1">
  <p:cSld name="Section Header">
    <p:spTree>
      <p:nvGrpSpPr>
        <p:cNvPr id="1" name=""/>
        <p:cNvGrpSpPr/>
        <p:nvPr/>
      </p:nvGrpSpPr>
      <p:grpSpPr>
        <a:xfrm>
          <a:off x="0" y="0"/>
          <a:ext cx="0" cy="0"/>
          <a:chOff x="0" y="0"/>
          <a:chExt cx="0" cy="0"/>
        </a:xfrm>
      </p:grpSpPr>
      <p:sp>
        <p:nvSpPr>
          <p:cNvPr id="7" name="Rectangle 6">
            <a:extLst>
              <a:ext uri="{FF2B5EF4-FFF2-40B4-BE49-F238E27FC236}">
                <a16:creationId xmlns:a16="http://schemas.microsoft.com/office/drawing/2014/main" id="{B2838D16-809E-4EB1-8C0C-0E63D8139112}"/>
              </a:ext>
            </a:extLst>
          </p:cNvPr>
          <p:cNvSpPr/>
          <p:nvPr userDrawn="1"/>
        </p:nvSpPr>
        <p:spPr>
          <a:xfrm>
            <a:off x="0" y="0"/>
            <a:ext cx="12192000" cy="6858000"/>
          </a:xfrm>
          <a:prstGeom prst="rect">
            <a:avLst/>
          </a:prstGeom>
          <a:solidFill>
            <a:srgbClr val="0C4360"/>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noProof="0" dirty="0"/>
          </a:p>
        </p:txBody>
      </p:sp>
      <p:sp>
        <p:nvSpPr>
          <p:cNvPr id="8" name="Freeform: Shape 7">
            <a:extLst>
              <a:ext uri="{FF2B5EF4-FFF2-40B4-BE49-F238E27FC236}">
                <a16:creationId xmlns:a16="http://schemas.microsoft.com/office/drawing/2014/main" id="{01FEB333-94B4-4E53-9019-D584810903BB}"/>
              </a:ext>
            </a:extLst>
          </p:cNvPr>
          <p:cNvSpPr/>
          <p:nvPr userDrawn="1"/>
        </p:nvSpPr>
        <p:spPr>
          <a:xfrm>
            <a:off x="0" y="0"/>
            <a:ext cx="12192000" cy="6862745"/>
          </a:xfrm>
          <a:custGeom>
            <a:avLst/>
            <a:gdLst>
              <a:gd name="connsiteX0" fmla="*/ 0 w 12192000"/>
              <a:gd name="connsiteY0" fmla="*/ 0 h 6849743"/>
              <a:gd name="connsiteX1" fmla="*/ 7554712 w 12192000"/>
              <a:gd name="connsiteY1" fmla="*/ 0 h 6849743"/>
              <a:gd name="connsiteX2" fmla="*/ 10266645 w 12192000"/>
              <a:gd name="connsiteY2" fmla="*/ 2711934 h 6849743"/>
              <a:gd name="connsiteX3" fmla="*/ 11289529 w 12192000"/>
              <a:gd name="connsiteY3" fmla="*/ 2711934 h 6849743"/>
              <a:gd name="connsiteX4" fmla="*/ 12191999 w 12192000"/>
              <a:gd name="connsiteY4" fmla="*/ 3614404 h 6849743"/>
              <a:gd name="connsiteX5" fmla="*/ 12192000 w 12192000"/>
              <a:gd name="connsiteY5" fmla="*/ 6849743 h 6849743"/>
              <a:gd name="connsiteX6" fmla="*/ 0 w 12192000"/>
              <a:gd name="connsiteY6" fmla="*/ 6849743 h 6849743"/>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Lst>
            <a:rect l="l" t="t" r="r" b="b"/>
            <a:pathLst>
              <a:path w="12192000" h="6849743">
                <a:moveTo>
                  <a:pt x="0" y="0"/>
                </a:moveTo>
                <a:lnTo>
                  <a:pt x="7554712" y="0"/>
                </a:lnTo>
                <a:lnTo>
                  <a:pt x="10266645" y="2711934"/>
                </a:lnTo>
                <a:lnTo>
                  <a:pt x="11289529" y="2711934"/>
                </a:lnTo>
                <a:lnTo>
                  <a:pt x="12191999" y="3614404"/>
                </a:lnTo>
                <a:lnTo>
                  <a:pt x="12192000" y="6849743"/>
                </a:lnTo>
                <a:lnTo>
                  <a:pt x="0" y="6849743"/>
                </a:lnTo>
                <a:close/>
              </a:path>
            </a:pathLst>
          </a:custGeom>
          <a:solidFill>
            <a:schemeClr val="accent2">
              <a:alpha val="74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noProof="0" dirty="0"/>
          </a:p>
        </p:txBody>
      </p:sp>
      <p:sp>
        <p:nvSpPr>
          <p:cNvPr id="9" name="Freeform: Shape 8">
            <a:extLst>
              <a:ext uri="{FF2B5EF4-FFF2-40B4-BE49-F238E27FC236}">
                <a16:creationId xmlns:a16="http://schemas.microsoft.com/office/drawing/2014/main" id="{A59B9489-0CD9-4DB7-AC82-6E7867F91403}"/>
              </a:ext>
            </a:extLst>
          </p:cNvPr>
          <p:cNvSpPr/>
          <p:nvPr userDrawn="1"/>
        </p:nvSpPr>
        <p:spPr>
          <a:xfrm rot="16200000" flipV="1">
            <a:off x="2626805" y="-2626805"/>
            <a:ext cx="6862743" cy="12116353"/>
          </a:xfrm>
          <a:custGeom>
            <a:avLst/>
            <a:gdLst>
              <a:gd name="connsiteX0" fmla="*/ 6853871 w 6853871"/>
              <a:gd name="connsiteY0" fmla="*/ 12116353 h 12116353"/>
              <a:gd name="connsiteX1" fmla="*/ 6853871 w 6853871"/>
              <a:gd name="connsiteY1" fmla="*/ 8014954 h 12116353"/>
              <a:gd name="connsiteX2" fmla="*/ 4141930 w 6853871"/>
              <a:gd name="connsiteY2" fmla="*/ 8014954 h 12116353"/>
              <a:gd name="connsiteX3" fmla="*/ 4141930 w 6853871"/>
              <a:gd name="connsiteY3" fmla="*/ 8014952 h 12116353"/>
              <a:gd name="connsiteX4" fmla="*/ 6853871 w 6853871"/>
              <a:gd name="connsiteY4" fmla="*/ 8014952 h 12116353"/>
              <a:gd name="connsiteX5" fmla="*/ 4141930 w 6853871"/>
              <a:gd name="connsiteY5" fmla="*/ 5293882 h 12116353"/>
              <a:gd name="connsiteX6" fmla="*/ 4141930 w 6853871"/>
              <a:gd name="connsiteY6" fmla="*/ 4141928 h 12116353"/>
              <a:gd name="connsiteX7" fmla="*/ 0 w 6853871"/>
              <a:gd name="connsiteY7" fmla="*/ 0 h 12116353"/>
              <a:gd name="connsiteX8" fmla="*/ 0 w 6853871"/>
              <a:gd name="connsiteY8" fmla="*/ 12116353 h 12116353"/>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Lst>
            <a:rect l="l" t="t" r="r" b="b"/>
            <a:pathLst>
              <a:path w="6853871" h="12116353">
                <a:moveTo>
                  <a:pt x="6853871" y="12116353"/>
                </a:moveTo>
                <a:lnTo>
                  <a:pt x="6853871" y="8014954"/>
                </a:lnTo>
                <a:lnTo>
                  <a:pt x="4141930" y="8014954"/>
                </a:lnTo>
                <a:lnTo>
                  <a:pt x="4141930" y="8014952"/>
                </a:lnTo>
                <a:lnTo>
                  <a:pt x="6853871" y="8014952"/>
                </a:lnTo>
                <a:lnTo>
                  <a:pt x="4141930" y="5293882"/>
                </a:lnTo>
                <a:lnTo>
                  <a:pt x="4141930" y="4141928"/>
                </a:lnTo>
                <a:lnTo>
                  <a:pt x="0" y="0"/>
                </a:lnTo>
                <a:lnTo>
                  <a:pt x="0" y="12116353"/>
                </a:lnTo>
                <a:close/>
              </a:path>
            </a:pathLst>
          </a:custGeom>
          <a:pattFill prst="wdDnDiag">
            <a:fgClr>
              <a:schemeClr val="accent1"/>
            </a:fgClr>
            <a:bgClr>
              <a:schemeClr val="accent2"/>
            </a:bgClr>
          </a:patt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noProof="0" dirty="0"/>
          </a:p>
        </p:txBody>
      </p:sp>
      <p:sp>
        <p:nvSpPr>
          <p:cNvPr id="10" name="Right Triangle 9">
            <a:extLst>
              <a:ext uri="{FF2B5EF4-FFF2-40B4-BE49-F238E27FC236}">
                <a16:creationId xmlns:a16="http://schemas.microsoft.com/office/drawing/2014/main" id="{A55D1C76-C591-4FA5-9780-87AB6B37C0FA}"/>
              </a:ext>
            </a:extLst>
          </p:cNvPr>
          <p:cNvSpPr/>
          <p:nvPr userDrawn="1"/>
        </p:nvSpPr>
        <p:spPr>
          <a:xfrm rot="5400000" flipV="1">
            <a:off x="5851010" y="-10649"/>
            <a:ext cx="6326154" cy="6347453"/>
          </a:xfrm>
          <a:prstGeom prst="rtTriangle">
            <a:avLst/>
          </a:prstGeom>
          <a:solidFill>
            <a:schemeClr val="accent1">
              <a:lumMod val="50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noProof="0" dirty="0"/>
          </a:p>
        </p:txBody>
      </p:sp>
      <p:sp>
        <p:nvSpPr>
          <p:cNvPr id="11" name="Freeform: Shape 10">
            <a:extLst>
              <a:ext uri="{FF2B5EF4-FFF2-40B4-BE49-F238E27FC236}">
                <a16:creationId xmlns:a16="http://schemas.microsoft.com/office/drawing/2014/main" id="{A7DC1D12-670F-4235-8791-FA8C2B330871}"/>
              </a:ext>
            </a:extLst>
          </p:cNvPr>
          <p:cNvSpPr/>
          <p:nvPr userDrawn="1"/>
        </p:nvSpPr>
        <p:spPr>
          <a:xfrm rot="16200000" flipV="1">
            <a:off x="2664628" y="-2664627"/>
            <a:ext cx="6862744" cy="12192000"/>
          </a:xfrm>
          <a:custGeom>
            <a:avLst/>
            <a:gdLst>
              <a:gd name="connsiteX0" fmla="*/ 6849744 w 6849744"/>
              <a:gd name="connsiteY0" fmla="*/ 12192000 h 12192000"/>
              <a:gd name="connsiteX1" fmla="*/ 6849744 w 6849744"/>
              <a:gd name="connsiteY1" fmla="*/ 5840584 h 12192000"/>
              <a:gd name="connsiteX2" fmla="*/ 4137803 w 6849744"/>
              <a:gd name="connsiteY2" fmla="*/ 5840584 h 12192000"/>
              <a:gd name="connsiteX3" fmla="*/ 4137803 w 6849744"/>
              <a:gd name="connsiteY3" fmla="*/ 5840583 h 12192000"/>
              <a:gd name="connsiteX4" fmla="*/ 6849744 w 6849744"/>
              <a:gd name="connsiteY4" fmla="*/ 5840583 h 12192000"/>
              <a:gd name="connsiteX5" fmla="*/ 4137803 w 6849744"/>
              <a:gd name="connsiteY5" fmla="*/ 3119513 h 12192000"/>
              <a:gd name="connsiteX6" fmla="*/ 4137803 w 6849744"/>
              <a:gd name="connsiteY6" fmla="*/ 1967559 h 12192000"/>
              <a:gd name="connsiteX7" fmla="*/ 2170243 w 6849744"/>
              <a:gd name="connsiteY7" fmla="*/ 0 h 12192000"/>
              <a:gd name="connsiteX8" fmla="*/ 0 w 6849744"/>
              <a:gd name="connsiteY8" fmla="*/ 0 h 12192000"/>
              <a:gd name="connsiteX9" fmla="*/ 0 w 6849744"/>
              <a:gd name="connsiteY9" fmla="*/ 12192000 h 12192000"/>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Lst>
            <a:rect l="l" t="t" r="r" b="b"/>
            <a:pathLst>
              <a:path w="6849744" h="12192000">
                <a:moveTo>
                  <a:pt x="6849744" y="12192000"/>
                </a:moveTo>
                <a:lnTo>
                  <a:pt x="6849744" y="5840584"/>
                </a:lnTo>
                <a:lnTo>
                  <a:pt x="4137803" y="5840584"/>
                </a:lnTo>
                <a:lnTo>
                  <a:pt x="4137803" y="5840583"/>
                </a:lnTo>
                <a:lnTo>
                  <a:pt x="6849744" y="5840583"/>
                </a:lnTo>
                <a:lnTo>
                  <a:pt x="4137803" y="3119513"/>
                </a:lnTo>
                <a:lnTo>
                  <a:pt x="4137803" y="1967559"/>
                </a:lnTo>
                <a:lnTo>
                  <a:pt x="2170243" y="0"/>
                </a:lnTo>
                <a:lnTo>
                  <a:pt x="0" y="0"/>
                </a:lnTo>
                <a:lnTo>
                  <a:pt x="0" y="12192000"/>
                </a:lnTo>
                <a:close/>
              </a:path>
            </a:pathLst>
          </a:custGeom>
          <a:solidFill>
            <a:schemeClr val="accent1">
              <a:lumMod val="50000"/>
              <a:alpha val="90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noProof="0" dirty="0"/>
          </a:p>
        </p:txBody>
      </p:sp>
      <p:sp>
        <p:nvSpPr>
          <p:cNvPr id="12" name="Freeform: Shape 11">
            <a:extLst>
              <a:ext uri="{FF2B5EF4-FFF2-40B4-BE49-F238E27FC236}">
                <a16:creationId xmlns:a16="http://schemas.microsoft.com/office/drawing/2014/main" id="{859569CF-FDAC-47C4-A0F5-296F7117C398}"/>
              </a:ext>
            </a:extLst>
          </p:cNvPr>
          <p:cNvSpPr/>
          <p:nvPr userDrawn="1"/>
        </p:nvSpPr>
        <p:spPr>
          <a:xfrm rot="2700000">
            <a:off x="9668984" y="1404392"/>
            <a:ext cx="4406148" cy="5299239"/>
          </a:xfrm>
          <a:custGeom>
            <a:avLst/>
            <a:gdLst>
              <a:gd name="connsiteX0" fmla="*/ 0 w 4406148"/>
              <a:gd name="connsiteY0" fmla="*/ 0 h 5299239"/>
              <a:gd name="connsiteX1" fmla="*/ 4406148 w 4406148"/>
              <a:gd name="connsiteY1" fmla="*/ 4406147 h 5299239"/>
              <a:gd name="connsiteX2" fmla="*/ 3513056 w 4406148"/>
              <a:gd name="connsiteY2" fmla="*/ 5299239 h 5299239"/>
              <a:gd name="connsiteX3" fmla="*/ 1 w 4406148"/>
              <a:gd name="connsiteY3" fmla="*/ 5299239 h 5299239"/>
            </a:gdLst>
            <a:ahLst/>
            <a:cxnLst>
              <a:cxn ang="0">
                <a:pos x="connsiteX0" y="connsiteY0"/>
              </a:cxn>
              <a:cxn ang="0">
                <a:pos x="connsiteX1" y="connsiteY1"/>
              </a:cxn>
              <a:cxn ang="0">
                <a:pos x="connsiteX2" y="connsiteY2"/>
              </a:cxn>
              <a:cxn ang="0">
                <a:pos x="connsiteX3" y="connsiteY3"/>
              </a:cxn>
            </a:cxnLst>
            <a:rect l="l" t="t" r="r" b="b"/>
            <a:pathLst>
              <a:path w="4406148" h="5299239">
                <a:moveTo>
                  <a:pt x="0" y="0"/>
                </a:moveTo>
                <a:lnTo>
                  <a:pt x="4406148" y="4406147"/>
                </a:lnTo>
                <a:lnTo>
                  <a:pt x="3513056" y="5299239"/>
                </a:lnTo>
                <a:lnTo>
                  <a:pt x="1" y="5299239"/>
                </a:lnTo>
                <a:close/>
              </a:path>
            </a:pathLst>
          </a:custGeom>
          <a:solidFill>
            <a:schemeClr val="accent1">
              <a:lumMod val="50000"/>
            </a:schemeClr>
          </a:solidFill>
          <a:ln>
            <a:noFill/>
          </a:ln>
          <a:effectLst/>
        </p:spPr>
        <p:style>
          <a:lnRef idx="2">
            <a:schemeClr val="accent1">
              <a:shade val="50000"/>
            </a:schemeClr>
          </a:lnRef>
          <a:fillRef idx="1">
            <a:schemeClr val="accent1"/>
          </a:fillRef>
          <a:effectRef idx="0">
            <a:schemeClr val="accent1"/>
          </a:effectRef>
          <a:fontRef idx="minor">
            <a:schemeClr val="lt1"/>
          </a:fontRef>
        </p:style>
        <p:txBody>
          <a:bodyPr wrap="square" rtlCol="0" anchor="ctr">
            <a:noAutofit/>
          </a:bodyPr>
          <a:lstStyle/>
          <a:p>
            <a:pPr algn="ctr"/>
            <a:endParaRPr lang="en-US" noProof="0" dirty="0"/>
          </a:p>
        </p:txBody>
      </p:sp>
      <p:sp>
        <p:nvSpPr>
          <p:cNvPr id="13" name="Freeform: Shape 12">
            <a:extLst>
              <a:ext uri="{FF2B5EF4-FFF2-40B4-BE49-F238E27FC236}">
                <a16:creationId xmlns:a16="http://schemas.microsoft.com/office/drawing/2014/main" id="{D68D0C72-2B2C-4C85-A091-157853C71784}"/>
              </a:ext>
            </a:extLst>
          </p:cNvPr>
          <p:cNvSpPr/>
          <p:nvPr userDrawn="1"/>
        </p:nvSpPr>
        <p:spPr>
          <a:xfrm rot="8100000" flipH="1">
            <a:off x="9583575" y="1088097"/>
            <a:ext cx="5072180" cy="4843502"/>
          </a:xfrm>
          <a:custGeom>
            <a:avLst/>
            <a:gdLst>
              <a:gd name="connsiteX0" fmla="*/ 5072180 w 5072180"/>
              <a:gd name="connsiteY0" fmla="*/ 4843501 h 4843502"/>
              <a:gd name="connsiteX1" fmla="*/ 228679 w 5072180"/>
              <a:gd name="connsiteY1" fmla="*/ 0 h 4843502"/>
              <a:gd name="connsiteX2" fmla="*/ 1 w 5072180"/>
              <a:gd name="connsiteY2" fmla="*/ 228678 h 4843502"/>
              <a:gd name="connsiteX3" fmla="*/ 0 w 5072180"/>
              <a:gd name="connsiteY3" fmla="*/ 4843502 h 4843502"/>
            </a:gdLst>
            <a:ahLst/>
            <a:cxnLst>
              <a:cxn ang="0">
                <a:pos x="connsiteX0" y="connsiteY0"/>
              </a:cxn>
              <a:cxn ang="0">
                <a:pos x="connsiteX1" y="connsiteY1"/>
              </a:cxn>
              <a:cxn ang="0">
                <a:pos x="connsiteX2" y="connsiteY2"/>
              </a:cxn>
              <a:cxn ang="0">
                <a:pos x="connsiteX3" y="connsiteY3"/>
              </a:cxn>
            </a:cxnLst>
            <a:rect l="l" t="t" r="r" b="b"/>
            <a:pathLst>
              <a:path w="5072180" h="4843502">
                <a:moveTo>
                  <a:pt x="5072180" y="4843501"/>
                </a:moveTo>
                <a:lnTo>
                  <a:pt x="228679" y="0"/>
                </a:lnTo>
                <a:lnTo>
                  <a:pt x="1" y="228678"/>
                </a:lnTo>
                <a:lnTo>
                  <a:pt x="0" y="4843502"/>
                </a:lnTo>
                <a:close/>
              </a:path>
            </a:pathLst>
          </a:custGeom>
          <a:pattFill prst="wdDnDiag">
            <a:fgClr>
              <a:schemeClr val="accent1">
                <a:lumMod val="60000"/>
                <a:lumOff val="40000"/>
              </a:schemeClr>
            </a:fgClr>
            <a:bgClr>
              <a:schemeClr val="accent2">
                <a:lumMod val="50000"/>
              </a:schemeClr>
            </a:bgClr>
          </a:pattFill>
          <a:ln>
            <a:noFill/>
          </a:ln>
          <a:effectLst/>
        </p:spPr>
        <p:style>
          <a:lnRef idx="2">
            <a:schemeClr val="accent1">
              <a:shade val="50000"/>
            </a:schemeClr>
          </a:lnRef>
          <a:fillRef idx="1">
            <a:schemeClr val="accent1"/>
          </a:fillRef>
          <a:effectRef idx="0">
            <a:schemeClr val="accent1"/>
          </a:effectRef>
          <a:fontRef idx="minor">
            <a:schemeClr val="lt1"/>
          </a:fontRef>
        </p:style>
        <p:txBody>
          <a:bodyPr wrap="square" rtlCol="0" anchor="ctr">
            <a:noAutofit/>
          </a:bodyPr>
          <a:lstStyle/>
          <a:p>
            <a:pPr algn="ctr"/>
            <a:endParaRPr lang="en-US" noProof="0" dirty="0"/>
          </a:p>
        </p:txBody>
      </p:sp>
      <p:sp>
        <p:nvSpPr>
          <p:cNvPr id="14" name="Freeform: Shape 13">
            <a:extLst>
              <a:ext uri="{FF2B5EF4-FFF2-40B4-BE49-F238E27FC236}">
                <a16:creationId xmlns:a16="http://schemas.microsoft.com/office/drawing/2014/main" id="{8E25334A-5FE3-4DDA-8D32-4796CCFCAA74}"/>
              </a:ext>
            </a:extLst>
          </p:cNvPr>
          <p:cNvSpPr/>
          <p:nvPr userDrawn="1"/>
        </p:nvSpPr>
        <p:spPr>
          <a:xfrm rot="2700000">
            <a:off x="11438585" y="5665752"/>
            <a:ext cx="877778" cy="1755556"/>
          </a:xfrm>
          <a:custGeom>
            <a:avLst/>
            <a:gdLst>
              <a:gd name="connsiteX0" fmla="*/ 0 w 877778"/>
              <a:gd name="connsiteY0" fmla="*/ 0 h 1755556"/>
              <a:gd name="connsiteX1" fmla="*/ 877778 w 877778"/>
              <a:gd name="connsiteY1" fmla="*/ 877778 h 1755556"/>
              <a:gd name="connsiteX2" fmla="*/ 0 w 877778"/>
              <a:gd name="connsiteY2" fmla="*/ 1755556 h 1755556"/>
            </a:gdLst>
            <a:ahLst/>
            <a:cxnLst>
              <a:cxn ang="0">
                <a:pos x="connsiteX0" y="connsiteY0"/>
              </a:cxn>
              <a:cxn ang="0">
                <a:pos x="connsiteX1" y="connsiteY1"/>
              </a:cxn>
              <a:cxn ang="0">
                <a:pos x="connsiteX2" y="connsiteY2"/>
              </a:cxn>
            </a:cxnLst>
            <a:rect l="l" t="t" r="r" b="b"/>
            <a:pathLst>
              <a:path w="877778" h="1755556">
                <a:moveTo>
                  <a:pt x="0" y="0"/>
                </a:moveTo>
                <a:lnTo>
                  <a:pt x="877778" y="877778"/>
                </a:lnTo>
                <a:lnTo>
                  <a:pt x="0" y="1755556"/>
                </a:lnTo>
                <a:close/>
              </a:path>
            </a:pathLst>
          </a:custGeom>
          <a:solidFill>
            <a:schemeClr val="accent1">
              <a:lumMod val="50000"/>
            </a:schemeClr>
          </a:solidFill>
          <a:ln>
            <a:noFill/>
          </a:ln>
          <a:effectLst/>
        </p:spPr>
        <p:style>
          <a:lnRef idx="2">
            <a:schemeClr val="accent1">
              <a:shade val="50000"/>
            </a:schemeClr>
          </a:lnRef>
          <a:fillRef idx="1">
            <a:schemeClr val="accent1"/>
          </a:fillRef>
          <a:effectRef idx="0">
            <a:schemeClr val="accent1"/>
          </a:effectRef>
          <a:fontRef idx="minor">
            <a:schemeClr val="lt1"/>
          </a:fontRef>
        </p:style>
        <p:txBody>
          <a:bodyPr wrap="square" rtlCol="0" anchor="ctr">
            <a:noAutofit/>
          </a:bodyPr>
          <a:lstStyle/>
          <a:p>
            <a:pPr algn="ctr"/>
            <a:endParaRPr lang="en-US" noProof="0" dirty="0"/>
          </a:p>
        </p:txBody>
      </p:sp>
      <p:sp>
        <p:nvSpPr>
          <p:cNvPr id="15" name="Freeform: Shape 14">
            <a:extLst>
              <a:ext uri="{FF2B5EF4-FFF2-40B4-BE49-F238E27FC236}">
                <a16:creationId xmlns:a16="http://schemas.microsoft.com/office/drawing/2014/main" id="{18818DF1-D7FD-4C0F-875D-7A07E8F75C06}"/>
              </a:ext>
            </a:extLst>
          </p:cNvPr>
          <p:cNvSpPr/>
          <p:nvPr userDrawn="1"/>
        </p:nvSpPr>
        <p:spPr>
          <a:xfrm rot="8100000" flipH="1">
            <a:off x="10582265" y="5841410"/>
            <a:ext cx="2372348" cy="1186174"/>
          </a:xfrm>
          <a:custGeom>
            <a:avLst/>
            <a:gdLst>
              <a:gd name="connsiteX0" fmla="*/ 2372348 w 2372348"/>
              <a:gd name="connsiteY0" fmla="*/ 1186174 h 1186174"/>
              <a:gd name="connsiteX1" fmla="*/ 1186174 w 2372348"/>
              <a:gd name="connsiteY1" fmla="*/ 0 h 1186174"/>
              <a:gd name="connsiteX2" fmla="*/ 0 w 2372348"/>
              <a:gd name="connsiteY2" fmla="*/ 1186174 h 1186174"/>
            </a:gdLst>
            <a:ahLst/>
            <a:cxnLst>
              <a:cxn ang="0">
                <a:pos x="connsiteX0" y="connsiteY0"/>
              </a:cxn>
              <a:cxn ang="0">
                <a:pos x="connsiteX1" y="connsiteY1"/>
              </a:cxn>
              <a:cxn ang="0">
                <a:pos x="connsiteX2" y="connsiteY2"/>
              </a:cxn>
            </a:cxnLst>
            <a:rect l="l" t="t" r="r" b="b"/>
            <a:pathLst>
              <a:path w="2372348" h="1186174">
                <a:moveTo>
                  <a:pt x="2372348" y="1186174"/>
                </a:moveTo>
                <a:lnTo>
                  <a:pt x="1186174" y="0"/>
                </a:lnTo>
                <a:lnTo>
                  <a:pt x="0" y="1186174"/>
                </a:lnTo>
                <a:close/>
              </a:path>
            </a:pathLst>
          </a:custGeom>
          <a:pattFill prst="wdUpDiag">
            <a:fgClr>
              <a:schemeClr val="accent1">
                <a:lumMod val="60000"/>
                <a:lumOff val="40000"/>
              </a:schemeClr>
            </a:fgClr>
            <a:bgClr>
              <a:schemeClr val="accent2">
                <a:lumMod val="50000"/>
              </a:schemeClr>
            </a:bgClr>
          </a:pattFill>
          <a:ln>
            <a:noFill/>
          </a:ln>
          <a:effectLst/>
        </p:spPr>
        <p:style>
          <a:lnRef idx="2">
            <a:schemeClr val="accent1">
              <a:shade val="50000"/>
            </a:schemeClr>
          </a:lnRef>
          <a:fillRef idx="1">
            <a:schemeClr val="accent1"/>
          </a:fillRef>
          <a:effectRef idx="0">
            <a:schemeClr val="accent1"/>
          </a:effectRef>
          <a:fontRef idx="minor">
            <a:schemeClr val="lt1"/>
          </a:fontRef>
        </p:style>
        <p:txBody>
          <a:bodyPr wrap="square" rtlCol="0" anchor="ctr">
            <a:noAutofit/>
          </a:bodyPr>
          <a:lstStyle/>
          <a:p>
            <a:pPr algn="ctr"/>
            <a:endParaRPr lang="en-US" noProof="0" dirty="0"/>
          </a:p>
        </p:txBody>
      </p:sp>
      <p:grpSp>
        <p:nvGrpSpPr>
          <p:cNvPr id="16" name="Group 15">
            <a:extLst>
              <a:ext uri="{FF2B5EF4-FFF2-40B4-BE49-F238E27FC236}">
                <a16:creationId xmlns:a16="http://schemas.microsoft.com/office/drawing/2014/main" id="{8F9BB384-9E14-4CEA-82C1-21837229D3EF}"/>
              </a:ext>
            </a:extLst>
          </p:cNvPr>
          <p:cNvGrpSpPr/>
          <p:nvPr userDrawn="1"/>
        </p:nvGrpSpPr>
        <p:grpSpPr>
          <a:xfrm rot="16200000">
            <a:off x="431651" y="-917359"/>
            <a:ext cx="1532001" cy="1826463"/>
            <a:chOff x="10800164" y="7142066"/>
            <a:chExt cx="2775293" cy="3308724"/>
          </a:xfrm>
        </p:grpSpPr>
        <p:sp>
          <p:nvSpPr>
            <p:cNvPr id="17" name="Freeform: Shape 16">
              <a:extLst>
                <a:ext uri="{FF2B5EF4-FFF2-40B4-BE49-F238E27FC236}">
                  <a16:creationId xmlns:a16="http://schemas.microsoft.com/office/drawing/2014/main" id="{0862A81A-959D-4EAB-90ED-DB20759BB397}"/>
                </a:ext>
              </a:extLst>
            </p:cNvPr>
            <p:cNvSpPr/>
            <p:nvPr/>
          </p:nvSpPr>
          <p:spPr>
            <a:xfrm rot="2700000">
              <a:off x="10800164" y="7675497"/>
              <a:ext cx="2775293" cy="2775293"/>
            </a:xfrm>
            <a:custGeom>
              <a:avLst/>
              <a:gdLst>
                <a:gd name="connsiteX0" fmla="*/ 754341 w 754341"/>
                <a:gd name="connsiteY0" fmla="*/ 754341 h 754341"/>
                <a:gd name="connsiteX1" fmla="*/ 0 w 754341"/>
                <a:gd name="connsiteY1" fmla="*/ 754341 h 754341"/>
                <a:gd name="connsiteX2" fmla="*/ 0 w 754341"/>
                <a:gd name="connsiteY2" fmla="*/ 0 h 754341"/>
              </a:gdLst>
              <a:ahLst/>
              <a:cxnLst>
                <a:cxn ang="0">
                  <a:pos x="connsiteX0" y="connsiteY0"/>
                </a:cxn>
                <a:cxn ang="0">
                  <a:pos x="connsiteX1" y="connsiteY1"/>
                </a:cxn>
                <a:cxn ang="0">
                  <a:pos x="connsiteX2" y="connsiteY2"/>
                </a:cxn>
              </a:cxnLst>
              <a:rect l="l" t="t" r="r" b="b"/>
              <a:pathLst>
                <a:path w="754341" h="754341">
                  <a:moveTo>
                    <a:pt x="754341" y="754341"/>
                  </a:moveTo>
                  <a:lnTo>
                    <a:pt x="0" y="754341"/>
                  </a:lnTo>
                  <a:lnTo>
                    <a:pt x="0" y="0"/>
                  </a:lnTo>
                  <a:close/>
                </a:path>
              </a:pathLst>
            </a:custGeom>
            <a:solidFill>
              <a:schemeClr val="accent1">
                <a:lumMod val="50000"/>
              </a:schemeClr>
            </a:solidFill>
            <a:ln>
              <a:noFill/>
            </a:ln>
            <a:effectLst/>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noProof="0" dirty="0"/>
            </a:p>
          </p:txBody>
        </p:sp>
        <p:sp>
          <p:nvSpPr>
            <p:cNvPr id="18" name="Freeform: Shape 17">
              <a:extLst>
                <a:ext uri="{FF2B5EF4-FFF2-40B4-BE49-F238E27FC236}">
                  <a16:creationId xmlns:a16="http://schemas.microsoft.com/office/drawing/2014/main" id="{AAB9E28C-9422-42BD-AECE-29B44B5D63E2}"/>
                </a:ext>
              </a:extLst>
            </p:cNvPr>
            <p:cNvSpPr/>
            <p:nvPr/>
          </p:nvSpPr>
          <p:spPr>
            <a:xfrm rot="8100000" flipH="1">
              <a:off x="10811837" y="7142066"/>
              <a:ext cx="2751954" cy="2751955"/>
            </a:xfrm>
            <a:custGeom>
              <a:avLst/>
              <a:gdLst>
                <a:gd name="connsiteX0" fmla="*/ 754341 w 754341"/>
                <a:gd name="connsiteY0" fmla="*/ 754341 h 754341"/>
                <a:gd name="connsiteX1" fmla="*/ 0 w 754341"/>
                <a:gd name="connsiteY1" fmla="*/ 754341 h 754341"/>
                <a:gd name="connsiteX2" fmla="*/ 0 w 754341"/>
                <a:gd name="connsiteY2" fmla="*/ 0 h 754341"/>
              </a:gdLst>
              <a:ahLst/>
              <a:cxnLst>
                <a:cxn ang="0">
                  <a:pos x="connsiteX0" y="connsiteY0"/>
                </a:cxn>
                <a:cxn ang="0">
                  <a:pos x="connsiteX1" y="connsiteY1"/>
                </a:cxn>
                <a:cxn ang="0">
                  <a:pos x="connsiteX2" y="connsiteY2"/>
                </a:cxn>
              </a:cxnLst>
              <a:rect l="l" t="t" r="r" b="b"/>
              <a:pathLst>
                <a:path w="754341" h="754341">
                  <a:moveTo>
                    <a:pt x="754341" y="754341"/>
                  </a:moveTo>
                  <a:lnTo>
                    <a:pt x="0" y="754341"/>
                  </a:lnTo>
                  <a:lnTo>
                    <a:pt x="0" y="0"/>
                  </a:lnTo>
                  <a:close/>
                </a:path>
              </a:pathLst>
            </a:custGeom>
            <a:pattFill prst="wdDnDiag">
              <a:fgClr>
                <a:schemeClr val="accent1">
                  <a:lumMod val="60000"/>
                  <a:lumOff val="40000"/>
                </a:schemeClr>
              </a:fgClr>
              <a:bgClr>
                <a:schemeClr val="accent2">
                  <a:lumMod val="50000"/>
                </a:schemeClr>
              </a:bgClr>
            </a:pattFill>
            <a:ln>
              <a:noFill/>
            </a:ln>
            <a:effectLst/>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noProof="0" dirty="0"/>
            </a:p>
          </p:txBody>
        </p:sp>
      </p:grpSp>
      <p:grpSp>
        <p:nvGrpSpPr>
          <p:cNvPr id="19" name="Group 18">
            <a:extLst>
              <a:ext uri="{FF2B5EF4-FFF2-40B4-BE49-F238E27FC236}">
                <a16:creationId xmlns:a16="http://schemas.microsoft.com/office/drawing/2014/main" id="{2772239B-C46D-4458-BB4B-DDB12FAB0172}"/>
              </a:ext>
            </a:extLst>
          </p:cNvPr>
          <p:cNvGrpSpPr/>
          <p:nvPr userDrawn="1"/>
        </p:nvGrpSpPr>
        <p:grpSpPr>
          <a:xfrm rot="16200000">
            <a:off x="1992859" y="-497210"/>
            <a:ext cx="818398" cy="986162"/>
            <a:chOff x="10945855" y="7317026"/>
            <a:chExt cx="2483924" cy="2993104"/>
          </a:xfrm>
        </p:grpSpPr>
        <p:sp>
          <p:nvSpPr>
            <p:cNvPr id="20" name="Freeform: Shape 19">
              <a:extLst>
                <a:ext uri="{FF2B5EF4-FFF2-40B4-BE49-F238E27FC236}">
                  <a16:creationId xmlns:a16="http://schemas.microsoft.com/office/drawing/2014/main" id="{3C8A2A1A-1FB9-4CA1-B74E-B293187E51AA}"/>
                </a:ext>
              </a:extLst>
            </p:cNvPr>
            <p:cNvSpPr/>
            <p:nvPr/>
          </p:nvSpPr>
          <p:spPr>
            <a:xfrm rot="2700000">
              <a:off x="10945855" y="7826207"/>
              <a:ext cx="2483923" cy="2483924"/>
            </a:xfrm>
            <a:custGeom>
              <a:avLst/>
              <a:gdLst>
                <a:gd name="connsiteX0" fmla="*/ 754341 w 754341"/>
                <a:gd name="connsiteY0" fmla="*/ 754341 h 754341"/>
                <a:gd name="connsiteX1" fmla="*/ 0 w 754341"/>
                <a:gd name="connsiteY1" fmla="*/ 754341 h 754341"/>
                <a:gd name="connsiteX2" fmla="*/ 0 w 754341"/>
                <a:gd name="connsiteY2" fmla="*/ 0 h 754341"/>
              </a:gdLst>
              <a:ahLst/>
              <a:cxnLst>
                <a:cxn ang="0">
                  <a:pos x="connsiteX0" y="connsiteY0"/>
                </a:cxn>
                <a:cxn ang="0">
                  <a:pos x="connsiteX1" y="connsiteY1"/>
                </a:cxn>
                <a:cxn ang="0">
                  <a:pos x="connsiteX2" y="connsiteY2"/>
                </a:cxn>
              </a:cxnLst>
              <a:rect l="l" t="t" r="r" b="b"/>
              <a:pathLst>
                <a:path w="754341" h="754341">
                  <a:moveTo>
                    <a:pt x="754341" y="754341"/>
                  </a:moveTo>
                  <a:lnTo>
                    <a:pt x="0" y="754341"/>
                  </a:lnTo>
                  <a:lnTo>
                    <a:pt x="0" y="0"/>
                  </a:lnTo>
                  <a:close/>
                </a:path>
              </a:pathLst>
            </a:custGeom>
            <a:solidFill>
              <a:schemeClr val="accent1">
                <a:lumMod val="50000"/>
              </a:schemeClr>
            </a:solidFill>
            <a:ln>
              <a:noFill/>
            </a:ln>
            <a:effectLst/>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noProof="0" dirty="0"/>
            </a:p>
          </p:txBody>
        </p:sp>
        <p:sp>
          <p:nvSpPr>
            <p:cNvPr id="21" name="Freeform: Shape 20">
              <a:extLst>
                <a:ext uri="{FF2B5EF4-FFF2-40B4-BE49-F238E27FC236}">
                  <a16:creationId xmlns:a16="http://schemas.microsoft.com/office/drawing/2014/main" id="{DF2B18BA-6B43-40FA-A23B-D894D6AB468B}"/>
                </a:ext>
              </a:extLst>
            </p:cNvPr>
            <p:cNvSpPr/>
            <p:nvPr/>
          </p:nvSpPr>
          <p:spPr>
            <a:xfrm rot="8100000" flipH="1">
              <a:off x="10986797" y="7317026"/>
              <a:ext cx="2402031" cy="2402032"/>
            </a:xfrm>
            <a:custGeom>
              <a:avLst/>
              <a:gdLst>
                <a:gd name="connsiteX0" fmla="*/ 754341 w 754341"/>
                <a:gd name="connsiteY0" fmla="*/ 754341 h 754341"/>
                <a:gd name="connsiteX1" fmla="*/ 0 w 754341"/>
                <a:gd name="connsiteY1" fmla="*/ 754341 h 754341"/>
                <a:gd name="connsiteX2" fmla="*/ 0 w 754341"/>
                <a:gd name="connsiteY2" fmla="*/ 0 h 754341"/>
              </a:gdLst>
              <a:ahLst/>
              <a:cxnLst>
                <a:cxn ang="0">
                  <a:pos x="connsiteX0" y="connsiteY0"/>
                </a:cxn>
                <a:cxn ang="0">
                  <a:pos x="connsiteX1" y="connsiteY1"/>
                </a:cxn>
                <a:cxn ang="0">
                  <a:pos x="connsiteX2" y="connsiteY2"/>
                </a:cxn>
              </a:cxnLst>
              <a:rect l="l" t="t" r="r" b="b"/>
              <a:pathLst>
                <a:path w="754341" h="754341">
                  <a:moveTo>
                    <a:pt x="754341" y="754341"/>
                  </a:moveTo>
                  <a:lnTo>
                    <a:pt x="0" y="754341"/>
                  </a:lnTo>
                  <a:lnTo>
                    <a:pt x="0" y="0"/>
                  </a:lnTo>
                  <a:close/>
                </a:path>
              </a:pathLst>
            </a:custGeom>
            <a:pattFill prst="dkHorz">
              <a:fgClr>
                <a:schemeClr val="accent1">
                  <a:lumMod val="60000"/>
                  <a:lumOff val="40000"/>
                </a:schemeClr>
              </a:fgClr>
              <a:bgClr>
                <a:schemeClr val="accent2">
                  <a:lumMod val="50000"/>
                </a:schemeClr>
              </a:bgClr>
            </a:pattFill>
            <a:ln>
              <a:noFill/>
            </a:ln>
            <a:effectLst/>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noProof="0" dirty="0"/>
            </a:p>
          </p:txBody>
        </p:sp>
      </p:grpSp>
      <p:sp>
        <p:nvSpPr>
          <p:cNvPr id="3" name="Text Placeholder 2">
            <a:extLst>
              <a:ext uri="{FF2B5EF4-FFF2-40B4-BE49-F238E27FC236}">
                <a16:creationId xmlns:a16="http://schemas.microsoft.com/office/drawing/2014/main" id="{5E194264-A3F5-42E2-9A63-DCCED0457E1B}"/>
              </a:ext>
            </a:extLst>
          </p:cNvPr>
          <p:cNvSpPr>
            <a:spLocks noGrp="1"/>
          </p:cNvSpPr>
          <p:nvPr>
            <p:ph type="body" idx="1"/>
          </p:nvPr>
        </p:nvSpPr>
        <p:spPr>
          <a:xfrm>
            <a:off x="831850" y="4754880"/>
            <a:ext cx="6803136" cy="365760"/>
          </a:xfrm>
        </p:spPr>
        <p:txBody>
          <a:bodyPr vert="horz" lIns="91440" tIns="45720" rIns="91440" bIns="45720" rtlCol="0">
            <a:normAutofit/>
          </a:bodyPr>
          <a:lstStyle>
            <a:lvl1pPr marL="0" indent="0">
              <a:buNone/>
              <a:defRPr lang="en-US" sz="1600" spc="300">
                <a:solidFill>
                  <a:schemeClr val="accent1">
                    <a:lumMod val="20000"/>
                    <a:lumOff val="80000"/>
                  </a:schemeClr>
                </a:solidFill>
                <a:latin typeface="+mn-lt"/>
                <a:cs typeface="Arial" panose="020B0604020202020204" pitchFamily="34" charset="0"/>
              </a:defRPr>
            </a:lvl1pPr>
          </a:lstStyle>
          <a:p>
            <a:pPr marL="228600" lvl="0" indent="-228600"/>
            <a:r>
              <a:rPr lang="en-US" noProof="0"/>
              <a:t>Edit Master text styles</a:t>
            </a:r>
          </a:p>
        </p:txBody>
      </p:sp>
      <p:sp>
        <p:nvSpPr>
          <p:cNvPr id="22" name="Slide Number Placeholder 4">
            <a:extLst>
              <a:ext uri="{FF2B5EF4-FFF2-40B4-BE49-F238E27FC236}">
                <a16:creationId xmlns:a16="http://schemas.microsoft.com/office/drawing/2014/main" id="{0F332671-6296-47C8-BF26-B2D962F5D03D}"/>
              </a:ext>
            </a:extLst>
          </p:cNvPr>
          <p:cNvSpPr>
            <a:spLocks noGrp="1"/>
          </p:cNvSpPr>
          <p:nvPr>
            <p:ph type="sldNum" sz="quarter" idx="12"/>
          </p:nvPr>
        </p:nvSpPr>
        <p:spPr>
          <a:xfrm>
            <a:off x="11252200" y="6315075"/>
            <a:ext cx="406400" cy="365125"/>
          </a:xfrm>
        </p:spPr>
        <p:txBody>
          <a:bodyPr/>
          <a:lstStyle>
            <a:lvl1pPr>
              <a:defRPr sz="1000">
                <a:solidFill>
                  <a:schemeClr val="bg1"/>
                </a:solidFill>
                <a:latin typeface="Trade Gothic LT Pro" panose="020B0503040303020004" pitchFamily="34" charset="0"/>
              </a:defRPr>
            </a:lvl1pPr>
          </a:lstStyle>
          <a:p>
            <a:fld id="{C263D6C4-4840-40CC-AC84-17E24B3B7BDE}" type="slidenum">
              <a:rPr lang="en-US" noProof="0" smtClean="0"/>
              <a:pPr/>
              <a:t>‹#›</a:t>
            </a:fld>
            <a:endParaRPr lang="en-US" noProof="0" dirty="0"/>
          </a:p>
        </p:txBody>
      </p:sp>
      <p:sp>
        <p:nvSpPr>
          <p:cNvPr id="23" name="Title 1">
            <a:extLst>
              <a:ext uri="{FF2B5EF4-FFF2-40B4-BE49-F238E27FC236}">
                <a16:creationId xmlns:a16="http://schemas.microsoft.com/office/drawing/2014/main" id="{7772A652-7229-2B42-B87B-298C31D6F0CB}"/>
              </a:ext>
            </a:extLst>
          </p:cNvPr>
          <p:cNvSpPr>
            <a:spLocks noGrp="1"/>
          </p:cNvSpPr>
          <p:nvPr>
            <p:ph type="title" hasCustomPrompt="1"/>
          </p:nvPr>
        </p:nvSpPr>
        <p:spPr>
          <a:xfrm>
            <a:off x="832104" y="3886200"/>
            <a:ext cx="7781544" cy="859055"/>
          </a:xfrm>
        </p:spPr>
        <p:txBody>
          <a:bodyPr vert="horz" lIns="91440" tIns="45720" rIns="91440" bIns="45720" rtlCol="0" anchor="b">
            <a:normAutofit/>
          </a:bodyPr>
          <a:lstStyle>
            <a:lvl1pPr>
              <a:defRPr lang="en-GB" sz="5400" b="1" dirty="0">
                <a:solidFill>
                  <a:schemeClr val="bg1"/>
                </a:solidFill>
                <a:latin typeface="+mj-lt"/>
              </a:defRPr>
            </a:lvl1pPr>
          </a:lstStyle>
          <a:p>
            <a:pPr lvl="0"/>
            <a:r>
              <a:rPr lang="en-US" noProof="0"/>
              <a:t>Section Title 01</a:t>
            </a:r>
          </a:p>
        </p:txBody>
      </p:sp>
    </p:spTree>
    <p:extLst>
      <p:ext uri="{BB962C8B-B14F-4D97-AF65-F5344CB8AC3E}">
        <p14:creationId xmlns:p14="http://schemas.microsoft.com/office/powerpoint/2010/main" val="1675197494"/>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Alt Section Header">
    <p:spTree>
      <p:nvGrpSpPr>
        <p:cNvPr id="1" name=""/>
        <p:cNvGrpSpPr/>
        <p:nvPr/>
      </p:nvGrpSpPr>
      <p:grpSpPr>
        <a:xfrm>
          <a:off x="0" y="0"/>
          <a:ext cx="0" cy="0"/>
          <a:chOff x="0" y="0"/>
          <a:chExt cx="0" cy="0"/>
        </a:xfrm>
      </p:grpSpPr>
      <p:sp>
        <p:nvSpPr>
          <p:cNvPr id="22" name="Rectangle 21">
            <a:extLst>
              <a:ext uri="{FF2B5EF4-FFF2-40B4-BE49-F238E27FC236}">
                <a16:creationId xmlns:a16="http://schemas.microsoft.com/office/drawing/2014/main" id="{2CDBB6E5-B91E-4946-9390-E8693855103A}"/>
              </a:ext>
            </a:extLst>
          </p:cNvPr>
          <p:cNvSpPr/>
          <p:nvPr userDrawn="1"/>
        </p:nvSpPr>
        <p:spPr>
          <a:xfrm>
            <a:off x="0" y="0"/>
            <a:ext cx="12192000" cy="6858000"/>
          </a:xfrm>
          <a:prstGeom prst="rect">
            <a:avLst/>
          </a:prstGeom>
          <a:solidFill>
            <a:schemeClr val="accent1">
              <a:lumMod val="50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noProof="0" dirty="0"/>
          </a:p>
        </p:txBody>
      </p:sp>
      <p:sp>
        <p:nvSpPr>
          <p:cNvPr id="34" name="Freeform: Shape 33">
            <a:extLst>
              <a:ext uri="{FF2B5EF4-FFF2-40B4-BE49-F238E27FC236}">
                <a16:creationId xmlns:a16="http://schemas.microsoft.com/office/drawing/2014/main" id="{0C3CC1C9-1FA0-4FE4-8984-4A8B3728D674}"/>
              </a:ext>
            </a:extLst>
          </p:cNvPr>
          <p:cNvSpPr/>
          <p:nvPr userDrawn="1"/>
        </p:nvSpPr>
        <p:spPr>
          <a:xfrm rot="16200000" flipV="1">
            <a:off x="2855762" y="-2473495"/>
            <a:ext cx="6862743" cy="11809733"/>
          </a:xfrm>
          <a:custGeom>
            <a:avLst/>
            <a:gdLst>
              <a:gd name="connsiteX0" fmla="*/ 6862743 w 6862743"/>
              <a:gd name="connsiteY0" fmla="*/ 11809733 h 11809733"/>
              <a:gd name="connsiteX1" fmla="*/ 6862743 w 6862743"/>
              <a:gd name="connsiteY1" fmla="*/ 7708334 h 11809733"/>
              <a:gd name="connsiteX2" fmla="*/ 4147292 w 6862743"/>
              <a:gd name="connsiteY2" fmla="*/ 7708334 h 11809733"/>
              <a:gd name="connsiteX3" fmla="*/ 4147292 w 6862743"/>
              <a:gd name="connsiteY3" fmla="*/ 7708332 h 11809733"/>
              <a:gd name="connsiteX4" fmla="*/ 6862743 w 6862743"/>
              <a:gd name="connsiteY4" fmla="*/ 7708332 h 11809733"/>
              <a:gd name="connsiteX5" fmla="*/ 4147291 w 6862743"/>
              <a:gd name="connsiteY5" fmla="*/ 4987262 h 11809733"/>
              <a:gd name="connsiteX6" fmla="*/ 4147291 w 6862743"/>
              <a:gd name="connsiteY6" fmla="*/ 3835308 h 11809733"/>
              <a:gd name="connsiteX7" fmla="*/ 307017 w 6862743"/>
              <a:gd name="connsiteY7" fmla="*/ 0 h 11809733"/>
              <a:gd name="connsiteX8" fmla="*/ 0 w 6862743"/>
              <a:gd name="connsiteY8" fmla="*/ 0 h 11809733"/>
              <a:gd name="connsiteX9" fmla="*/ 0 w 6862743"/>
              <a:gd name="connsiteY9" fmla="*/ 11809733 h 11809733"/>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Lst>
            <a:rect l="l" t="t" r="r" b="b"/>
            <a:pathLst>
              <a:path w="6862743" h="11809733">
                <a:moveTo>
                  <a:pt x="6862743" y="11809733"/>
                </a:moveTo>
                <a:lnTo>
                  <a:pt x="6862743" y="7708334"/>
                </a:lnTo>
                <a:lnTo>
                  <a:pt x="4147292" y="7708334"/>
                </a:lnTo>
                <a:lnTo>
                  <a:pt x="4147292" y="7708332"/>
                </a:lnTo>
                <a:lnTo>
                  <a:pt x="6862743" y="7708332"/>
                </a:lnTo>
                <a:lnTo>
                  <a:pt x="4147291" y="4987262"/>
                </a:lnTo>
                <a:lnTo>
                  <a:pt x="4147291" y="3835308"/>
                </a:lnTo>
                <a:lnTo>
                  <a:pt x="307017" y="0"/>
                </a:lnTo>
                <a:lnTo>
                  <a:pt x="0" y="0"/>
                </a:lnTo>
                <a:lnTo>
                  <a:pt x="0" y="11809733"/>
                </a:lnTo>
                <a:close/>
              </a:path>
            </a:pathLst>
          </a:custGeom>
          <a:solidFill>
            <a:schemeClr val="tx1"/>
          </a:solidFill>
          <a:ln>
            <a:noFill/>
          </a:ln>
        </p:spPr>
        <p:style>
          <a:lnRef idx="2">
            <a:schemeClr val="accent1">
              <a:shade val="50000"/>
            </a:schemeClr>
          </a:lnRef>
          <a:fillRef idx="1">
            <a:schemeClr val="accent1"/>
          </a:fillRef>
          <a:effectRef idx="0">
            <a:schemeClr val="accent1"/>
          </a:effectRef>
          <a:fontRef idx="minor">
            <a:schemeClr val="lt1"/>
          </a:fontRef>
        </p:style>
        <p:txBody>
          <a:bodyPr wrap="square" rtlCol="0" anchor="ctr">
            <a:noAutofit/>
          </a:bodyPr>
          <a:lstStyle/>
          <a:p>
            <a:pPr algn="ctr"/>
            <a:endParaRPr lang="en-US" noProof="0" dirty="0"/>
          </a:p>
        </p:txBody>
      </p:sp>
      <p:sp>
        <p:nvSpPr>
          <p:cNvPr id="24" name="Freeform: Shape 23">
            <a:extLst>
              <a:ext uri="{FF2B5EF4-FFF2-40B4-BE49-F238E27FC236}">
                <a16:creationId xmlns:a16="http://schemas.microsoft.com/office/drawing/2014/main" id="{8E049265-431E-48DE-B7F7-4959930171DC}"/>
              </a:ext>
            </a:extLst>
          </p:cNvPr>
          <p:cNvSpPr/>
          <p:nvPr userDrawn="1"/>
        </p:nvSpPr>
        <p:spPr>
          <a:xfrm rot="16200000" flipV="1">
            <a:off x="2626806" y="-2626805"/>
            <a:ext cx="6862743" cy="12116353"/>
          </a:xfrm>
          <a:custGeom>
            <a:avLst/>
            <a:gdLst>
              <a:gd name="connsiteX0" fmla="*/ 6853871 w 6853871"/>
              <a:gd name="connsiteY0" fmla="*/ 12116353 h 12116353"/>
              <a:gd name="connsiteX1" fmla="*/ 6853871 w 6853871"/>
              <a:gd name="connsiteY1" fmla="*/ 8014954 h 12116353"/>
              <a:gd name="connsiteX2" fmla="*/ 4141930 w 6853871"/>
              <a:gd name="connsiteY2" fmla="*/ 8014954 h 12116353"/>
              <a:gd name="connsiteX3" fmla="*/ 4141930 w 6853871"/>
              <a:gd name="connsiteY3" fmla="*/ 8014952 h 12116353"/>
              <a:gd name="connsiteX4" fmla="*/ 6853871 w 6853871"/>
              <a:gd name="connsiteY4" fmla="*/ 8014952 h 12116353"/>
              <a:gd name="connsiteX5" fmla="*/ 4141930 w 6853871"/>
              <a:gd name="connsiteY5" fmla="*/ 5293882 h 12116353"/>
              <a:gd name="connsiteX6" fmla="*/ 4141930 w 6853871"/>
              <a:gd name="connsiteY6" fmla="*/ 4141928 h 12116353"/>
              <a:gd name="connsiteX7" fmla="*/ 0 w 6853871"/>
              <a:gd name="connsiteY7" fmla="*/ 0 h 12116353"/>
              <a:gd name="connsiteX8" fmla="*/ 0 w 6853871"/>
              <a:gd name="connsiteY8" fmla="*/ 12116353 h 12116353"/>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Lst>
            <a:rect l="l" t="t" r="r" b="b"/>
            <a:pathLst>
              <a:path w="6853871" h="12116353">
                <a:moveTo>
                  <a:pt x="6853871" y="12116353"/>
                </a:moveTo>
                <a:lnTo>
                  <a:pt x="6853871" y="8014954"/>
                </a:lnTo>
                <a:lnTo>
                  <a:pt x="4141930" y="8014954"/>
                </a:lnTo>
                <a:lnTo>
                  <a:pt x="4141930" y="8014952"/>
                </a:lnTo>
                <a:lnTo>
                  <a:pt x="6853871" y="8014952"/>
                </a:lnTo>
                <a:lnTo>
                  <a:pt x="4141930" y="5293882"/>
                </a:lnTo>
                <a:lnTo>
                  <a:pt x="4141930" y="4141928"/>
                </a:lnTo>
                <a:lnTo>
                  <a:pt x="0" y="0"/>
                </a:lnTo>
                <a:lnTo>
                  <a:pt x="0" y="12116353"/>
                </a:lnTo>
                <a:close/>
              </a:path>
            </a:pathLst>
          </a:custGeom>
          <a:pattFill prst="wdUpDiag">
            <a:fgClr>
              <a:schemeClr val="accent2"/>
            </a:fgClr>
            <a:bgClr>
              <a:schemeClr val="accent1"/>
            </a:bgClr>
          </a:patt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noProof="0" dirty="0"/>
          </a:p>
        </p:txBody>
      </p:sp>
      <p:sp>
        <p:nvSpPr>
          <p:cNvPr id="25" name="Freeform: Shape 24">
            <a:extLst>
              <a:ext uri="{FF2B5EF4-FFF2-40B4-BE49-F238E27FC236}">
                <a16:creationId xmlns:a16="http://schemas.microsoft.com/office/drawing/2014/main" id="{173E5F2D-1F8E-4DCC-857F-932C6C6539BB}"/>
              </a:ext>
            </a:extLst>
          </p:cNvPr>
          <p:cNvSpPr/>
          <p:nvPr userDrawn="1"/>
        </p:nvSpPr>
        <p:spPr>
          <a:xfrm rot="16200000" flipV="1">
            <a:off x="2664629" y="-2664627"/>
            <a:ext cx="6862744" cy="12192000"/>
          </a:xfrm>
          <a:custGeom>
            <a:avLst/>
            <a:gdLst>
              <a:gd name="connsiteX0" fmla="*/ 6849744 w 6849744"/>
              <a:gd name="connsiteY0" fmla="*/ 12192000 h 12192000"/>
              <a:gd name="connsiteX1" fmla="*/ 6849744 w 6849744"/>
              <a:gd name="connsiteY1" fmla="*/ 5840584 h 12192000"/>
              <a:gd name="connsiteX2" fmla="*/ 4137803 w 6849744"/>
              <a:gd name="connsiteY2" fmla="*/ 5840584 h 12192000"/>
              <a:gd name="connsiteX3" fmla="*/ 4137803 w 6849744"/>
              <a:gd name="connsiteY3" fmla="*/ 5840583 h 12192000"/>
              <a:gd name="connsiteX4" fmla="*/ 6849744 w 6849744"/>
              <a:gd name="connsiteY4" fmla="*/ 5840583 h 12192000"/>
              <a:gd name="connsiteX5" fmla="*/ 4137803 w 6849744"/>
              <a:gd name="connsiteY5" fmla="*/ 3119513 h 12192000"/>
              <a:gd name="connsiteX6" fmla="*/ 4137803 w 6849744"/>
              <a:gd name="connsiteY6" fmla="*/ 1967559 h 12192000"/>
              <a:gd name="connsiteX7" fmla="*/ 2170243 w 6849744"/>
              <a:gd name="connsiteY7" fmla="*/ 0 h 12192000"/>
              <a:gd name="connsiteX8" fmla="*/ 0 w 6849744"/>
              <a:gd name="connsiteY8" fmla="*/ 0 h 12192000"/>
              <a:gd name="connsiteX9" fmla="*/ 0 w 6849744"/>
              <a:gd name="connsiteY9" fmla="*/ 12192000 h 12192000"/>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Lst>
            <a:rect l="l" t="t" r="r" b="b"/>
            <a:pathLst>
              <a:path w="6849744" h="12192000">
                <a:moveTo>
                  <a:pt x="6849744" y="12192000"/>
                </a:moveTo>
                <a:lnTo>
                  <a:pt x="6849744" y="5840584"/>
                </a:lnTo>
                <a:lnTo>
                  <a:pt x="4137803" y="5840584"/>
                </a:lnTo>
                <a:lnTo>
                  <a:pt x="4137803" y="5840583"/>
                </a:lnTo>
                <a:lnTo>
                  <a:pt x="6849744" y="5840583"/>
                </a:lnTo>
                <a:lnTo>
                  <a:pt x="4137803" y="3119513"/>
                </a:lnTo>
                <a:lnTo>
                  <a:pt x="4137803" y="1967559"/>
                </a:lnTo>
                <a:lnTo>
                  <a:pt x="2170243" y="0"/>
                </a:lnTo>
                <a:lnTo>
                  <a:pt x="0" y="0"/>
                </a:lnTo>
                <a:lnTo>
                  <a:pt x="0" y="12192000"/>
                </a:lnTo>
                <a:close/>
              </a:path>
            </a:pathLst>
          </a:custGeom>
          <a:solidFill>
            <a:schemeClr val="accent1">
              <a:lumMod val="50000"/>
              <a:alpha val="85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noProof="0" dirty="0"/>
          </a:p>
        </p:txBody>
      </p:sp>
      <p:grpSp>
        <p:nvGrpSpPr>
          <p:cNvPr id="26" name="Group 25">
            <a:extLst>
              <a:ext uri="{FF2B5EF4-FFF2-40B4-BE49-F238E27FC236}">
                <a16:creationId xmlns:a16="http://schemas.microsoft.com/office/drawing/2014/main" id="{E9318B2B-E019-4078-9EF0-C9D6281AE31B}"/>
              </a:ext>
            </a:extLst>
          </p:cNvPr>
          <p:cNvGrpSpPr/>
          <p:nvPr userDrawn="1"/>
        </p:nvGrpSpPr>
        <p:grpSpPr>
          <a:xfrm>
            <a:off x="9776075" y="2057401"/>
            <a:ext cx="4413559" cy="3934444"/>
            <a:chOff x="9222437" y="1088097"/>
            <a:chExt cx="5433318" cy="4843502"/>
          </a:xfrm>
        </p:grpSpPr>
        <p:sp>
          <p:nvSpPr>
            <p:cNvPr id="27" name="Freeform: Shape 26">
              <a:extLst>
                <a:ext uri="{FF2B5EF4-FFF2-40B4-BE49-F238E27FC236}">
                  <a16:creationId xmlns:a16="http://schemas.microsoft.com/office/drawing/2014/main" id="{D3E625C0-9656-421F-861F-67C8F93362ED}"/>
                </a:ext>
              </a:extLst>
            </p:cNvPr>
            <p:cNvSpPr/>
            <p:nvPr/>
          </p:nvSpPr>
          <p:spPr>
            <a:xfrm rot="2700000">
              <a:off x="9668983" y="1078460"/>
              <a:ext cx="4406148" cy="5299239"/>
            </a:xfrm>
            <a:custGeom>
              <a:avLst/>
              <a:gdLst>
                <a:gd name="connsiteX0" fmla="*/ 0 w 4406148"/>
                <a:gd name="connsiteY0" fmla="*/ 0 h 5299239"/>
                <a:gd name="connsiteX1" fmla="*/ 4406148 w 4406148"/>
                <a:gd name="connsiteY1" fmla="*/ 4406147 h 5299239"/>
                <a:gd name="connsiteX2" fmla="*/ 3513056 w 4406148"/>
                <a:gd name="connsiteY2" fmla="*/ 5299239 h 5299239"/>
                <a:gd name="connsiteX3" fmla="*/ 1 w 4406148"/>
                <a:gd name="connsiteY3" fmla="*/ 5299239 h 5299239"/>
              </a:gdLst>
              <a:ahLst/>
              <a:cxnLst>
                <a:cxn ang="0">
                  <a:pos x="connsiteX0" y="connsiteY0"/>
                </a:cxn>
                <a:cxn ang="0">
                  <a:pos x="connsiteX1" y="connsiteY1"/>
                </a:cxn>
                <a:cxn ang="0">
                  <a:pos x="connsiteX2" y="connsiteY2"/>
                </a:cxn>
                <a:cxn ang="0">
                  <a:pos x="connsiteX3" y="connsiteY3"/>
                </a:cxn>
              </a:cxnLst>
              <a:rect l="l" t="t" r="r" b="b"/>
              <a:pathLst>
                <a:path w="4406148" h="5299239">
                  <a:moveTo>
                    <a:pt x="0" y="0"/>
                  </a:moveTo>
                  <a:lnTo>
                    <a:pt x="4406148" y="4406147"/>
                  </a:lnTo>
                  <a:lnTo>
                    <a:pt x="3513056" y="5299239"/>
                  </a:lnTo>
                  <a:lnTo>
                    <a:pt x="1" y="5299239"/>
                  </a:lnTo>
                  <a:close/>
                </a:path>
              </a:pathLst>
            </a:custGeom>
            <a:solidFill>
              <a:schemeClr val="accent1">
                <a:lumMod val="50000"/>
              </a:schemeClr>
            </a:solidFill>
            <a:ln>
              <a:noFill/>
            </a:ln>
            <a:effectLst/>
          </p:spPr>
          <p:style>
            <a:lnRef idx="2">
              <a:schemeClr val="accent1">
                <a:shade val="50000"/>
              </a:schemeClr>
            </a:lnRef>
            <a:fillRef idx="1">
              <a:schemeClr val="accent1"/>
            </a:fillRef>
            <a:effectRef idx="0">
              <a:schemeClr val="accent1"/>
            </a:effectRef>
            <a:fontRef idx="minor">
              <a:schemeClr val="lt1"/>
            </a:fontRef>
          </p:style>
          <p:txBody>
            <a:bodyPr wrap="square" rtlCol="0" anchor="ctr">
              <a:noAutofit/>
            </a:bodyPr>
            <a:lstStyle/>
            <a:p>
              <a:pPr algn="ctr"/>
              <a:endParaRPr lang="en-US" noProof="0" dirty="0"/>
            </a:p>
          </p:txBody>
        </p:sp>
        <p:sp>
          <p:nvSpPr>
            <p:cNvPr id="28" name="Freeform: Shape 27">
              <a:extLst>
                <a:ext uri="{FF2B5EF4-FFF2-40B4-BE49-F238E27FC236}">
                  <a16:creationId xmlns:a16="http://schemas.microsoft.com/office/drawing/2014/main" id="{49F8E490-C6E3-4D00-866F-CD85DD88996E}"/>
                </a:ext>
              </a:extLst>
            </p:cNvPr>
            <p:cNvSpPr/>
            <p:nvPr/>
          </p:nvSpPr>
          <p:spPr>
            <a:xfrm rot="8100000" flipH="1">
              <a:off x="9583575" y="1088097"/>
              <a:ext cx="5072180" cy="4843502"/>
            </a:xfrm>
            <a:custGeom>
              <a:avLst/>
              <a:gdLst>
                <a:gd name="connsiteX0" fmla="*/ 5072180 w 5072180"/>
                <a:gd name="connsiteY0" fmla="*/ 4843501 h 4843502"/>
                <a:gd name="connsiteX1" fmla="*/ 228679 w 5072180"/>
                <a:gd name="connsiteY1" fmla="*/ 0 h 4843502"/>
                <a:gd name="connsiteX2" fmla="*/ 1 w 5072180"/>
                <a:gd name="connsiteY2" fmla="*/ 228678 h 4843502"/>
                <a:gd name="connsiteX3" fmla="*/ 0 w 5072180"/>
                <a:gd name="connsiteY3" fmla="*/ 4843502 h 4843502"/>
              </a:gdLst>
              <a:ahLst/>
              <a:cxnLst>
                <a:cxn ang="0">
                  <a:pos x="connsiteX0" y="connsiteY0"/>
                </a:cxn>
                <a:cxn ang="0">
                  <a:pos x="connsiteX1" y="connsiteY1"/>
                </a:cxn>
                <a:cxn ang="0">
                  <a:pos x="connsiteX2" y="connsiteY2"/>
                </a:cxn>
                <a:cxn ang="0">
                  <a:pos x="connsiteX3" y="connsiteY3"/>
                </a:cxn>
              </a:cxnLst>
              <a:rect l="l" t="t" r="r" b="b"/>
              <a:pathLst>
                <a:path w="5072180" h="4843502">
                  <a:moveTo>
                    <a:pt x="5072180" y="4843501"/>
                  </a:moveTo>
                  <a:lnTo>
                    <a:pt x="228679" y="0"/>
                  </a:lnTo>
                  <a:lnTo>
                    <a:pt x="1" y="228678"/>
                  </a:lnTo>
                  <a:lnTo>
                    <a:pt x="0" y="4843502"/>
                  </a:lnTo>
                  <a:close/>
                </a:path>
              </a:pathLst>
            </a:custGeom>
            <a:pattFill prst="wdDnDiag">
              <a:fgClr>
                <a:schemeClr val="accent1">
                  <a:lumMod val="60000"/>
                  <a:lumOff val="40000"/>
                </a:schemeClr>
              </a:fgClr>
              <a:bgClr>
                <a:schemeClr val="accent2">
                  <a:lumMod val="50000"/>
                </a:schemeClr>
              </a:bgClr>
            </a:pattFill>
            <a:ln>
              <a:noFill/>
            </a:ln>
            <a:effectLst/>
          </p:spPr>
          <p:style>
            <a:lnRef idx="2">
              <a:schemeClr val="accent1">
                <a:shade val="50000"/>
              </a:schemeClr>
            </a:lnRef>
            <a:fillRef idx="1">
              <a:schemeClr val="accent1"/>
            </a:fillRef>
            <a:effectRef idx="0">
              <a:schemeClr val="accent1"/>
            </a:effectRef>
            <a:fontRef idx="minor">
              <a:schemeClr val="lt1"/>
            </a:fontRef>
          </p:style>
          <p:txBody>
            <a:bodyPr wrap="square" rtlCol="0" anchor="ctr">
              <a:noAutofit/>
            </a:bodyPr>
            <a:lstStyle/>
            <a:p>
              <a:pPr algn="ctr"/>
              <a:endParaRPr lang="en-US" noProof="0" dirty="0"/>
            </a:p>
          </p:txBody>
        </p:sp>
      </p:grpSp>
      <p:sp>
        <p:nvSpPr>
          <p:cNvPr id="29" name="Freeform: Shape 28">
            <a:extLst>
              <a:ext uri="{FF2B5EF4-FFF2-40B4-BE49-F238E27FC236}">
                <a16:creationId xmlns:a16="http://schemas.microsoft.com/office/drawing/2014/main" id="{EE8F5B31-1523-46AE-9455-C33DFC1BDDE0}"/>
              </a:ext>
            </a:extLst>
          </p:cNvPr>
          <p:cNvSpPr/>
          <p:nvPr userDrawn="1"/>
        </p:nvSpPr>
        <p:spPr>
          <a:xfrm rot="2700000">
            <a:off x="11438585" y="5665752"/>
            <a:ext cx="877778" cy="1755556"/>
          </a:xfrm>
          <a:custGeom>
            <a:avLst/>
            <a:gdLst>
              <a:gd name="connsiteX0" fmla="*/ 0 w 877778"/>
              <a:gd name="connsiteY0" fmla="*/ 0 h 1755556"/>
              <a:gd name="connsiteX1" fmla="*/ 877778 w 877778"/>
              <a:gd name="connsiteY1" fmla="*/ 877778 h 1755556"/>
              <a:gd name="connsiteX2" fmla="*/ 0 w 877778"/>
              <a:gd name="connsiteY2" fmla="*/ 1755556 h 1755556"/>
            </a:gdLst>
            <a:ahLst/>
            <a:cxnLst>
              <a:cxn ang="0">
                <a:pos x="connsiteX0" y="connsiteY0"/>
              </a:cxn>
              <a:cxn ang="0">
                <a:pos x="connsiteX1" y="connsiteY1"/>
              </a:cxn>
              <a:cxn ang="0">
                <a:pos x="connsiteX2" y="connsiteY2"/>
              </a:cxn>
            </a:cxnLst>
            <a:rect l="l" t="t" r="r" b="b"/>
            <a:pathLst>
              <a:path w="877778" h="1755556">
                <a:moveTo>
                  <a:pt x="0" y="0"/>
                </a:moveTo>
                <a:lnTo>
                  <a:pt x="877778" y="877778"/>
                </a:lnTo>
                <a:lnTo>
                  <a:pt x="0" y="1755556"/>
                </a:lnTo>
                <a:close/>
              </a:path>
            </a:pathLst>
          </a:custGeom>
          <a:solidFill>
            <a:schemeClr val="accent1">
              <a:lumMod val="50000"/>
            </a:schemeClr>
          </a:solidFill>
          <a:ln>
            <a:noFill/>
          </a:ln>
          <a:effectLst/>
        </p:spPr>
        <p:style>
          <a:lnRef idx="2">
            <a:schemeClr val="accent1">
              <a:shade val="50000"/>
            </a:schemeClr>
          </a:lnRef>
          <a:fillRef idx="1">
            <a:schemeClr val="accent1"/>
          </a:fillRef>
          <a:effectRef idx="0">
            <a:schemeClr val="accent1"/>
          </a:effectRef>
          <a:fontRef idx="minor">
            <a:schemeClr val="lt1"/>
          </a:fontRef>
        </p:style>
        <p:txBody>
          <a:bodyPr wrap="square" rtlCol="0" anchor="ctr">
            <a:noAutofit/>
          </a:bodyPr>
          <a:lstStyle/>
          <a:p>
            <a:pPr algn="ctr"/>
            <a:endParaRPr lang="en-US" noProof="0" dirty="0"/>
          </a:p>
        </p:txBody>
      </p:sp>
      <p:sp>
        <p:nvSpPr>
          <p:cNvPr id="30" name="Freeform: Shape 29">
            <a:extLst>
              <a:ext uri="{FF2B5EF4-FFF2-40B4-BE49-F238E27FC236}">
                <a16:creationId xmlns:a16="http://schemas.microsoft.com/office/drawing/2014/main" id="{5D17048F-C2E1-4775-BC32-50BD6219F89D}"/>
              </a:ext>
            </a:extLst>
          </p:cNvPr>
          <p:cNvSpPr/>
          <p:nvPr userDrawn="1"/>
        </p:nvSpPr>
        <p:spPr>
          <a:xfrm rot="8100000" flipH="1">
            <a:off x="10582265" y="5841410"/>
            <a:ext cx="2372348" cy="1186174"/>
          </a:xfrm>
          <a:custGeom>
            <a:avLst/>
            <a:gdLst>
              <a:gd name="connsiteX0" fmla="*/ 2372348 w 2372348"/>
              <a:gd name="connsiteY0" fmla="*/ 1186174 h 1186174"/>
              <a:gd name="connsiteX1" fmla="*/ 1186174 w 2372348"/>
              <a:gd name="connsiteY1" fmla="*/ 0 h 1186174"/>
              <a:gd name="connsiteX2" fmla="*/ 0 w 2372348"/>
              <a:gd name="connsiteY2" fmla="*/ 1186174 h 1186174"/>
            </a:gdLst>
            <a:ahLst/>
            <a:cxnLst>
              <a:cxn ang="0">
                <a:pos x="connsiteX0" y="connsiteY0"/>
              </a:cxn>
              <a:cxn ang="0">
                <a:pos x="connsiteX1" y="connsiteY1"/>
              </a:cxn>
              <a:cxn ang="0">
                <a:pos x="connsiteX2" y="connsiteY2"/>
              </a:cxn>
            </a:cxnLst>
            <a:rect l="l" t="t" r="r" b="b"/>
            <a:pathLst>
              <a:path w="2372348" h="1186174">
                <a:moveTo>
                  <a:pt x="2372348" y="1186174"/>
                </a:moveTo>
                <a:lnTo>
                  <a:pt x="1186174" y="0"/>
                </a:lnTo>
                <a:lnTo>
                  <a:pt x="0" y="1186174"/>
                </a:lnTo>
                <a:close/>
              </a:path>
            </a:pathLst>
          </a:custGeom>
          <a:pattFill prst="wdUpDiag">
            <a:fgClr>
              <a:schemeClr val="accent1">
                <a:lumMod val="60000"/>
                <a:lumOff val="40000"/>
              </a:schemeClr>
            </a:fgClr>
            <a:bgClr>
              <a:schemeClr val="accent2">
                <a:lumMod val="50000"/>
              </a:schemeClr>
            </a:bgClr>
          </a:pattFill>
          <a:ln>
            <a:noFill/>
          </a:ln>
          <a:effectLst/>
        </p:spPr>
        <p:style>
          <a:lnRef idx="2">
            <a:schemeClr val="accent1">
              <a:shade val="50000"/>
            </a:schemeClr>
          </a:lnRef>
          <a:fillRef idx="1">
            <a:schemeClr val="accent1"/>
          </a:fillRef>
          <a:effectRef idx="0">
            <a:schemeClr val="accent1"/>
          </a:effectRef>
          <a:fontRef idx="minor">
            <a:schemeClr val="lt1"/>
          </a:fontRef>
        </p:style>
        <p:txBody>
          <a:bodyPr wrap="square" rtlCol="0" anchor="ctr">
            <a:noAutofit/>
          </a:bodyPr>
          <a:lstStyle/>
          <a:p>
            <a:pPr algn="ctr"/>
            <a:endParaRPr lang="en-US" noProof="0" dirty="0"/>
          </a:p>
        </p:txBody>
      </p:sp>
      <p:grpSp>
        <p:nvGrpSpPr>
          <p:cNvPr id="31" name="Group 30">
            <a:extLst>
              <a:ext uri="{FF2B5EF4-FFF2-40B4-BE49-F238E27FC236}">
                <a16:creationId xmlns:a16="http://schemas.microsoft.com/office/drawing/2014/main" id="{EAB002AA-4848-49C8-A834-036F860C79A3}"/>
              </a:ext>
            </a:extLst>
          </p:cNvPr>
          <p:cNvGrpSpPr/>
          <p:nvPr userDrawn="1"/>
        </p:nvGrpSpPr>
        <p:grpSpPr>
          <a:xfrm rot="16200000" flipH="1">
            <a:off x="9913705" y="6257994"/>
            <a:ext cx="1052473" cy="1209445"/>
            <a:chOff x="10800165" y="7142066"/>
            <a:chExt cx="2775293" cy="3189215"/>
          </a:xfrm>
        </p:grpSpPr>
        <p:sp>
          <p:nvSpPr>
            <p:cNvPr id="32" name="Freeform: Shape 31">
              <a:extLst>
                <a:ext uri="{FF2B5EF4-FFF2-40B4-BE49-F238E27FC236}">
                  <a16:creationId xmlns:a16="http://schemas.microsoft.com/office/drawing/2014/main" id="{14B187A8-7F8D-469D-A03B-4F835A5746DE}"/>
                </a:ext>
              </a:extLst>
            </p:cNvPr>
            <p:cNvSpPr/>
            <p:nvPr/>
          </p:nvSpPr>
          <p:spPr>
            <a:xfrm rot="2700000">
              <a:off x="10800166" y="7555988"/>
              <a:ext cx="2775292" cy="2775293"/>
            </a:xfrm>
            <a:custGeom>
              <a:avLst/>
              <a:gdLst>
                <a:gd name="connsiteX0" fmla="*/ 754341 w 754341"/>
                <a:gd name="connsiteY0" fmla="*/ 754341 h 754341"/>
                <a:gd name="connsiteX1" fmla="*/ 0 w 754341"/>
                <a:gd name="connsiteY1" fmla="*/ 754341 h 754341"/>
                <a:gd name="connsiteX2" fmla="*/ 0 w 754341"/>
                <a:gd name="connsiteY2" fmla="*/ 0 h 754341"/>
              </a:gdLst>
              <a:ahLst/>
              <a:cxnLst>
                <a:cxn ang="0">
                  <a:pos x="connsiteX0" y="connsiteY0"/>
                </a:cxn>
                <a:cxn ang="0">
                  <a:pos x="connsiteX1" y="connsiteY1"/>
                </a:cxn>
                <a:cxn ang="0">
                  <a:pos x="connsiteX2" y="connsiteY2"/>
                </a:cxn>
              </a:cxnLst>
              <a:rect l="l" t="t" r="r" b="b"/>
              <a:pathLst>
                <a:path w="754341" h="754341">
                  <a:moveTo>
                    <a:pt x="754341" y="754341"/>
                  </a:moveTo>
                  <a:lnTo>
                    <a:pt x="0" y="754341"/>
                  </a:lnTo>
                  <a:lnTo>
                    <a:pt x="0" y="0"/>
                  </a:lnTo>
                  <a:close/>
                </a:path>
              </a:pathLst>
            </a:custGeom>
            <a:solidFill>
              <a:schemeClr val="accent1">
                <a:lumMod val="50000"/>
              </a:schemeClr>
            </a:solidFill>
            <a:ln>
              <a:noFill/>
            </a:ln>
            <a:effectLst/>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noProof="0" dirty="0"/>
            </a:p>
          </p:txBody>
        </p:sp>
        <p:sp>
          <p:nvSpPr>
            <p:cNvPr id="33" name="Freeform: Shape 32">
              <a:extLst>
                <a:ext uri="{FF2B5EF4-FFF2-40B4-BE49-F238E27FC236}">
                  <a16:creationId xmlns:a16="http://schemas.microsoft.com/office/drawing/2014/main" id="{03D871D1-A11A-48FB-82A8-8D61AB5CB85C}"/>
                </a:ext>
              </a:extLst>
            </p:cNvPr>
            <p:cNvSpPr/>
            <p:nvPr/>
          </p:nvSpPr>
          <p:spPr>
            <a:xfrm rot="8100000" flipH="1">
              <a:off x="10811837" y="7142066"/>
              <a:ext cx="2751954" cy="2751955"/>
            </a:xfrm>
            <a:custGeom>
              <a:avLst/>
              <a:gdLst>
                <a:gd name="connsiteX0" fmla="*/ 754341 w 754341"/>
                <a:gd name="connsiteY0" fmla="*/ 754341 h 754341"/>
                <a:gd name="connsiteX1" fmla="*/ 0 w 754341"/>
                <a:gd name="connsiteY1" fmla="*/ 754341 h 754341"/>
                <a:gd name="connsiteX2" fmla="*/ 0 w 754341"/>
                <a:gd name="connsiteY2" fmla="*/ 0 h 754341"/>
              </a:gdLst>
              <a:ahLst/>
              <a:cxnLst>
                <a:cxn ang="0">
                  <a:pos x="connsiteX0" y="connsiteY0"/>
                </a:cxn>
                <a:cxn ang="0">
                  <a:pos x="connsiteX1" y="connsiteY1"/>
                </a:cxn>
                <a:cxn ang="0">
                  <a:pos x="connsiteX2" y="connsiteY2"/>
                </a:cxn>
              </a:cxnLst>
              <a:rect l="l" t="t" r="r" b="b"/>
              <a:pathLst>
                <a:path w="754341" h="754341">
                  <a:moveTo>
                    <a:pt x="754341" y="754341"/>
                  </a:moveTo>
                  <a:lnTo>
                    <a:pt x="0" y="754341"/>
                  </a:lnTo>
                  <a:lnTo>
                    <a:pt x="0" y="0"/>
                  </a:lnTo>
                  <a:close/>
                </a:path>
              </a:pathLst>
            </a:custGeom>
            <a:pattFill prst="wdDnDiag">
              <a:fgClr>
                <a:schemeClr val="accent1">
                  <a:lumMod val="60000"/>
                  <a:lumOff val="40000"/>
                </a:schemeClr>
              </a:fgClr>
              <a:bgClr>
                <a:schemeClr val="accent2">
                  <a:lumMod val="50000"/>
                </a:schemeClr>
              </a:bgClr>
            </a:pattFill>
            <a:ln>
              <a:noFill/>
            </a:ln>
            <a:effectLst/>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noProof="0" dirty="0"/>
            </a:p>
          </p:txBody>
        </p:sp>
      </p:grpSp>
      <p:sp>
        <p:nvSpPr>
          <p:cNvPr id="2" name="Title 1">
            <a:extLst>
              <a:ext uri="{FF2B5EF4-FFF2-40B4-BE49-F238E27FC236}">
                <a16:creationId xmlns:a16="http://schemas.microsoft.com/office/drawing/2014/main" id="{42374B20-3E42-44AF-BEF1-8AB33067395C}"/>
              </a:ext>
            </a:extLst>
          </p:cNvPr>
          <p:cNvSpPr>
            <a:spLocks noGrp="1"/>
          </p:cNvSpPr>
          <p:nvPr>
            <p:ph type="title" hasCustomPrompt="1"/>
          </p:nvPr>
        </p:nvSpPr>
        <p:spPr>
          <a:xfrm>
            <a:off x="832104" y="3886200"/>
            <a:ext cx="7781544" cy="859055"/>
          </a:xfrm>
        </p:spPr>
        <p:txBody>
          <a:bodyPr vert="horz" lIns="91440" tIns="45720" rIns="91440" bIns="45720" rtlCol="0" anchor="b">
            <a:normAutofit/>
          </a:bodyPr>
          <a:lstStyle>
            <a:lvl1pPr>
              <a:defRPr lang="en-GB" sz="5400" b="1" dirty="0">
                <a:solidFill>
                  <a:schemeClr val="bg1"/>
                </a:solidFill>
                <a:latin typeface="+mj-lt"/>
              </a:defRPr>
            </a:lvl1pPr>
          </a:lstStyle>
          <a:p>
            <a:pPr lvl="0"/>
            <a:r>
              <a:rPr lang="en-US" noProof="0"/>
              <a:t>Section Title 01</a:t>
            </a:r>
          </a:p>
        </p:txBody>
      </p:sp>
      <p:sp>
        <p:nvSpPr>
          <p:cNvPr id="3" name="Text Placeholder 2">
            <a:extLst>
              <a:ext uri="{FF2B5EF4-FFF2-40B4-BE49-F238E27FC236}">
                <a16:creationId xmlns:a16="http://schemas.microsoft.com/office/drawing/2014/main" id="{5E194264-A3F5-42E2-9A63-DCCED0457E1B}"/>
              </a:ext>
            </a:extLst>
          </p:cNvPr>
          <p:cNvSpPr>
            <a:spLocks noGrp="1"/>
          </p:cNvSpPr>
          <p:nvPr>
            <p:ph type="body" idx="1"/>
          </p:nvPr>
        </p:nvSpPr>
        <p:spPr>
          <a:xfrm>
            <a:off x="831850" y="4754880"/>
            <a:ext cx="6803136" cy="365760"/>
          </a:xfrm>
        </p:spPr>
        <p:txBody>
          <a:bodyPr vert="horz" lIns="91440" tIns="45720" rIns="91440" bIns="45720" rtlCol="0">
            <a:normAutofit/>
          </a:bodyPr>
          <a:lstStyle>
            <a:lvl1pPr marL="0" indent="0">
              <a:buNone/>
              <a:defRPr lang="en-US" sz="1600" spc="300">
                <a:solidFill>
                  <a:schemeClr val="accent1">
                    <a:lumMod val="20000"/>
                    <a:lumOff val="80000"/>
                  </a:schemeClr>
                </a:solidFill>
                <a:latin typeface="+mn-lt"/>
                <a:cs typeface="Arial" panose="020B0604020202020204" pitchFamily="34" charset="0"/>
              </a:defRPr>
            </a:lvl1pPr>
          </a:lstStyle>
          <a:p>
            <a:pPr marL="228600" lvl="0" indent="-228600"/>
            <a:r>
              <a:rPr lang="en-US" noProof="0"/>
              <a:t>Edit Master text styles</a:t>
            </a:r>
          </a:p>
        </p:txBody>
      </p:sp>
      <p:sp>
        <p:nvSpPr>
          <p:cNvPr id="35" name="Slide Number Placeholder 4">
            <a:extLst>
              <a:ext uri="{FF2B5EF4-FFF2-40B4-BE49-F238E27FC236}">
                <a16:creationId xmlns:a16="http://schemas.microsoft.com/office/drawing/2014/main" id="{6F73F836-940E-4B65-A29C-D0869263C935}"/>
              </a:ext>
            </a:extLst>
          </p:cNvPr>
          <p:cNvSpPr>
            <a:spLocks noGrp="1"/>
          </p:cNvSpPr>
          <p:nvPr>
            <p:ph type="sldNum" sz="quarter" idx="12"/>
          </p:nvPr>
        </p:nvSpPr>
        <p:spPr>
          <a:xfrm>
            <a:off x="11252200" y="6315075"/>
            <a:ext cx="406400" cy="365125"/>
          </a:xfrm>
        </p:spPr>
        <p:txBody>
          <a:bodyPr/>
          <a:lstStyle>
            <a:lvl1pPr>
              <a:defRPr sz="1000">
                <a:solidFill>
                  <a:schemeClr val="bg1"/>
                </a:solidFill>
                <a:latin typeface="Trade Gothic LT Pro" panose="020B0503040303020004" pitchFamily="34" charset="0"/>
              </a:defRPr>
            </a:lvl1pPr>
          </a:lstStyle>
          <a:p>
            <a:fld id="{C263D6C4-4840-40CC-AC84-17E24B3B7BDE}" type="slidenum">
              <a:rPr lang="en-US" noProof="0" smtClean="0"/>
              <a:pPr/>
              <a:t>‹#›</a:t>
            </a:fld>
            <a:endParaRPr lang="en-US" noProof="0" dirty="0"/>
          </a:p>
        </p:txBody>
      </p:sp>
    </p:spTree>
    <p:extLst>
      <p:ext uri="{BB962C8B-B14F-4D97-AF65-F5344CB8AC3E}">
        <p14:creationId xmlns:p14="http://schemas.microsoft.com/office/powerpoint/2010/main" val="3511478827"/>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preserve="1" userDrawn="1">
  <p:cSld name="Quote Slide">
    <p:spTree>
      <p:nvGrpSpPr>
        <p:cNvPr id="1" name=""/>
        <p:cNvGrpSpPr/>
        <p:nvPr/>
      </p:nvGrpSpPr>
      <p:grpSpPr>
        <a:xfrm>
          <a:off x="0" y="0"/>
          <a:ext cx="0" cy="0"/>
          <a:chOff x="0" y="0"/>
          <a:chExt cx="0" cy="0"/>
        </a:xfrm>
      </p:grpSpPr>
      <p:sp>
        <p:nvSpPr>
          <p:cNvPr id="22" name="Rectangle 21">
            <a:extLst>
              <a:ext uri="{FF2B5EF4-FFF2-40B4-BE49-F238E27FC236}">
                <a16:creationId xmlns:a16="http://schemas.microsoft.com/office/drawing/2014/main" id="{2CDBB6E5-B91E-4946-9390-E8693855103A}"/>
              </a:ext>
            </a:extLst>
          </p:cNvPr>
          <p:cNvSpPr/>
          <p:nvPr userDrawn="1"/>
        </p:nvSpPr>
        <p:spPr>
          <a:xfrm>
            <a:off x="0" y="0"/>
            <a:ext cx="12192000" cy="6858000"/>
          </a:xfrm>
          <a:prstGeom prst="rect">
            <a:avLst/>
          </a:prstGeom>
          <a:solidFill>
            <a:schemeClr val="accent1">
              <a:lumMod val="50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noProof="0" dirty="0"/>
          </a:p>
        </p:txBody>
      </p:sp>
      <p:sp>
        <p:nvSpPr>
          <p:cNvPr id="34" name="Freeform: Shape 33">
            <a:extLst>
              <a:ext uri="{FF2B5EF4-FFF2-40B4-BE49-F238E27FC236}">
                <a16:creationId xmlns:a16="http://schemas.microsoft.com/office/drawing/2014/main" id="{0C3CC1C9-1FA0-4FE4-8984-4A8B3728D674}"/>
              </a:ext>
            </a:extLst>
          </p:cNvPr>
          <p:cNvSpPr/>
          <p:nvPr userDrawn="1"/>
        </p:nvSpPr>
        <p:spPr>
          <a:xfrm rot="16200000" flipV="1">
            <a:off x="2855762" y="-2473495"/>
            <a:ext cx="6862743" cy="11809733"/>
          </a:xfrm>
          <a:custGeom>
            <a:avLst/>
            <a:gdLst>
              <a:gd name="connsiteX0" fmla="*/ 6862743 w 6862743"/>
              <a:gd name="connsiteY0" fmla="*/ 11809733 h 11809733"/>
              <a:gd name="connsiteX1" fmla="*/ 6862743 w 6862743"/>
              <a:gd name="connsiteY1" fmla="*/ 7708334 h 11809733"/>
              <a:gd name="connsiteX2" fmla="*/ 4147292 w 6862743"/>
              <a:gd name="connsiteY2" fmla="*/ 7708334 h 11809733"/>
              <a:gd name="connsiteX3" fmla="*/ 4147292 w 6862743"/>
              <a:gd name="connsiteY3" fmla="*/ 7708332 h 11809733"/>
              <a:gd name="connsiteX4" fmla="*/ 6862743 w 6862743"/>
              <a:gd name="connsiteY4" fmla="*/ 7708332 h 11809733"/>
              <a:gd name="connsiteX5" fmla="*/ 4147291 w 6862743"/>
              <a:gd name="connsiteY5" fmla="*/ 4987262 h 11809733"/>
              <a:gd name="connsiteX6" fmla="*/ 4147291 w 6862743"/>
              <a:gd name="connsiteY6" fmla="*/ 3835308 h 11809733"/>
              <a:gd name="connsiteX7" fmla="*/ 307017 w 6862743"/>
              <a:gd name="connsiteY7" fmla="*/ 0 h 11809733"/>
              <a:gd name="connsiteX8" fmla="*/ 0 w 6862743"/>
              <a:gd name="connsiteY8" fmla="*/ 0 h 11809733"/>
              <a:gd name="connsiteX9" fmla="*/ 0 w 6862743"/>
              <a:gd name="connsiteY9" fmla="*/ 11809733 h 11809733"/>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Lst>
            <a:rect l="l" t="t" r="r" b="b"/>
            <a:pathLst>
              <a:path w="6862743" h="11809733">
                <a:moveTo>
                  <a:pt x="6862743" y="11809733"/>
                </a:moveTo>
                <a:lnTo>
                  <a:pt x="6862743" y="7708334"/>
                </a:lnTo>
                <a:lnTo>
                  <a:pt x="4147292" y="7708334"/>
                </a:lnTo>
                <a:lnTo>
                  <a:pt x="4147292" y="7708332"/>
                </a:lnTo>
                <a:lnTo>
                  <a:pt x="6862743" y="7708332"/>
                </a:lnTo>
                <a:lnTo>
                  <a:pt x="4147291" y="4987262"/>
                </a:lnTo>
                <a:lnTo>
                  <a:pt x="4147291" y="3835308"/>
                </a:lnTo>
                <a:lnTo>
                  <a:pt x="307017" y="0"/>
                </a:lnTo>
                <a:lnTo>
                  <a:pt x="0" y="0"/>
                </a:lnTo>
                <a:lnTo>
                  <a:pt x="0" y="11809733"/>
                </a:lnTo>
                <a:close/>
              </a:path>
            </a:pathLst>
          </a:custGeom>
          <a:solidFill>
            <a:schemeClr val="tx1"/>
          </a:solidFill>
          <a:ln>
            <a:noFill/>
          </a:ln>
        </p:spPr>
        <p:style>
          <a:lnRef idx="2">
            <a:schemeClr val="accent1">
              <a:shade val="50000"/>
            </a:schemeClr>
          </a:lnRef>
          <a:fillRef idx="1">
            <a:schemeClr val="accent1"/>
          </a:fillRef>
          <a:effectRef idx="0">
            <a:schemeClr val="accent1"/>
          </a:effectRef>
          <a:fontRef idx="minor">
            <a:schemeClr val="lt1"/>
          </a:fontRef>
        </p:style>
        <p:txBody>
          <a:bodyPr wrap="square" rtlCol="0" anchor="ctr">
            <a:noAutofit/>
          </a:bodyPr>
          <a:lstStyle/>
          <a:p>
            <a:pPr algn="ctr"/>
            <a:endParaRPr lang="en-US" noProof="0" dirty="0"/>
          </a:p>
        </p:txBody>
      </p:sp>
      <p:sp>
        <p:nvSpPr>
          <p:cNvPr id="24" name="Freeform: Shape 23">
            <a:extLst>
              <a:ext uri="{FF2B5EF4-FFF2-40B4-BE49-F238E27FC236}">
                <a16:creationId xmlns:a16="http://schemas.microsoft.com/office/drawing/2014/main" id="{8E049265-431E-48DE-B7F7-4959930171DC}"/>
              </a:ext>
            </a:extLst>
          </p:cNvPr>
          <p:cNvSpPr/>
          <p:nvPr userDrawn="1"/>
        </p:nvSpPr>
        <p:spPr>
          <a:xfrm rot="16200000" flipV="1">
            <a:off x="2626806" y="-2626805"/>
            <a:ext cx="6862743" cy="12116353"/>
          </a:xfrm>
          <a:custGeom>
            <a:avLst/>
            <a:gdLst>
              <a:gd name="connsiteX0" fmla="*/ 6853871 w 6853871"/>
              <a:gd name="connsiteY0" fmla="*/ 12116353 h 12116353"/>
              <a:gd name="connsiteX1" fmla="*/ 6853871 w 6853871"/>
              <a:gd name="connsiteY1" fmla="*/ 8014954 h 12116353"/>
              <a:gd name="connsiteX2" fmla="*/ 4141930 w 6853871"/>
              <a:gd name="connsiteY2" fmla="*/ 8014954 h 12116353"/>
              <a:gd name="connsiteX3" fmla="*/ 4141930 w 6853871"/>
              <a:gd name="connsiteY3" fmla="*/ 8014952 h 12116353"/>
              <a:gd name="connsiteX4" fmla="*/ 6853871 w 6853871"/>
              <a:gd name="connsiteY4" fmla="*/ 8014952 h 12116353"/>
              <a:gd name="connsiteX5" fmla="*/ 4141930 w 6853871"/>
              <a:gd name="connsiteY5" fmla="*/ 5293882 h 12116353"/>
              <a:gd name="connsiteX6" fmla="*/ 4141930 w 6853871"/>
              <a:gd name="connsiteY6" fmla="*/ 4141928 h 12116353"/>
              <a:gd name="connsiteX7" fmla="*/ 0 w 6853871"/>
              <a:gd name="connsiteY7" fmla="*/ 0 h 12116353"/>
              <a:gd name="connsiteX8" fmla="*/ 0 w 6853871"/>
              <a:gd name="connsiteY8" fmla="*/ 12116353 h 12116353"/>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Lst>
            <a:rect l="l" t="t" r="r" b="b"/>
            <a:pathLst>
              <a:path w="6853871" h="12116353">
                <a:moveTo>
                  <a:pt x="6853871" y="12116353"/>
                </a:moveTo>
                <a:lnTo>
                  <a:pt x="6853871" y="8014954"/>
                </a:lnTo>
                <a:lnTo>
                  <a:pt x="4141930" y="8014954"/>
                </a:lnTo>
                <a:lnTo>
                  <a:pt x="4141930" y="8014952"/>
                </a:lnTo>
                <a:lnTo>
                  <a:pt x="6853871" y="8014952"/>
                </a:lnTo>
                <a:lnTo>
                  <a:pt x="4141930" y="5293882"/>
                </a:lnTo>
                <a:lnTo>
                  <a:pt x="4141930" y="4141928"/>
                </a:lnTo>
                <a:lnTo>
                  <a:pt x="0" y="0"/>
                </a:lnTo>
                <a:lnTo>
                  <a:pt x="0" y="12116353"/>
                </a:lnTo>
                <a:close/>
              </a:path>
            </a:pathLst>
          </a:custGeom>
          <a:pattFill prst="wdUpDiag">
            <a:fgClr>
              <a:schemeClr val="accent2"/>
            </a:fgClr>
            <a:bgClr>
              <a:schemeClr val="accent1"/>
            </a:bgClr>
          </a:patt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noProof="0" dirty="0"/>
          </a:p>
        </p:txBody>
      </p:sp>
      <p:sp>
        <p:nvSpPr>
          <p:cNvPr id="25" name="Freeform: Shape 24">
            <a:extLst>
              <a:ext uri="{FF2B5EF4-FFF2-40B4-BE49-F238E27FC236}">
                <a16:creationId xmlns:a16="http://schemas.microsoft.com/office/drawing/2014/main" id="{173E5F2D-1F8E-4DCC-857F-932C6C6539BB}"/>
              </a:ext>
            </a:extLst>
          </p:cNvPr>
          <p:cNvSpPr/>
          <p:nvPr userDrawn="1"/>
        </p:nvSpPr>
        <p:spPr>
          <a:xfrm rot="16200000" flipV="1">
            <a:off x="2664629" y="-2664627"/>
            <a:ext cx="6862744" cy="12192000"/>
          </a:xfrm>
          <a:custGeom>
            <a:avLst/>
            <a:gdLst>
              <a:gd name="connsiteX0" fmla="*/ 6849744 w 6849744"/>
              <a:gd name="connsiteY0" fmla="*/ 12192000 h 12192000"/>
              <a:gd name="connsiteX1" fmla="*/ 6849744 w 6849744"/>
              <a:gd name="connsiteY1" fmla="*/ 5840584 h 12192000"/>
              <a:gd name="connsiteX2" fmla="*/ 4137803 w 6849744"/>
              <a:gd name="connsiteY2" fmla="*/ 5840584 h 12192000"/>
              <a:gd name="connsiteX3" fmla="*/ 4137803 w 6849744"/>
              <a:gd name="connsiteY3" fmla="*/ 5840583 h 12192000"/>
              <a:gd name="connsiteX4" fmla="*/ 6849744 w 6849744"/>
              <a:gd name="connsiteY4" fmla="*/ 5840583 h 12192000"/>
              <a:gd name="connsiteX5" fmla="*/ 4137803 w 6849744"/>
              <a:gd name="connsiteY5" fmla="*/ 3119513 h 12192000"/>
              <a:gd name="connsiteX6" fmla="*/ 4137803 w 6849744"/>
              <a:gd name="connsiteY6" fmla="*/ 1967559 h 12192000"/>
              <a:gd name="connsiteX7" fmla="*/ 2170243 w 6849744"/>
              <a:gd name="connsiteY7" fmla="*/ 0 h 12192000"/>
              <a:gd name="connsiteX8" fmla="*/ 0 w 6849744"/>
              <a:gd name="connsiteY8" fmla="*/ 0 h 12192000"/>
              <a:gd name="connsiteX9" fmla="*/ 0 w 6849744"/>
              <a:gd name="connsiteY9" fmla="*/ 12192000 h 12192000"/>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Lst>
            <a:rect l="l" t="t" r="r" b="b"/>
            <a:pathLst>
              <a:path w="6849744" h="12192000">
                <a:moveTo>
                  <a:pt x="6849744" y="12192000"/>
                </a:moveTo>
                <a:lnTo>
                  <a:pt x="6849744" y="5840584"/>
                </a:lnTo>
                <a:lnTo>
                  <a:pt x="4137803" y="5840584"/>
                </a:lnTo>
                <a:lnTo>
                  <a:pt x="4137803" y="5840583"/>
                </a:lnTo>
                <a:lnTo>
                  <a:pt x="6849744" y="5840583"/>
                </a:lnTo>
                <a:lnTo>
                  <a:pt x="4137803" y="3119513"/>
                </a:lnTo>
                <a:lnTo>
                  <a:pt x="4137803" y="1967559"/>
                </a:lnTo>
                <a:lnTo>
                  <a:pt x="2170243" y="0"/>
                </a:lnTo>
                <a:lnTo>
                  <a:pt x="0" y="0"/>
                </a:lnTo>
                <a:lnTo>
                  <a:pt x="0" y="12192000"/>
                </a:lnTo>
                <a:close/>
              </a:path>
            </a:pathLst>
          </a:custGeom>
          <a:solidFill>
            <a:schemeClr val="accent1">
              <a:lumMod val="50000"/>
              <a:alpha val="85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noProof="0" dirty="0"/>
          </a:p>
        </p:txBody>
      </p:sp>
      <p:sp>
        <p:nvSpPr>
          <p:cNvPr id="4" name="Oval 3">
            <a:extLst>
              <a:ext uri="{FF2B5EF4-FFF2-40B4-BE49-F238E27FC236}">
                <a16:creationId xmlns:a16="http://schemas.microsoft.com/office/drawing/2014/main" id="{ECB4C115-EFF9-405C-98BE-F4077B9730D0}"/>
              </a:ext>
            </a:extLst>
          </p:cNvPr>
          <p:cNvSpPr/>
          <p:nvPr userDrawn="1"/>
        </p:nvSpPr>
        <p:spPr>
          <a:xfrm>
            <a:off x="533399" y="914400"/>
            <a:ext cx="1944914" cy="1944914"/>
          </a:xfrm>
          <a:prstGeom prst="ellipse">
            <a:avLst/>
          </a:prstGeom>
          <a:solidFill>
            <a:schemeClr val="accent1">
              <a:lumMod val="50000"/>
            </a:schemeClr>
          </a:solidFill>
          <a:ln w="76200">
            <a:solidFill>
              <a:schemeClr val="accent1">
                <a:alpha val="55000"/>
              </a:schemeClr>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noProof="0" dirty="0"/>
          </a:p>
        </p:txBody>
      </p:sp>
      <p:sp>
        <p:nvSpPr>
          <p:cNvPr id="18" name="Title 1">
            <a:extLst>
              <a:ext uri="{FF2B5EF4-FFF2-40B4-BE49-F238E27FC236}">
                <a16:creationId xmlns:a16="http://schemas.microsoft.com/office/drawing/2014/main" id="{C9A300DD-BB54-44ED-A7E4-01CD41EC930F}"/>
              </a:ext>
            </a:extLst>
          </p:cNvPr>
          <p:cNvSpPr txBox="1">
            <a:spLocks/>
          </p:cNvSpPr>
          <p:nvPr userDrawn="1"/>
        </p:nvSpPr>
        <p:spPr>
          <a:xfrm>
            <a:off x="956993" y="923305"/>
            <a:ext cx="1005115" cy="2859313"/>
          </a:xfrm>
          <a:prstGeom prst="rect">
            <a:avLst/>
          </a:prstGeom>
        </p:spPr>
        <p:txBody>
          <a:bodyPr vert="horz" lIns="91440" tIns="45720" rIns="91440" bIns="45720" rtlCol="0" anchor="t">
            <a:noAutofit/>
          </a:bodyPr>
          <a:lstStyle>
            <a:lvl1pPr algn="l" defTabSz="914400" rtl="0" eaLnBrk="1" latinLnBrk="0" hangingPunct="1">
              <a:lnSpc>
                <a:spcPct val="100000"/>
              </a:lnSpc>
              <a:spcBef>
                <a:spcPct val="0"/>
              </a:spcBef>
              <a:buNone/>
              <a:defRPr lang="en-GB" sz="3600" b="0" i="0" kern="1200" dirty="0">
                <a:solidFill>
                  <a:schemeClr val="bg1"/>
                </a:solidFill>
                <a:latin typeface="Trebuchet MS" panose="020B0603020202020204" pitchFamily="34" charset="0"/>
                <a:ea typeface="+mj-ea"/>
                <a:cs typeface="+mj-cs"/>
              </a:defRPr>
            </a:lvl1pPr>
          </a:lstStyle>
          <a:p>
            <a:pPr algn="ctr"/>
            <a:r>
              <a:rPr lang="en-US" sz="18400" noProof="0" dirty="0">
                <a:solidFill>
                  <a:schemeClr val="accent1">
                    <a:lumMod val="60000"/>
                    <a:lumOff val="40000"/>
                  </a:schemeClr>
                </a:solidFill>
                <a:latin typeface="+mj-lt"/>
              </a:rPr>
              <a:t>“</a:t>
            </a:r>
          </a:p>
        </p:txBody>
      </p:sp>
      <p:sp>
        <p:nvSpPr>
          <p:cNvPr id="2" name="Title 1">
            <a:extLst>
              <a:ext uri="{FF2B5EF4-FFF2-40B4-BE49-F238E27FC236}">
                <a16:creationId xmlns:a16="http://schemas.microsoft.com/office/drawing/2014/main" id="{42374B20-3E42-44AF-BEF1-8AB33067395C}"/>
              </a:ext>
            </a:extLst>
          </p:cNvPr>
          <p:cNvSpPr>
            <a:spLocks noGrp="1"/>
          </p:cNvSpPr>
          <p:nvPr>
            <p:ph type="title" hasCustomPrompt="1"/>
          </p:nvPr>
        </p:nvSpPr>
        <p:spPr>
          <a:xfrm>
            <a:off x="533399" y="3200400"/>
            <a:ext cx="7551057" cy="2859313"/>
          </a:xfrm>
        </p:spPr>
        <p:txBody>
          <a:bodyPr vert="horz" lIns="91440" tIns="45720" rIns="91440" bIns="45720" rtlCol="0" anchor="t">
            <a:normAutofit/>
          </a:bodyPr>
          <a:lstStyle>
            <a:lvl1pPr>
              <a:lnSpc>
                <a:spcPct val="100000"/>
              </a:lnSpc>
              <a:defRPr lang="en-GB" sz="3200" b="0" i="0" dirty="0">
                <a:solidFill>
                  <a:schemeClr val="bg1"/>
                </a:solidFill>
                <a:latin typeface="+mj-lt"/>
              </a:defRPr>
            </a:lvl1pPr>
          </a:lstStyle>
          <a:p>
            <a:pPr lvl="0"/>
            <a:r>
              <a:rPr lang="en-US" noProof="0"/>
              <a:t>Quote</a:t>
            </a:r>
          </a:p>
        </p:txBody>
      </p:sp>
      <p:sp>
        <p:nvSpPr>
          <p:cNvPr id="19" name="Slide Number Placeholder 4">
            <a:extLst>
              <a:ext uri="{FF2B5EF4-FFF2-40B4-BE49-F238E27FC236}">
                <a16:creationId xmlns:a16="http://schemas.microsoft.com/office/drawing/2014/main" id="{A4E6C1FF-5925-42B3-B7F9-0A0031BDAD30}"/>
              </a:ext>
            </a:extLst>
          </p:cNvPr>
          <p:cNvSpPr>
            <a:spLocks noGrp="1"/>
          </p:cNvSpPr>
          <p:nvPr>
            <p:ph type="sldNum" sz="quarter" idx="12"/>
          </p:nvPr>
        </p:nvSpPr>
        <p:spPr>
          <a:xfrm>
            <a:off x="11252200" y="6315075"/>
            <a:ext cx="406400" cy="365125"/>
          </a:xfrm>
        </p:spPr>
        <p:txBody>
          <a:bodyPr/>
          <a:lstStyle>
            <a:lvl1pPr>
              <a:defRPr sz="1000">
                <a:solidFill>
                  <a:schemeClr val="bg1"/>
                </a:solidFill>
                <a:latin typeface="Trade Gothic LT Pro" panose="020B0503040303020004" pitchFamily="34" charset="0"/>
              </a:defRPr>
            </a:lvl1pPr>
          </a:lstStyle>
          <a:p>
            <a:fld id="{C263D6C4-4840-40CC-AC84-17E24B3B7BDE}" type="slidenum">
              <a:rPr lang="en-US" noProof="0" smtClean="0"/>
              <a:pPr/>
              <a:t>‹#›</a:t>
            </a:fld>
            <a:endParaRPr lang="en-US" noProof="0" dirty="0"/>
          </a:p>
        </p:txBody>
      </p:sp>
    </p:spTree>
    <p:extLst>
      <p:ext uri="{BB962C8B-B14F-4D97-AF65-F5344CB8AC3E}">
        <p14:creationId xmlns:p14="http://schemas.microsoft.com/office/powerpoint/2010/main" val="1753169891"/>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preserve="1" userDrawn="1">
  <p:cSld name="Title + Text">
    <p:bg>
      <p:bgPr>
        <a:solidFill>
          <a:schemeClr val="accent2"/>
        </a:solidFill>
        <a:effectLst/>
      </p:bgPr>
    </p:bg>
    <p:spTree>
      <p:nvGrpSpPr>
        <p:cNvPr id="1" name=""/>
        <p:cNvGrpSpPr/>
        <p:nvPr/>
      </p:nvGrpSpPr>
      <p:grpSpPr>
        <a:xfrm>
          <a:off x="0" y="0"/>
          <a:ext cx="0" cy="0"/>
          <a:chOff x="0" y="0"/>
          <a:chExt cx="0" cy="0"/>
        </a:xfrm>
      </p:grpSpPr>
      <p:sp>
        <p:nvSpPr>
          <p:cNvPr id="11" name="Rectangle 10">
            <a:extLst>
              <a:ext uri="{FF2B5EF4-FFF2-40B4-BE49-F238E27FC236}">
                <a16:creationId xmlns:a16="http://schemas.microsoft.com/office/drawing/2014/main" id="{EB3E033F-4449-40FA-BC85-BD2712D313DD}"/>
              </a:ext>
            </a:extLst>
          </p:cNvPr>
          <p:cNvSpPr/>
          <p:nvPr userDrawn="1"/>
        </p:nvSpPr>
        <p:spPr>
          <a:xfrm>
            <a:off x="0" y="0"/>
            <a:ext cx="12192000" cy="6884191"/>
          </a:xfrm>
          <a:prstGeom prst="rect">
            <a:avLst/>
          </a:prstGeom>
          <a:solidFill>
            <a:schemeClr val="accent2">
              <a:lumMod val="75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noProof="0" dirty="0"/>
          </a:p>
        </p:txBody>
      </p:sp>
      <p:sp>
        <p:nvSpPr>
          <p:cNvPr id="10" name="Freeform: Shape 9">
            <a:extLst>
              <a:ext uri="{FF2B5EF4-FFF2-40B4-BE49-F238E27FC236}">
                <a16:creationId xmlns:a16="http://schemas.microsoft.com/office/drawing/2014/main" id="{63D26743-0505-444C-80B3-E88EE87DF72B}"/>
              </a:ext>
            </a:extLst>
          </p:cNvPr>
          <p:cNvSpPr/>
          <p:nvPr userDrawn="1"/>
        </p:nvSpPr>
        <p:spPr>
          <a:xfrm>
            <a:off x="0" y="0"/>
            <a:ext cx="12192001" cy="6884191"/>
          </a:xfrm>
          <a:custGeom>
            <a:avLst/>
            <a:gdLst>
              <a:gd name="connsiteX0" fmla="*/ 0 w 12192001"/>
              <a:gd name="connsiteY0" fmla="*/ 0 h 6884191"/>
              <a:gd name="connsiteX1" fmla="*/ 7540222 w 12192001"/>
              <a:gd name="connsiteY1" fmla="*/ 0 h 6884191"/>
              <a:gd name="connsiteX2" fmla="*/ 10260629 w 12192001"/>
              <a:gd name="connsiteY2" fmla="*/ 2725573 h 6884191"/>
              <a:gd name="connsiteX3" fmla="*/ 11286710 w 12192001"/>
              <a:gd name="connsiteY3" fmla="*/ 2725573 h 6884191"/>
              <a:gd name="connsiteX4" fmla="*/ 12192000 w 12192001"/>
              <a:gd name="connsiteY4" fmla="*/ 3632581 h 6884191"/>
              <a:gd name="connsiteX5" fmla="*/ 12192001 w 12192001"/>
              <a:gd name="connsiteY5" fmla="*/ 6884191 h 6884191"/>
              <a:gd name="connsiteX6" fmla="*/ 0 w 12192001"/>
              <a:gd name="connsiteY6" fmla="*/ 6884191 h 6884191"/>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Lst>
            <a:rect l="l" t="t" r="r" b="b"/>
            <a:pathLst>
              <a:path w="12192001" h="6884191">
                <a:moveTo>
                  <a:pt x="0" y="0"/>
                </a:moveTo>
                <a:lnTo>
                  <a:pt x="7540222" y="0"/>
                </a:lnTo>
                <a:lnTo>
                  <a:pt x="10260629" y="2725573"/>
                </a:lnTo>
                <a:lnTo>
                  <a:pt x="11286710" y="2725573"/>
                </a:lnTo>
                <a:lnTo>
                  <a:pt x="12192000" y="3632581"/>
                </a:lnTo>
                <a:lnTo>
                  <a:pt x="12192001" y="6884191"/>
                </a:lnTo>
                <a:lnTo>
                  <a:pt x="0" y="6884191"/>
                </a:lnTo>
                <a:close/>
              </a:path>
            </a:pathLst>
          </a:custGeom>
          <a:solidFill>
            <a:schemeClr val="accent2">
              <a:alpha val="74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wrap="square" rtlCol="0" anchor="ctr">
            <a:noAutofit/>
          </a:bodyPr>
          <a:lstStyle/>
          <a:p>
            <a:pPr algn="ctr"/>
            <a:endParaRPr lang="en-US" noProof="0" dirty="0"/>
          </a:p>
        </p:txBody>
      </p:sp>
      <p:sp>
        <p:nvSpPr>
          <p:cNvPr id="8" name="Freeform: Shape 7">
            <a:extLst>
              <a:ext uri="{FF2B5EF4-FFF2-40B4-BE49-F238E27FC236}">
                <a16:creationId xmlns:a16="http://schemas.microsoft.com/office/drawing/2014/main" id="{1599AF7E-3E34-4597-AA72-9373A7FDB020}"/>
              </a:ext>
            </a:extLst>
          </p:cNvPr>
          <p:cNvSpPr/>
          <p:nvPr userDrawn="1"/>
        </p:nvSpPr>
        <p:spPr>
          <a:xfrm rot="16200000" flipV="1">
            <a:off x="2664628" y="-2664627"/>
            <a:ext cx="6862744" cy="12192000"/>
          </a:xfrm>
          <a:custGeom>
            <a:avLst/>
            <a:gdLst>
              <a:gd name="connsiteX0" fmla="*/ 6849744 w 6849744"/>
              <a:gd name="connsiteY0" fmla="*/ 12192000 h 12192000"/>
              <a:gd name="connsiteX1" fmla="*/ 6849744 w 6849744"/>
              <a:gd name="connsiteY1" fmla="*/ 5840584 h 12192000"/>
              <a:gd name="connsiteX2" fmla="*/ 4137803 w 6849744"/>
              <a:gd name="connsiteY2" fmla="*/ 5840584 h 12192000"/>
              <a:gd name="connsiteX3" fmla="*/ 4137803 w 6849744"/>
              <a:gd name="connsiteY3" fmla="*/ 5840583 h 12192000"/>
              <a:gd name="connsiteX4" fmla="*/ 6849744 w 6849744"/>
              <a:gd name="connsiteY4" fmla="*/ 5840583 h 12192000"/>
              <a:gd name="connsiteX5" fmla="*/ 4137803 w 6849744"/>
              <a:gd name="connsiteY5" fmla="*/ 3119513 h 12192000"/>
              <a:gd name="connsiteX6" fmla="*/ 4137803 w 6849744"/>
              <a:gd name="connsiteY6" fmla="*/ 1967559 h 12192000"/>
              <a:gd name="connsiteX7" fmla="*/ 2170243 w 6849744"/>
              <a:gd name="connsiteY7" fmla="*/ 0 h 12192000"/>
              <a:gd name="connsiteX8" fmla="*/ 0 w 6849744"/>
              <a:gd name="connsiteY8" fmla="*/ 0 h 12192000"/>
              <a:gd name="connsiteX9" fmla="*/ 0 w 6849744"/>
              <a:gd name="connsiteY9" fmla="*/ 12192000 h 12192000"/>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Lst>
            <a:rect l="l" t="t" r="r" b="b"/>
            <a:pathLst>
              <a:path w="6849744" h="12192000">
                <a:moveTo>
                  <a:pt x="6849744" y="12192000"/>
                </a:moveTo>
                <a:lnTo>
                  <a:pt x="6849744" y="5840584"/>
                </a:lnTo>
                <a:lnTo>
                  <a:pt x="4137803" y="5840584"/>
                </a:lnTo>
                <a:lnTo>
                  <a:pt x="4137803" y="5840583"/>
                </a:lnTo>
                <a:lnTo>
                  <a:pt x="6849744" y="5840583"/>
                </a:lnTo>
                <a:lnTo>
                  <a:pt x="4137803" y="3119513"/>
                </a:lnTo>
                <a:lnTo>
                  <a:pt x="4137803" y="1967559"/>
                </a:lnTo>
                <a:lnTo>
                  <a:pt x="2170243" y="0"/>
                </a:lnTo>
                <a:lnTo>
                  <a:pt x="0" y="0"/>
                </a:lnTo>
                <a:lnTo>
                  <a:pt x="0" y="12192000"/>
                </a:lnTo>
                <a:close/>
              </a:path>
            </a:pathLst>
          </a:custGeom>
          <a:solidFill>
            <a:schemeClr val="accent1">
              <a:lumMod val="50000"/>
              <a:alpha val="90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noProof="0" dirty="0"/>
          </a:p>
        </p:txBody>
      </p:sp>
      <p:sp>
        <p:nvSpPr>
          <p:cNvPr id="2" name="Title 1">
            <a:extLst>
              <a:ext uri="{FF2B5EF4-FFF2-40B4-BE49-F238E27FC236}">
                <a16:creationId xmlns:a16="http://schemas.microsoft.com/office/drawing/2014/main" id="{4A2DF563-7FAC-46B3-B24C-7E45CD89DA2B}"/>
              </a:ext>
            </a:extLst>
          </p:cNvPr>
          <p:cNvSpPr>
            <a:spLocks noGrp="1"/>
          </p:cNvSpPr>
          <p:nvPr>
            <p:ph type="title"/>
          </p:nvPr>
        </p:nvSpPr>
        <p:spPr>
          <a:xfrm>
            <a:off x="444500" y="542925"/>
            <a:ext cx="11214100" cy="535531"/>
          </a:xfrm>
        </p:spPr>
        <p:txBody>
          <a:bodyPr vert="horz" wrap="square" lIns="91440" tIns="45720" rIns="91440" bIns="45720" rtlCol="0" anchor="t">
            <a:spAutoFit/>
          </a:bodyPr>
          <a:lstStyle>
            <a:lvl1pPr>
              <a:defRPr lang="en-GB" sz="3200" b="1" spc="-70" baseline="0" dirty="0">
                <a:solidFill>
                  <a:schemeClr val="bg1"/>
                </a:solidFill>
                <a:latin typeface="+mj-lt"/>
              </a:defRPr>
            </a:lvl1pPr>
          </a:lstStyle>
          <a:p>
            <a:pPr lvl="0"/>
            <a:r>
              <a:rPr lang="en-US" noProof="0"/>
              <a:t>Click to edit Master title style</a:t>
            </a:r>
          </a:p>
        </p:txBody>
      </p:sp>
      <p:sp>
        <p:nvSpPr>
          <p:cNvPr id="5" name="Slide Number Placeholder 4">
            <a:extLst>
              <a:ext uri="{FF2B5EF4-FFF2-40B4-BE49-F238E27FC236}">
                <a16:creationId xmlns:a16="http://schemas.microsoft.com/office/drawing/2014/main" id="{87B51822-97FF-47A7-8E4E-A0F79B4EB237}"/>
              </a:ext>
            </a:extLst>
          </p:cNvPr>
          <p:cNvSpPr>
            <a:spLocks noGrp="1"/>
          </p:cNvSpPr>
          <p:nvPr>
            <p:ph type="sldNum" sz="quarter" idx="12"/>
          </p:nvPr>
        </p:nvSpPr>
        <p:spPr>
          <a:xfrm>
            <a:off x="11252200" y="6315075"/>
            <a:ext cx="406400" cy="365125"/>
          </a:xfrm>
        </p:spPr>
        <p:txBody>
          <a:bodyPr/>
          <a:lstStyle>
            <a:lvl1pPr>
              <a:defRPr sz="1000">
                <a:solidFill>
                  <a:schemeClr val="bg1"/>
                </a:solidFill>
                <a:latin typeface="Trade Gothic LT Pro" panose="020B0503040303020004" pitchFamily="34" charset="0"/>
              </a:defRPr>
            </a:lvl1pPr>
          </a:lstStyle>
          <a:p>
            <a:fld id="{C263D6C4-4840-40CC-AC84-17E24B3B7BDE}" type="slidenum">
              <a:rPr lang="en-US" noProof="0" smtClean="0"/>
              <a:pPr/>
              <a:t>‹#›</a:t>
            </a:fld>
            <a:endParaRPr lang="en-US" noProof="0" dirty="0"/>
          </a:p>
        </p:txBody>
      </p:sp>
      <p:grpSp>
        <p:nvGrpSpPr>
          <p:cNvPr id="15" name="Group 14">
            <a:extLst>
              <a:ext uri="{FF2B5EF4-FFF2-40B4-BE49-F238E27FC236}">
                <a16:creationId xmlns:a16="http://schemas.microsoft.com/office/drawing/2014/main" id="{7732E1E7-45E3-4264-8F26-66758696DD1E}"/>
              </a:ext>
            </a:extLst>
          </p:cNvPr>
          <p:cNvGrpSpPr/>
          <p:nvPr userDrawn="1"/>
        </p:nvGrpSpPr>
        <p:grpSpPr>
          <a:xfrm rot="16200000">
            <a:off x="499388" y="-322655"/>
            <a:ext cx="535531" cy="645309"/>
            <a:chOff x="10945855" y="7317026"/>
            <a:chExt cx="2483924" cy="2993104"/>
          </a:xfrm>
        </p:grpSpPr>
        <p:sp>
          <p:nvSpPr>
            <p:cNvPr id="16" name="Freeform: Shape 15">
              <a:extLst>
                <a:ext uri="{FF2B5EF4-FFF2-40B4-BE49-F238E27FC236}">
                  <a16:creationId xmlns:a16="http://schemas.microsoft.com/office/drawing/2014/main" id="{2E3DF883-8093-49FA-81E1-E5D77F086A25}"/>
                </a:ext>
              </a:extLst>
            </p:cNvPr>
            <p:cNvSpPr/>
            <p:nvPr/>
          </p:nvSpPr>
          <p:spPr>
            <a:xfrm rot="2700000">
              <a:off x="10945855" y="7826207"/>
              <a:ext cx="2483923" cy="2483924"/>
            </a:xfrm>
            <a:custGeom>
              <a:avLst/>
              <a:gdLst>
                <a:gd name="connsiteX0" fmla="*/ 754341 w 754341"/>
                <a:gd name="connsiteY0" fmla="*/ 754341 h 754341"/>
                <a:gd name="connsiteX1" fmla="*/ 0 w 754341"/>
                <a:gd name="connsiteY1" fmla="*/ 754341 h 754341"/>
                <a:gd name="connsiteX2" fmla="*/ 0 w 754341"/>
                <a:gd name="connsiteY2" fmla="*/ 0 h 754341"/>
              </a:gdLst>
              <a:ahLst/>
              <a:cxnLst>
                <a:cxn ang="0">
                  <a:pos x="connsiteX0" y="connsiteY0"/>
                </a:cxn>
                <a:cxn ang="0">
                  <a:pos x="connsiteX1" y="connsiteY1"/>
                </a:cxn>
                <a:cxn ang="0">
                  <a:pos x="connsiteX2" y="connsiteY2"/>
                </a:cxn>
              </a:cxnLst>
              <a:rect l="l" t="t" r="r" b="b"/>
              <a:pathLst>
                <a:path w="754341" h="754341">
                  <a:moveTo>
                    <a:pt x="754341" y="754341"/>
                  </a:moveTo>
                  <a:lnTo>
                    <a:pt x="0" y="754341"/>
                  </a:lnTo>
                  <a:lnTo>
                    <a:pt x="0" y="0"/>
                  </a:lnTo>
                  <a:close/>
                </a:path>
              </a:pathLst>
            </a:custGeom>
            <a:solidFill>
              <a:schemeClr val="accent1">
                <a:lumMod val="50000"/>
              </a:schemeClr>
            </a:solidFill>
            <a:ln>
              <a:noFill/>
            </a:ln>
            <a:effectLst/>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noProof="0" dirty="0"/>
            </a:p>
          </p:txBody>
        </p:sp>
        <p:sp>
          <p:nvSpPr>
            <p:cNvPr id="17" name="Freeform: Shape 16">
              <a:extLst>
                <a:ext uri="{FF2B5EF4-FFF2-40B4-BE49-F238E27FC236}">
                  <a16:creationId xmlns:a16="http://schemas.microsoft.com/office/drawing/2014/main" id="{18944C90-37E5-4BBE-89FF-060627168050}"/>
                </a:ext>
              </a:extLst>
            </p:cNvPr>
            <p:cNvSpPr/>
            <p:nvPr/>
          </p:nvSpPr>
          <p:spPr>
            <a:xfrm rot="8100000" flipH="1">
              <a:off x="10986797" y="7317026"/>
              <a:ext cx="2402031" cy="2402032"/>
            </a:xfrm>
            <a:custGeom>
              <a:avLst/>
              <a:gdLst>
                <a:gd name="connsiteX0" fmla="*/ 754341 w 754341"/>
                <a:gd name="connsiteY0" fmla="*/ 754341 h 754341"/>
                <a:gd name="connsiteX1" fmla="*/ 0 w 754341"/>
                <a:gd name="connsiteY1" fmla="*/ 754341 h 754341"/>
                <a:gd name="connsiteX2" fmla="*/ 0 w 754341"/>
                <a:gd name="connsiteY2" fmla="*/ 0 h 754341"/>
              </a:gdLst>
              <a:ahLst/>
              <a:cxnLst>
                <a:cxn ang="0">
                  <a:pos x="connsiteX0" y="connsiteY0"/>
                </a:cxn>
                <a:cxn ang="0">
                  <a:pos x="connsiteX1" y="connsiteY1"/>
                </a:cxn>
                <a:cxn ang="0">
                  <a:pos x="connsiteX2" y="connsiteY2"/>
                </a:cxn>
              </a:cxnLst>
              <a:rect l="l" t="t" r="r" b="b"/>
              <a:pathLst>
                <a:path w="754341" h="754341">
                  <a:moveTo>
                    <a:pt x="754341" y="754341"/>
                  </a:moveTo>
                  <a:lnTo>
                    <a:pt x="0" y="754341"/>
                  </a:lnTo>
                  <a:lnTo>
                    <a:pt x="0" y="0"/>
                  </a:lnTo>
                  <a:close/>
                </a:path>
              </a:pathLst>
            </a:custGeom>
            <a:pattFill prst="dkHorz">
              <a:fgClr>
                <a:schemeClr val="accent1">
                  <a:lumMod val="60000"/>
                  <a:lumOff val="40000"/>
                </a:schemeClr>
              </a:fgClr>
              <a:bgClr>
                <a:schemeClr val="accent2">
                  <a:lumMod val="50000"/>
                </a:schemeClr>
              </a:bgClr>
            </a:pattFill>
            <a:ln>
              <a:noFill/>
            </a:ln>
            <a:effectLst/>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noProof="0" dirty="0"/>
            </a:p>
          </p:txBody>
        </p:sp>
      </p:grpSp>
      <p:sp>
        <p:nvSpPr>
          <p:cNvPr id="23" name="Text Placeholder 22">
            <a:extLst>
              <a:ext uri="{FF2B5EF4-FFF2-40B4-BE49-F238E27FC236}">
                <a16:creationId xmlns:a16="http://schemas.microsoft.com/office/drawing/2014/main" id="{03618670-D1E4-466C-BDB5-FC890AC31457}"/>
              </a:ext>
            </a:extLst>
          </p:cNvPr>
          <p:cNvSpPr>
            <a:spLocks noGrp="1"/>
          </p:cNvSpPr>
          <p:nvPr>
            <p:ph type="body" sz="quarter" idx="13"/>
          </p:nvPr>
        </p:nvSpPr>
        <p:spPr>
          <a:xfrm>
            <a:off x="444500" y="1625385"/>
            <a:ext cx="6718300" cy="4093243"/>
          </a:xfrm>
        </p:spPr>
        <p:txBody>
          <a:bodyPr>
            <a:noAutofit/>
          </a:bodyPr>
          <a:lstStyle>
            <a:lvl1pPr>
              <a:lnSpc>
                <a:spcPct val="100000"/>
              </a:lnSpc>
              <a:spcBef>
                <a:spcPts val="600"/>
              </a:spcBef>
              <a:spcAft>
                <a:spcPts val="400"/>
              </a:spcAft>
              <a:defRPr sz="1600">
                <a:solidFill>
                  <a:schemeClr val="bg1"/>
                </a:solidFill>
                <a:latin typeface="+mn-lt"/>
                <a:cs typeface="Arial" panose="020B0604020202020204" pitchFamily="34" charset="0"/>
              </a:defRPr>
            </a:lvl1pPr>
            <a:lvl2pPr>
              <a:lnSpc>
                <a:spcPct val="100000"/>
              </a:lnSpc>
              <a:spcBef>
                <a:spcPts val="600"/>
              </a:spcBef>
              <a:spcAft>
                <a:spcPts val="400"/>
              </a:spcAft>
              <a:defRPr sz="1400">
                <a:solidFill>
                  <a:schemeClr val="bg1"/>
                </a:solidFill>
                <a:latin typeface="+mn-lt"/>
                <a:cs typeface="Arial" panose="020B0604020202020204" pitchFamily="34" charset="0"/>
              </a:defRPr>
            </a:lvl2pPr>
            <a:lvl3pPr>
              <a:lnSpc>
                <a:spcPct val="100000"/>
              </a:lnSpc>
              <a:spcBef>
                <a:spcPts val="600"/>
              </a:spcBef>
              <a:spcAft>
                <a:spcPts val="400"/>
              </a:spcAft>
              <a:defRPr sz="1200">
                <a:solidFill>
                  <a:schemeClr val="bg1"/>
                </a:solidFill>
                <a:latin typeface="+mn-lt"/>
                <a:cs typeface="Arial" panose="020B0604020202020204" pitchFamily="34" charset="0"/>
              </a:defRPr>
            </a:lvl3pPr>
            <a:lvl4pPr>
              <a:defRPr sz="1400">
                <a:solidFill>
                  <a:schemeClr val="bg1"/>
                </a:solidFill>
                <a:latin typeface="Arial" panose="020B0604020202020204" pitchFamily="34" charset="0"/>
                <a:cs typeface="Arial" panose="020B0604020202020204" pitchFamily="34" charset="0"/>
              </a:defRPr>
            </a:lvl4pPr>
            <a:lvl5pPr>
              <a:defRPr sz="1400">
                <a:solidFill>
                  <a:schemeClr val="bg1"/>
                </a:solidFill>
                <a:latin typeface="Arial" panose="020B0604020202020204" pitchFamily="34" charset="0"/>
                <a:cs typeface="Arial" panose="020B0604020202020204" pitchFamily="34" charset="0"/>
              </a:defRPr>
            </a:lvl5pPr>
          </a:lstStyle>
          <a:p>
            <a:pPr lvl="0"/>
            <a:r>
              <a:rPr lang="en-US" noProof="0"/>
              <a:t>Edit Master text styles</a:t>
            </a:r>
          </a:p>
          <a:p>
            <a:pPr lvl="1"/>
            <a:r>
              <a:rPr lang="en-US" noProof="0"/>
              <a:t>Second level</a:t>
            </a:r>
          </a:p>
          <a:p>
            <a:pPr lvl="2"/>
            <a:r>
              <a:rPr lang="en-US" noProof="0"/>
              <a:t>Third level</a:t>
            </a:r>
          </a:p>
        </p:txBody>
      </p:sp>
    </p:spTree>
    <p:extLst>
      <p:ext uri="{BB962C8B-B14F-4D97-AF65-F5344CB8AC3E}">
        <p14:creationId xmlns:p14="http://schemas.microsoft.com/office/powerpoint/2010/main" val="274574868"/>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preserve="1" userDrawn="1">
  <p:cSld name="Title Only">
    <p:bg>
      <p:bgPr>
        <a:solidFill>
          <a:schemeClr val="accent2"/>
        </a:solidFill>
        <a:effectLst/>
      </p:bgPr>
    </p:bg>
    <p:spTree>
      <p:nvGrpSpPr>
        <p:cNvPr id="1" name=""/>
        <p:cNvGrpSpPr/>
        <p:nvPr/>
      </p:nvGrpSpPr>
      <p:grpSpPr>
        <a:xfrm>
          <a:off x="0" y="0"/>
          <a:ext cx="0" cy="0"/>
          <a:chOff x="0" y="0"/>
          <a:chExt cx="0" cy="0"/>
        </a:xfrm>
      </p:grpSpPr>
      <p:sp>
        <p:nvSpPr>
          <p:cNvPr id="11" name="Rectangle 10">
            <a:extLst>
              <a:ext uri="{FF2B5EF4-FFF2-40B4-BE49-F238E27FC236}">
                <a16:creationId xmlns:a16="http://schemas.microsoft.com/office/drawing/2014/main" id="{EB3E033F-4449-40FA-BC85-BD2712D313DD}"/>
              </a:ext>
            </a:extLst>
          </p:cNvPr>
          <p:cNvSpPr/>
          <p:nvPr userDrawn="1"/>
        </p:nvSpPr>
        <p:spPr>
          <a:xfrm>
            <a:off x="0" y="0"/>
            <a:ext cx="12192000" cy="6884191"/>
          </a:xfrm>
          <a:prstGeom prst="rect">
            <a:avLst/>
          </a:prstGeom>
          <a:solidFill>
            <a:schemeClr val="accent2">
              <a:lumMod val="75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noProof="0" dirty="0"/>
          </a:p>
        </p:txBody>
      </p:sp>
      <p:sp>
        <p:nvSpPr>
          <p:cNvPr id="10" name="Freeform: Shape 9">
            <a:extLst>
              <a:ext uri="{FF2B5EF4-FFF2-40B4-BE49-F238E27FC236}">
                <a16:creationId xmlns:a16="http://schemas.microsoft.com/office/drawing/2014/main" id="{63D26743-0505-444C-80B3-E88EE87DF72B}"/>
              </a:ext>
            </a:extLst>
          </p:cNvPr>
          <p:cNvSpPr/>
          <p:nvPr userDrawn="1"/>
        </p:nvSpPr>
        <p:spPr>
          <a:xfrm>
            <a:off x="0" y="0"/>
            <a:ext cx="12192001" cy="6884191"/>
          </a:xfrm>
          <a:custGeom>
            <a:avLst/>
            <a:gdLst>
              <a:gd name="connsiteX0" fmla="*/ 0 w 12192001"/>
              <a:gd name="connsiteY0" fmla="*/ 0 h 6884191"/>
              <a:gd name="connsiteX1" fmla="*/ 7540222 w 12192001"/>
              <a:gd name="connsiteY1" fmla="*/ 0 h 6884191"/>
              <a:gd name="connsiteX2" fmla="*/ 10260629 w 12192001"/>
              <a:gd name="connsiteY2" fmla="*/ 2725573 h 6884191"/>
              <a:gd name="connsiteX3" fmla="*/ 11286710 w 12192001"/>
              <a:gd name="connsiteY3" fmla="*/ 2725573 h 6884191"/>
              <a:gd name="connsiteX4" fmla="*/ 12192000 w 12192001"/>
              <a:gd name="connsiteY4" fmla="*/ 3632581 h 6884191"/>
              <a:gd name="connsiteX5" fmla="*/ 12192001 w 12192001"/>
              <a:gd name="connsiteY5" fmla="*/ 6884191 h 6884191"/>
              <a:gd name="connsiteX6" fmla="*/ 0 w 12192001"/>
              <a:gd name="connsiteY6" fmla="*/ 6884191 h 6884191"/>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Lst>
            <a:rect l="l" t="t" r="r" b="b"/>
            <a:pathLst>
              <a:path w="12192001" h="6884191">
                <a:moveTo>
                  <a:pt x="0" y="0"/>
                </a:moveTo>
                <a:lnTo>
                  <a:pt x="7540222" y="0"/>
                </a:lnTo>
                <a:lnTo>
                  <a:pt x="10260629" y="2725573"/>
                </a:lnTo>
                <a:lnTo>
                  <a:pt x="11286710" y="2725573"/>
                </a:lnTo>
                <a:lnTo>
                  <a:pt x="12192000" y="3632581"/>
                </a:lnTo>
                <a:lnTo>
                  <a:pt x="12192001" y="6884191"/>
                </a:lnTo>
                <a:lnTo>
                  <a:pt x="0" y="6884191"/>
                </a:lnTo>
                <a:close/>
              </a:path>
            </a:pathLst>
          </a:custGeom>
          <a:solidFill>
            <a:schemeClr val="accent2">
              <a:alpha val="74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wrap="square" rtlCol="0" anchor="ctr">
            <a:noAutofit/>
          </a:bodyPr>
          <a:lstStyle/>
          <a:p>
            <a:pPr algn="ctr"/>
            <a:endParaRPr lang="en-US" noProof="0" dirty="0"/>
          </a:p>
        </p:txBody>
      </p:sp>
      <p:sp>
        <p:nvSpPr>
          <p:cNvPr id="18" name="Freeform: Shape 17">
            <a:extLst>
              <a:ext uri="{FF2B5EF4-FFF2-40B4-BE49-F238E27FC236}">
                <a16:creationId xmlns:a16="http://schemas.microsoft.com/office/drawing/2014/main" id="{E37145E9-AC61-47D5-9288-8789940F81B6}"/>
              </a:ext>
            </a:extLst>
          </p:cNvPr>
          <p:cNvSpPr/>
          <p:nvPr userDrawn="1"/>
        </p:nvSpPr>
        <p:spPr>
          <a:xfrm rot="16200000" flipV="1">
            <a:off x="2964809" y="-2364446"/>
            <a:ext cx="6862744" cy="11591639"/>
          </a:xfrm>
          <a:custGeom>
            <a:avLst/>
            <a:gdLst>
              <a:gd name="connsiteX0" fmla="*/ 6862744 w 6862744"/>
              <a:gd name="connsiteY0" fmla="*/ 11591639 h 11591639"/>
              <a:gd name="connsiteX1" fmla="*/ 6862744 w 6862744"/>
              <a:gd name="connsiteY1" fmla="*/ 5240223 h 11591639"/>
              <a:gd name="connsiteX2" fmla="*/ 4145656 w 6862744"/>
              <a:gd name="connsiteY2" fmla="*/ 5240223 h 11591639"/>
              <a:gd name="connsiteX3" fmla="*/ 4145656 w 6862744"/>
              <a:gd name="connsiteY3" fmla="*/ 5240222 h 11591639"/>
              <a:gd name="connsiteX4" fmla="*/ 6862744 w 6862744"/>
              <a:gd name="connsiteY4" fmla="*/ 5240222 h 11591639"/>
              <a:gd name="connsiteX5" fmla="*/ 4145656 w 6862744"/>
              <a:gd name="connsiteY5" fmla="*/ 2519152 h 11591639"/>
              <a:gd name="connsiteX6" fmla="*/ 4145656 w 6862744"/>
              <a:gd name="connsiteY6" fmla="*/ 1367198 h 11591639"/>
              <a:gd name="connsiteX7" fmla="*/ 2775863 w 6862744"/>
              <a:gd name="connsiteY7" fmla="*/ 0 h 11591639"/>
              <a:gd name="connsiteX8" fmla="*/ 0 w 6862744"/>
              <a:gd name="connsiteY8" fmla="*/ 0 h 11591639"/>
              <a:gd name="connsiteX9" fmla="*/ 0 w 6862744"/>
              <a:gd name="connsiteY9" fmla="*/ 11591639 h 11591639"/>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Lst>
            <a:rect l="l" t="t" r="r" b="b"/>
            <a:pathLst>
              <a:path w="6862744" h="11591639">
                <a:moveTo>
                  <a:pt x="6862744" y="11591639"/>
                </a:moveTo>
                <a:lnTo>
                  <a:pt x="6862744" y="5240223"/>
                </a:lnTo>
                <a:lnTo>
                  <a:pt x="4145656" y="5240223"/>
                </a:lnTo>
                <a:lnTo>
                  <a:pt x="4145656" y="5240222"/>
                </a:lnTo>
                <a:lnTo>
                  <a:pt x="6862744" y="5240222"/>
                </a:lnTo>
                <a:lnTo>
                  <a:pt x="4145656" y="2519152"/>
                </a:lnTo>
                <a:lnTo>
                  <a:pt x="4145656" y="1367198"/>
                </a:lnTo>
                <a:lnTo>
                  <a:pt x="2775863" y="0"/>
                </a:lnTo>
                <a:lnTo>
                  <a:pt x="0" y="0"/>
                </a:lnTo>
                <a:lnTo>
                  <a:pt x="0" y="11591639"/>
                </a:lnTo>
                <a:close/>
              </a:path>
            </a:pathLst>
          </a:custGeom>
          <a:pattFill prst="wdDnDiag">
            <a:fgClr>
              <a:schemeClr val="accent2"/>
            </a:fgClr>
            <a:bgClr>
              <a:schemeClr val="accent2">
                <a:lumMod val="75000"/>
              </a:schemeClr>
            </a:bgClr>
          </a:pattFill>
          <a:ln>
            <a:noFill/>
          </a:ln>
        </p:spPr>
        <p:style>
          <a:lnRef idx="2">
            <a:schemeClr val="accent1">
              <a:shade val="50000"/>
            </a:schemeClr>
          </a:lnRef>
          <a:fillRef idx="1">
            <a:schemeClr val="accent1"/>
          </a:fillRef>
          <a:effectRef idx="0">
            <a:schemeClr val="accent1"/>
          </a:effectRef>
          <a:fontRef idx="minor">
            <a:schemeClr val="lt1"/>
          </a:fontRef>
        </p:style>
        <p:txBody>
          <a:bodyPr wrap="square" rtlCol="0" anchor="ctr">
            <a:noAutofit/>
          </a:bodyPr>
          <a:lstStyle/>
          <a:p>
            <a:pPr algn="ctr"/>
            <a:endParaRPr lang="en-US" noProof="0" dirty="0"/>
          </a:p>
        </p:txBody>
      </p:sp>
      <p:sp>
        <p:nvSpPr>
          <p:cNvPr id="12" name="Freeform: Shape 11">
            <a:extLst>
              <a:ext uri="{FF2B5EF4-FFF2-40B4-BE49-F238E27FC236}">
                <a16:creationId xmlns:a16="http://schemas.microsoft.com/office/drawing/2014/main" id="{A5E2B3ED-9A49-40A7-B8A3-62595FE513F9}"/>
              </a:ext>
            </a:extLst>
          </p:cNvPr>
          <p:cNvSpPr/>
          <p:nvPr userDrawn="1"/>
        </p:nvSpPr>
        <p:spPr>
          <a:xfrm rot="16200000" flipV="1">
            <a:off x="2664629" y="-2664627"/>
            <a:ext cx="6862744" cy="12192000"/>
          </a:xfrm>
          <a:custGeom>
            <a:avLst/>
            <a:gdLst>
              <a:gd name="connsiteX0" fmla="*/ 6849744 w 6849744"/>
              <a:gd name="connsiteY0" fmla="*/ 12192000 h 12192000"/>
              <a:gd name="connsiteX1" fmla="*/ 6849744 w 6849744"/>
              <a:gd name="connsiteY1" fmla="*/ 5840584 h 12192000"/>
              <a:gd name="connsiteX2" fmla="*/ 4137803 w 6849744"/>
              <a:gd name="connsiteY2" fmla="*/ 5840584 h 12192000"/>
              <a:gd name="connsiteX3" fmla="*/ 4137803 w 6849744"/>
              <a:gd name="connsiteY3" fmla="*/ 5840583 h 12192000"/>
              <a:gd name="connsiteX4" fmla="*/ 6849744 w 6849744"/>
              <a:gd name="connsiteY4" fmla="*/ 5840583 h 12192000"/>
              <a:gd name="connsiteX5" fmla="*/ 4137803 w 6849744"/>
              <a:gd name="connsiteY5" fmla="*/ 3119513 h 12192000"/>
              <a:gd name="connsiteX6" fmla="*/ 4137803 w 6849744"/>
              <a:gd name="connsiteY6" fmla="*/ 1967559 h 12192000"/>
              <a:gd name="connsiteX7" fmla="*/ 2170243 w 6849744"/>
              <a:gd name="connsiteY7" fmla="*/ 0 h 12192000"/>
              <a:gd name="connsiteX8" fmla="*/ 0 w 6849744"/>
              <a:gd name="connsiteY8" fmla="*/ 0 h 12192000"/>
              <a:gd name="connsiteX9" fmla="*/ 0 w 6849744"/>
              <a:gd name="connsiteY9" fmla="*/ 12192000 h 12192000"/>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Lst>
            <a:rect l="l" t="t" r="r" b="b"/>
            <a:pathLst>
              <a:path w="6849744" h="12192000">
                <a:moveTo>
                  <a:pt x="6849744" y="12192000"/>
                </a:moveTo>
                <a:lnTo>
                  <a:pt x="6849744" y="5840584"/>
                </a:lnTo>
                <a:lnTo>
                  <a:pt x="4137803" y="5840584"/>
                </a:lnTo>
                <a:lnTo>
                  <a:pt x="4137803" y="5840583"/>
                </a:lnTo>
                <a:lnTo>
                  <a:pt x="6849744" y="5840583"/>
                </a:lnTo>
                <a:lnTo>
                  <a:pt x="4137803" y="3119513"/>
                </a:lnTo>
                <a:lnTo>
                  <a:pt x="4137803" y="1967559"/>
                </a:lnTo>
                <a:lnTo>
                  <a:pt x="2170243" y="0"/>
                </a:lnTo>
                <a:lnTo>
                  <a:pt x="0" y="0"/>
                </a:lnTo>
                <a:lnTo>
                  <a:pt x="0" y="12192000"/>
                </a:lnTo>
                <a:close/>
              </a:path>
            </a:pathLst>
          </a:custGeom>
          <a:pattFill prst="wdUpDiag">
            <a:fgClr>
              <a:schemeClr val="accent2"/>
            </a:fgClr>
            <a:bgClr>
              <a:schemeClr val="accent2">
                <a:lumMod val="50000"/>
              </a:schemeClr>
            </a:bgClr>
          </a:patt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noProof="0" dirty="0"/>
          </a:p>
        </p:txBody>
      </p:sp>
      <p:sp>
        <p:nvSpPr>
          <p:cNvPr id="8" name="Freeform: Shape 7">
            <a:extLst>
              <a:ext uri="{FF2B5EF4-FFF2-40B4-BE49-F238E27FC236}">
                <a16:creationId xmlns:a16="http://schemas.microsoft.com/office/drawing/2014/main" id="{1599AF7E-3E34-4597-AA72-9373A7FDB020}"/>
              </a:ext>
            </a:extLst>
          </p:cNvPr>
          <p:cNvSpPr/>
          <p:nvPr userDrawn="1"/>
        </p:nvSpPr>
        <p:spPr>
          <a:xfrm rot="16200000" flipV="1">
            <a:off x="2664628" y="-2664627"/>
            <a:ext cx="6862744" cy="12192000"/>
          </a:xfrm>
          <a:custGeom>
            <a:avLst/>
            <a:gdLst>
              <a:gd name="connsiteX0" fmla="*/ 6849744 w 6849744"/>
              <a:gd name="connsiteY0" fmla="*/ 12192000 h 12192000"/>
              <a:gd name="connsiteX1" fmla="*/ 6849744 w 6849744"/>
              <a:gd name="connsiteY1" fmla="*/ 5840584 h 12192000"/>
              <a:gd name="connsiteX2" fmla="*/ 4137803 w 6849744"/>
              <a:gd name="connsiteY2" fmla="*/ 5840584 h 12192000"/>
              <a:gd name="connsiteX3" fmla="*/ 4137803 w 6849744"/>
              <a:gd name="connsiteY3" fmla="*/ 5840583 h 12192000"/>
              <a:gd name="connsiteX4" fmla="*/ 6849744 w 6849744"/>
              <a:gd name="connsiteY4" fmla="*/ 5840583 h 12192000"/>
              <a:gd name="connsiteX5" fmla="*/ 4137803 w 6849744"/>
              <a:gd name="connsiteY5" fmla="*/ 3119513 h 12192000"/>
              <a:gd name="connsiteX6" fmla="*/ 4137803 w 6849744"/>
              <a:gd name="connsiteY6" fmla="*/ 1967559 h 12192000"/>
              <a:gd name="connsiteX7" fmla="*/ 2170243 w 6849744"/>
              <a:gd name="connsiteY7" fmla="*/ 0 h 12192000"/>
              <a:gd name="connsiteX8" fmla="*/ 0 w 6849744"/>
              <a:gd name="connsiteY8" fmla="*/ 0 h 12192000"/>
              <a:gd name="connsiteX9" fmla="*/ 0 w 6849744"/>
              <a:gd name="connsiteY9" fmla="*/ 12192000 h 12192000"/>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Lst>
            <a:rect l="l" t="t" r="r" b="b"/>
            <a:pathLst>
              <a:path w="6849744" h="12192000">
                <a:moveTo>
                  <a:pt x="6849744" y="12192000"/>
                </a:moveTo>
                <a:lnTo>
                  <a:pt x="6849744" y="5840584"/>
                </a:lnTo>
                <a:lnTo>
                  <a:pt x="4137803" y="5840584"/>
                </a:lnTo>
                <a:lnTo>
                  <a:pt x="4137803" y="5840583"/>
                </a:lnTo>
                <a:lnTo>
                  <a:pt x="6849744" y="5840583"/>
                </a:lnTo>
                <a:lnTo>
                  <a:pt x="4137803" y="3119513"/>
                </a:lnTo>
                <a:lnTo>
                  <a:pt x="4137803" y="1967559"/>
                </a:lnTo>
                <a:lnTo>
                  <a:pt x="2170243" y="0"/>
                </a:lnTo>
                <a:lnTo>
                  <a:pt x="0" y="0"/>
                </a:lnTo>
                <a:lnTo>
                  <a:pt x="0" y="12192000"/>
                </a:lnTo>
                <a:close/>
              </a:path>
            </a:pathLst>
          </a:custGeom>
          <a:solidFill>
            <a:schemeClr val="accent1">
              <a:lumMod val="50000"/>
              <a:alpha val="90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noProof="0" dirty="0"/>
          </a:p>
        </p:txBody>
      </p:sp>
      <p:sp>
        <p:nvSpPr>
          <p:cNvPr id="2" name="Title 1">
            <a:extLst>
              <a:ext uri="{FF2B5EF4-FFF2-40B4-BE49-F238E27FC236}">
                <a16:creationId xmlns:a16="http://schemas.microsoft.com/office/drawing/2014/main" id="{4A2DF563-7FAC-46B3-B24C-7E45CD89DA2B}"/>
              </a:ext>
            </a:extLst>
          </p:cNvPr>
          <p:cNvSpPr>
            <a:spLocks noGrp="1"/>
          </p:cNvSpPr>
          <p:nvPr>
            <p:ph type="title"/>
          </p:nvPr>
        </p:nvSpPr>
        <p:spPr>
          <a:xfrm>
            <a:off x="444500" y="542925"/>
            <a:ext cx="11214100" cy="535531"/>
          </a:xfrm>
        </p:spPr>
        <p:txBody>
          <a:bodyPr vert="horz" wrap="square" lIns="91440" tIns="45720" rIns="91440" bIns="45720" rtlCol="0" anchor="t">
            <a:spAutoFit/>
          </a:bodyPr>
          <a:lstStyle>
            <a:lvl1pPr>
              <a:defRPr lang="en-GB" sz="3200" b="1" spc="-70" baseline="0" dirty="0">
                <a:solidFill>
                  <a:schemeClr val="bg1"/>
                </a:solidFill>
                <a:latin typeface="+mj-lt"/>
              </a:defRPr>
            </a:lvl1pPr>
          </a:lstStyle>
          <a:p>
            <a:pPr lvl="0"/>
            <a:r>
              <a:rPr lang="en-US" noProof="0"/>
              <a:t>Click to edit Master title style</a:t>
            </a:r>
          </a:p>
        </p:txBody>
      </p:sp>
      <p:grpSp>
        <p:nvGrpSpPr>
          <p:cNvPr id="15" name="Group 14">
            <a:extLst>
              <a:ext uri="{FF2B5EF4-FFF2-40B4-BE49-F238E27FC236}">
                <a16:creationId xmlns:a16="http://schemas.microsoft.com/office/drawing/2014/main" id="{7732E1E7-45E3-4264-8F26-66758696DD1E}"/>
              </a:ext>
            </a:extLst>
          </p:cNvPr>
          <p:cNvGrpSpPr/>
          <p:nvPr userDrawn="1"/>
        </p:nvGrpSpPr>
        <p:grpSpPr>
          <a:xfrm rot="16200000">
            <a:off x="499388" y="-322655"/>
            <a:ext cx="535531" cy="645309"/>
            <a:chOff x="10945855" y="7317026"/>
            <a:chExt cx="2483924" cy="2993104"/>
          </a:xfrm>
        </p:grpSpPr>
        <p:sp>
          <p:nvSpPr>
            <p:cNvPr id="16" name="Freeform: Shape 15">
              <a:extLst>
                <a:ext uri="{FF2B5EF4-FFF2-40B4-BE49-F238E27FC236}">
                  <a16:creationId xmlns:a16="http://schemas.microsoft.com/office/drawing/2014/main" id="{2E3DF883-8093-49FA-81E1-E5D77F086A25}"/>
                </a:ext>
              </a:extLst>
            </p:cNvPr>
            <p:cNvSpPr/>
            <p:nvPr/>
          </p:nvSpPr>
          <p:spPr>
            <a:xfrm rot="2700000">
              <a:off x="10945855" y="7826207"/>
              <a:ext cx="2483923" cy="2483924"/>
            </a:xfrm>
            <a:custGeom>
              <a:avLst/>
              <a:gdLst>
                <a:gd name="connsiteX0" fmla="*/ 754341 w 754341"/>
                <a:gd name="connsiteY0" fmla="*/ 754341 h 754341"/>
                <a:gd name="connsiteX1" fmla="*/ 0 w 754341"/>
                <a:gd name="connsiteY1" fmla="*/ 754341 h 754341"/>
                <a:gd name="connsiteX2" fmla="*/ 0 w 754341"/>
                <a:gd name="connsiteY2" fmla="*/ 0 h 754341"/>
              </a:gdLst>
              <a:ahLst/>
              <a:cxnLst>
                <a:cxn ang="0">
                  <a:pos x="connsiteX0" y="connsiteY0"/>
                </a:cxn>
                <a:cxn ang="0">
                  <a:pos x="connsiteX1" y="connsiteY1"/>
                </a:cxn>
                <a:cxn ang="0">
                  <a:pos x="connsiteX2" y="connsiteY2"/>
                </a:cxn>
              </a:cxnLst>
              <a:rect l="l" t="t" r="r" b="b"/>
              <a:pathLst>
                <a:path w="754341" h="754341">
                  <a:moveTo>
                    <a:pt x="754341" y="754341"/>
                  </a:moveTo>
                  <a:lnTo>
                    <a:pt x="0" y="754341"/>
                  </a:lnTo>
                  <a:lnTo>
                    <a:pt x="0" y="0"/>
                  </a:lnTo>
                  <a:close/>
                </a:path>
              </a:pathLst>
            </a:custGeom>
            <a:solidFill>
              <a:schemeClr val="accent1">
                <a:lumMod val="50000"/>
              </a:schemeClr>
            </a:solidFill>
            <a:ln>
              <a:noFill/>
            </a:ln>
            <a:effectLst/>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noProof="0" dirty="0"/>
            </a:p>
          </p:txBody>
        </p:sp>
        <p:sp>
          <p:nvSpPr>
            <p:cNvPr id="17" name="Freeform: Shape 16">
              <a:extLst>
                <a:ext uri="{FF2B5EF4-FFF2-40B4-BE49-F238E27FC236}">
                  <a16:creationId xmlns:a16="http://schemas.microsoft.com/office/drawing/2014/main" id="{18944C90-37E5-4BBE-89FF-060627168050}"/>
                </a:ext>
              </a:extLst>
            </p:cNvPr>
            <p:cNvSpPr/>
            <p:nvPr/>
          </p:nvSpPr>
          <p:spPr>
            <a:xfrm rot="8100000" flipH="1">
              <a:off x="10986797" y="7317026"/>
              <a:ext cx="2402031" cy="2402032"/>
            </a:xfrm>
            <a:custGeom>
              <a:avLst/>
              <a:gdLst>
                <a:gd name="connsiteX0" fmla="*/ 754341 w 754341"/>
                <a:gd name="connsiteY0" fmla="*/ 754341 h 754341"/>
                <a:gd name="connsiteX1" fmla="*/ 0 w 754341"/>
                <a:gd name="connsiteY1" fmla="*/ 754341 h 754341"/>
                <a:gd name="connsiteX2" fmla="*/ 0 w 754341"/>
                <a:gd name="connsiteY2" fmla="*/ 0 h 754341"/>
              </a:gdLst>
              <a:ahLst/>
              <a:cxnLst>
                <a:cxn ang="0">
                  <a:pos x="connsiteX0" y="connsiteY0"/>
                </a:cxn>
                <a:cxn ang="0">
                  <a:pos x="connsiteX1" y="connsiteY1"/>
                </a:cxn>
                <a:cxn ang="0">
                  <a:pos x="connsiteX2" y="connsiteY2"/>
                </a:cxn>
              </a:cxnLst>
              <a:rect l="l" t="t" r="r" b="b"/>
              <a:pathLst>
                <a:path w="754341" h="754341">
                  <a:moveTo>
                    <a:pt x="754341" y="754341"/>
                  </a:moveTo>
                  <a:lnTo>
                    <a:pt x="0" y="754341"/>
                  </a:lnTo>
                  <a:lnTo>
                    <a:pt x="0" y="0"/>
                  </a:lnTo>
                  <a:close/>
                </a:path>
              </a:pathLst>
            </a:custGeom>
            <a:pattFill prst="dkHorz">
              <a:fgClr>
                <a:schemeClr val="accent1">
                  <a:lumMod val="60000"/>
                  <a:lumOff val="40000"/>
                </a:schemeClr>
              </a:fgClr>
              <a:bgClr>
                <a:schemeClr val="accent2">
                  <a:lumMod val="50000"/>
                </a:schemeClr>
              </a:bgClr>
            </a:pattFill>
            <a:ln>
              <a:noFill/>
            </a:ln>
            <a:effectLst/>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noProof="0" dirty="0"/>
            </a:p>
          </p:txBody>
        </p:sp>
      </p:grpSp>
      <p:grpSp>
        <p:nvGrpSpPr>
          <p:cNvPr id="6" name="Group 5">
            <a:extLst>
              <a:ext uri="{FF2B5EF4-FFF2-40B4-BE49-F238E27FC236}">
                <a16:creationId xmlns:a16="http://schemas.microsoft.com/office/drawing/2014/main" id="{D9EBF8BB-A805-4DDB-B459-082F99815B95}"/>
              </a:ext>
            </a:extLst>
          </p:cNvPr>
          <p:cNvGrpSpPr/>
          <p:nvPr userDrawn="1"/>
        </p:nvGrpSpPr>
        <p:grpSpPr>
          <a:xfrm>
            <a:off x="-1" y="1357409"/>
            <a:ext cx="12192001" cy="4846320"/>
            <a:chOff x="-1" y="1357409"/>
            <a:chExt cx="12192001" cy="4917518"/>
          </a:xfrm>
        </p:grpSpPr>
        <p:sp>
          <p:nvSpPr>
            <p:cNvPr id="19" name="Rectangle: Single Corner Snipped 18">
              <a:extLst>
                <a:ext uri="{FF2B5EF4-FFF2-40B4-BE49-F238E27FC236}">
                  <a16:creationId xmlns:a16="http://schemas.microsoft.com/office/drawing/2014/main" id="{5D638788-DD47-45E7-939A-FA108A818173}"/>
                </a:ext>
              </a:extLst>
            </p:cNvPr>
            <p:cNvSpPr/>
            <p:nvPr userDrawn="1"/>
          </p:nvSpPr>
          <p:spPr>
            <a:xfrm flipV="1">
              <a:off x="-1" y="1357409"/>
              <a:ext cx="12192000" cy="4917518"/>
            </a:xfrm>
            <a:prstGeom prst="snip1Rect">
              <a:avLst>
                <a:gd name="adj" fmla="val 0"/>
              </a:avLst>
            </a:prstGeom>
            <a:pattFill prst="dkVert">
              <a:fgClr>
                <a:srgbClr val="0C4360"/>
              </a:fgClr>
              <a:bgClr>
                <a:schemeClr val="accent2">
                  <a:lumMod val="50000"/>
                </a:schemeClr>
              </a:bgClr>
            </a:pattFill>
            <a:ln>
              <a:noFill/>
            </a:ln>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square" lIns="91440" tIns="45720" rIns="91440" bIns="45720" numCol="1" spcCol="0" rtlCol="0" fromWordArt="0" anchor="ctr" anchorCtr="0" forceAA="0" compatLnSpc="1">
              <a:prstTxWarp prst="textNoShape">
                <a:avLst/>
              </a:prstTxWarp>
              <a:noAutofit/>
            </a:bodyPr>
            <a:lstStyle/>
            <a:p>
              <a:pPr lvl="0" algn="ctr"/>
              <a:endParaRPr lang="en-US" noProof="0" dirty="0"/>
            </a:p>
          </p:txBody>
        </p:sp>
        <p:sp>
          <p:nvSpPr>
            <p:cNvPr id="3" name="Rectangle: Single Corner Snipped 2">
              <a:extLst>
                <a:ext uri="{FF2B5EF4-FFF2-40B4-BE49-F238E27FC236}">
                  <a16:creationId xmlns:a16="http://schemas.microsoft.com/office/drawing/2014/main" id="{74BDECEF-EEFE-4332-B3B2-BDE4F82C10FC}"/>
                </a:ext>
              </a:extLst>
            </p:cNvPr>
            <p:cNvSpPr/>
            <p:nvPr userDrawn="1"/>
          </p:nvSpPr>
          <p:spPr>
            <a:xfrm flipV="1">
              <a:off x="-1" y="1357409"/>
              <a:ext cx="12192001" cy="4917518"/>
            </a:xfrm>
            <a:prstGeom prst="snip1Rect">
              <a:avLst>
                <a:gd name="adj" fmla="val 19670"/>
              </a:avLst>
            </a:prstGeom>
            <a:solidFill>
              <a:schemeClr val="accent1">
                <a:lumMod val="50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noProof="0" dirty="0"/>
            </a:p>
          </p:txBody>
        </p:sp>
      </p:grpSp>
      <p:sp>
        <p:nvSpPr>
          <p:cNvPr id="24" name="Freeform: Shape 23">
            <a:extLst>
              <a:ext uri="{FF2B5EF4-FFF2-40B4-BE49-F238E27FC236}">
                <a16:creationId xmlns:a16="http://schemas.microsoft.com/office/drawing/2014/main" id="{18103E00-7E4A-44CD-81AC-06433CAE1110}"/>
              </a:ext>
            </a:extLst>
          </p:cNvPr>
          <p:cNvSpPr/>
          <p:nvPr userDrawn="1"/>
        </p:nvSpPr>
        <p:spPr>
          <a:xfrm flipH="1">
            <a:off x="10782300" y="5448297"/>
            <a:ext cx="1409700" cy="1409703"/>
          </a:xfrm>
          <a:custGeom>
            <a:avLst/>
            <a:gdLst>
              <a:gd name="connsiteX0" fmla="*/ 754341 w 754341"/>
              <a:gd name="connsiteY0" fmla="*/ 754341 h 754341"/>
              <a:gd name="connsiteX1" fmla="*/ 0 w 754341"/>
              <a:gd name="connsiteY1" fmla="*/ 754341 h 754341"/>
              <a:gd name="connsiteX2" fmla="*/ 0 w 754341"/>
              <a:gd name="connsiteY2" fmla="*/ 0 h 754341"/>
            </a:gdLst>
            <a:ahLst/>
            <a:cxnLst>
              <a:cxn ang="0">
                <a:pos x="connsiteX0" y="connsiteY0"/>
              </a:cxn>
              <a:cxn ang="0">
                <a:pos x="connsiteX1" y="connsiteY1"/>
              </a:cxn>
              <a:cxn ang="0">
                <a:pos x="connsiteX2" y="connsiteY2"/>
              </a:cxn>
            </a:cxnLst>
            <a:rect l="l" t="t" r="r" b="b"/>
            <a:pathLst>
              <a:path w="754341" h="754341">
                <a:moveTo>
                  <a:pt x="754341" y="754341"/>
                </a:moveTo>
                <a:lnTo>
                  <a:pt x="0" y="754341"/>
                </a:lnTo>
                <a:lnTo>
                  <a:pt x="0" y="0"/>
                </a:lnTo>
                <a:close/>
              </a:path>
            </a:pathLst>
          </a:custGeom>
          <a:pattFill prst="dkHorz">
            <a:fgClr>
              <a:schemeClr val="accent2">
                <a:lumMod val="50000"/>
              </a:schemeClr>
            </a:fgClr>
            <a:bgClr>
              <a:schemeClr val="accent2"/>
            </a:bgClr>
          </a:pattFill>
          <a:ln>
            <a:noFill/>
          </a:ln>
          <a:effectLst/>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noProof="0" dirty="0"/>
          </a:p>
        </p:txBody>
      </p:sp>
      <p:sp>
        <p:nvSpPr>
          <p:cNvPr id="5" name="Slide Number Placeholder 4">
            <a:extLst>
              <a:ext uri="{FF2B5EF4-FFF2-40B4-BE49-F238E27FC236}">
                <a16:creationId xmlns:a16="http://schemas.microsoft.com/office/drawing/2014/main" id="{87B51822-97FF-47A7-8E4E-A0F79B4EB237}"/>
              </a:ext>
            </a:extLst>
          </p:cNvPr>
          <p:cNvSpPr>
            <a:spLocks noGrp="1"/>
          </p:cNvSpPr>
          <p:nvPr>
            <p:ph type="sldNum" sz="quarter" idx="12"/>
          </p:nvPr>
        </p:nvSpPr>
        <p:spPr>
          <a:xfrm>
            <a:off x="11252200" y="6315075"/>
            <a:ext cx="406400" cy="365125"/>
          </a:xfrm>
        </p:spPr>
        <p:txBody>
          <a:bodyPr/>
          <a:lstStyle>
            <a:lvl1pPr>
              <a:defRPr sz="1000">
                <a:solidFill>
                  <a:schemeClr val="bg1"/>
                </a:solidFill>
                <a:latin typeface="Trade Gothic LT Pro" panose="020B0503040303020004" pitchFamily="34" charset="0"/>
              </a:defRPr>
            </a:lvl1pPr>
          </a:lstStyle>
          <a:p>
            <a:fld id="{C263D6C4-4840-40CC-AC84-17E24B3B7BDE}" type="slidenum">
              <a:rPr lang="en-US" noProof="0" smtClean="0"/>
              <a:pPr/>
              <a:t>‹#›</a:t>
            </a:fld>
            <a:endParaRPr lang="en-US" noProof="0" dirty="0"/>
          </a:p>
        </p:txBody>
      </p:sp>
    </p:spTree>
    <p:extLst>
      <p:ext uri="{BB962C8B-B14F-4D97-AF65-F5344CB8AC3E}">
        <p14:creationId xmlns:p14="http://schemas.microsoft.com/office/powerpoint/2010/main" val="4073704932"/>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preserve="1" userDrawn="1">
  <p:cSld name="1_Title Only">
    <p:bg>
      <p:bgPr>
        <a:solidFill>
          <a:schemeClr val="accent2"/>
        </a:solidFill>
        <a:effectLst/>
      </p:bgPr>
    </p:bg>
    <p:spTree>
      <p:nvGrpSpPr>
        <p:cNvPr id="1" name=""/>
        <p:cNvGrpSpPr/>
        <p:nvPr/>
      </p:nvGrpSpPr>
      <p:grpSpPr>
        <a:xfrm>
          <a:off x="0" y="0"/>
          <a:ext cx="0" cy="0"/>
          <a:chOff x="0" y="0"/>
          <a:chExt cx="0" cy="0"/>
        </a:xfrm>
      </p:grpSpPr>
      <p:sp>
        <p:nvSpPr>
          <p:cNvPr id="11" name="Rectangle 10">
            <a:extLst>
              <a:ext uri="{FF2B5EF4-FFF2-40B4-BE49-F238E27FC236}">
                <a16:creationId xmlns:a16="http://schemas.microsoft.com/office/drawing/2014/main" id="{EB3E033F-4449-40FA-BC85-BD2712D313DD}"/>
              </a:ext>
            </a:extLst>
          </p:cNvPr>
          <p:cNvSpPr/>
          <p:nvPr userDrawn="1"/>
        </p:nvSpPr>
        <p:spPr>
          <a:xfrm>
            <a:off x="0" y="0"/>
            <a:ext cx="12192000" cy="6884191"/>
          </a:xfrm>
          <a:prstGeom prst="rect">
            <a:avLst/>
          </a:prstGeom>
          <a:solidFill>
            <a:schemeClr val="accent2">
              <a:lumMod val="75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noProof="0" dirty="0"/>
          </a:p>
        </p:txBody>
      </p:sp>
      <p:sp>
        <p:nvSpPr>
          <p:cNvPr id="10" name="Freeform: Shape 9">
            <a:extLst>
              <a:ext uri="{FF2B5EF4-FFF2-40B4-BE49-F238E27FC236}">
                <a16:creationId xmlns:a16="http://schemas.microsoft.com/office/drawing/2014/main" id="{63D26743-0505-444C-80B3-E88EE87DF72B}"/>
              </a:ext>
            </a:extLst>
          </p:cNvPr>
          <p:cNvSpPr/>
          <p:nvPr userDrawn="1"/>
        </p:nvSpPr>
        <p:spPr>
          <a:xfrm>
            <a:off x="0" y="0"/>
            <a:ext cx="12192001" cy="6884191"/>
          </a:xfrm>
          <a:custGeom>
            <a:avLst/>
            <a:gdLst>
              <a:gd name="connsiteX0" fmla="*/ 0 w 12192001"/>
              <a:gd name="connsiteY0" fmla="*/ 0 h 6884191"/>
              <a:gd name="connsiteX1" fmla="*/ 7540222 w 12192001"/>
              <a:gd name="connsiteY1" fmla="*/ 0 h 6884191"/>
              <a:gd name="connsiteX2" fmla="*/ 10260629 w 12192001"/>
              <a:gd name="connsiteY2" fmla="*/ 2725573 h 6884191"/>
              <a:gd name="connsiteX3" fmla="*/ 11286710 w 12192001"/>
              <a:gd name="connsiteY3" fmla="*/ 2725573 h 6884191"/>
              <a:gd name="connsiteX4" fmla="*/ 12192000 w 12192001"/>
              <a:gd name="connsiteY4" fmla="*/ 3632581 h 6884191"/>
              <a:gd name="connsiteX5" fmla="*/ 12192001 w 12192001"/>
              <a:gd name="connsiteY5" fmla="*/ 6884191 h 6884191"/>
              <a:gd name="connsiteX6" fmla="*/ 0 w 12192001"/>
              <a:gd name="connsiteY6" fmla="*/ 6884191 h 6884191"/>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Lst>
            <a:rect l="l" t="t" r="r" b="b"/>
            <a:pathLst>
              <a:path w="12192001" h="6884191">
                <a:moveTo>
                  <a:pt x="0" y="0"/>
                </a:moveTo>
                <a:lnTo>
                  <a:pt x="7540222" y="0"/>
                </a:lnTo>
                <a:lnTo>
                  <a:pt x="10260629" y="2725573"/>
                </a:lnTo>
                <a:lnTo>
                  <a:pt x="11286710" y="2725573"/>
                </a:lnTo>
                <a:lnTo>
                  <a:pt x="12192000" y="3632581"/>
                </a:lnTo>
                <a:lnTo>
                  <a:pt x="12192001" y="6884191"/>
                </a:lnTo>
                <a:lnTo>
                  <a:pt x="0" y="6884191"/>
                </a:lnTo>
                <a:close/>
              </a:path>
            </a:pathLst>
          </a:custGeom>
          <a:solidFill>
            <a:schemeClr val="accent2">
              <a:alpha val="74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wrap="square" rtlCol="0" anchor="ctr">
            <a:noAutofit/>
          </a:bodyPr>
          <a:lstStyle/>
          <a:p>
            <a:pPr algn="ctr"/>
            <a:endParaRPr lang="en-US" noProof="0" dirty="0"/>
          </a:p>
        </p:txBody>
      </p:sp>
      <p:sp>
        <p:nvSpPr>
          <p:cNvPr id="18" name="Freeform: Shape 17">
            <a:extLst>
              <a:ext uri="{FF2B5EF4-FFF2-40B4-BE49-F238E27FC236}">
                <a16:creationId xmlns:a16="http://schemas.microsoft.com/office/drawing/2014/main" id="{E37145E9-AC61-47D5-9288-8789940F81B6}"/>
              </a:ext>
            </a:extLst>
          </p:cNvPr>
          <p:cNvSpPr/>
          <p:nvPr userDrawn="1"/>
        </p:nvSpPr>
        <p:spPr>
          <a:xfrm rot="16200000" flipV="1">
            <a:off x="2964809" y="-2364446"/>
            <a:ext cx="6862744" cy="11591639"/>
          </a:xfrm>
          <a:custGeom>
            <a:avLst/>
            <a:gdLst>
              <a:gd name="connsiteX0" fmla="*/ 6862744 w 6862744"/>
              <a:gd name="connsiteY0" fmla="*/ 11591639 h 11591639"/>
              <a:gd name="connsiteX1" fmla="*/ 6862744 w 6862744"/>
              <a:gd name="connsiteY1" fmla="*/ 5240223 h 11591639"/>
              <a:gd name="connsiteX2" fmla="*/ 4145656 w 6862744"/>
              <a:gd name="connsiteY2" fmla="*/ 5240223 h 11591639"/>
              <a:gd name="connsiteX3" fmla="*/ 4145656 w 6862744"/>
              <a:gd name="connsiteY3" fmla="*/ 5240222 h 11591639"/>
              <a:gd name="connsiteX4" fmla="*/ 6862744 w 6862744"/>
              <a:gd name="connsiteY4" fmla="*/ 5240222 h 11591639"/>
              <a:gd name="connsiteX5" fmla="*/ 4145656 w 6862744"/>
              <a:gd name="connsiteY5" fmla="*/ 2519152 h 11591639"/>
              <a:gd name="connsiteX6" fmla="*/ 4145656 w 6862744"/>
              <a:gd name="connsiteY6" fmla="*/ 1367198 h 11591639"/>
              <a:gd name="connsiteX7" fmla="*/ 2775863 w 6862744"/>
              <a:gd name="connsiteY7" fmla="*/ 0 h 11591639"/>
              <a:gd name="connsiteX8" fmla="*/ 0 w 6862744"/>
              <a:gd name="connsiteY8" fmla="*/ 0 h 11591639"/>
              <a:gd name="connsiteX9" fmla="*/ 0 w 6862744"/>
              <a:gd name="connsiteY9" fmla="*/ 11591639 h 11591639"/>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Lst>
            <a:rect l="l" t="t" r="r" b="b"/>
            <a:pathLst>
              <a:path w="6862744" h="11591639">
                <a:moveTo>
                  <a:pt x="6862744" y="11591639"/>
                </a:moveTo>
                <a:lnTo>
                  <a:pt x="6862744" y="5240223"/>
                </a:lnTo>
                <a:lnTo>
                  <a:pt x="4145656" y="5240223"/>
                </a:lnTo>
                <a:lnTo>
                  <a:pt x="4145656" y="5240222"/>
                </a:lnTo>
                <a:lnTo>
                  <a:pt x="6862744" y="5240222"/>
                </a:lnTo>
                <a:lnTo>
                  <a:pt x="4145656" y="2519152"/>
                </a:lnTo>
                <a:lnTo>
                  <a:pt x="4145656" y="1367198"/>
                </a:lnTo>
                <a:lnTo>
                  <a:pt x="2775863" y="0"/>
                </a:lnTo>
                <a:lnTo>
                  <a:pt x="0" y="0"/>
                </a:lnTo>
                <a:lnTo>
                  <a:pt x="0" y="11591639"/>
                </a:lnTo>
                <a:close/>
              </a:path>
            </a:pathLst>
          </a:custGeom>
          <a:pattFill prst="wdDnDiag">
            <a:fgClr>
              <a:schemeClr val="accent2"/>
            </a:fgClr>
            <a:bgClr>
              <a:schemeClr val="accent2">
                <a:lumMod val="75000"/>
              </a:schemeClr>
            </a:bgClr>
          </a:pattFill>
          <a:ln>
            <a:noFill/>
          </a:ln>
        </p:spPr>
        <p:style>
          <a:lnRef idx="2">
            <a:schemeClr val="accent1">
              <a:shade val="50000"/>
            </a:schemeClr>
          </a:lnRef>
          <a:fillRef idx="1">
            <a:schemeClr val="accent1"/>
          </a:fillRef>
          <a:effectRef idx="0">
            <a:schemeClr val="accent1"/>
          </a:effectRef>
          <a:fontRef idx="minor">
            <a:schemeClr val="lt1"/>
          </a:fontRef>
        </p:style>
        <p:txBody>
          <a:bodyPr wrap="square" rtlCol="0" anchor="ctr">
            <a:noAutofit/>
          </a:bodyPr>
          <a:lstStyle/>
          <a:p>
            <a:pPr algn="ctr"/>
            <a:endParaRPr lang="en-US" noProof="0" dirty="0"/>
          </a:p>
        </p:txBody>
      </p:sp>
      <p:sp>
        <p:nvSpPr>
          <p:cNvPr id="12" name="Freeform: Shape 11">
            <a:extLst>
              <a:ext uri="{FF2B5EF4-FFF2-40B4-BE49-F238E27FC236}">
                <a16:creationId xmlns:a16="http://schemas.microsoft.com/office/drawing/2014/main" id="{A5E2B3ED-9A49-40A7-B8A3-62595FE513F9}"/>
              </a:ext>
            </a:extLst>
          </p:cNvPr>
          <p:cNvSpPr/>
          <p:nvPr userDrawn="1"/>
        </p:nvSpPr>
        <p:spPr>
          <a:xfrm rot="16200000" flipV="1">
            <a:off x="2664629" y="-2664627"/>
            <a:ext cx="6862744" cy="12192000"/>
          </a:xfrm>
          <a:custGeom>
            <a:avLst/>
            <a:gdLst>
              <a:gd name="connsiteX0" fmla="*/ 6849744 w 6849744"/>
              <a:gd name="connsiteY0" fmla="*/ 12192000 h 12192000"/>
              <a:gd name="connsiteX1" fmla="*/ 6849744 w 6849744"/>
              <a:gd name="connsiteY1" fmla="*/ 5840584 h 12192000"/>
              <a:gd name="connsiteX2" fmla="*/ 4137803 w 6849744"/>
              <a:gd name="connsiteY2" fmla="*/ 5840584 h 12192000"/>
              <a:gd name="connsiteX3" fmla="*/ 4137803 w 6849744"/>
              <a:gd name="connsiteY3" fmla="*/ 5840583 h 12192000"/>
              <a:gd name="connsiteX4" fmla="*/ 6849744 w 6849744"/>
              <a:gd name="connsiteY4" fmla="*/ 5840583 h 12192000"/>
              <a:gd name="connsiteX5" fmla="*/ 4137803 w 6849744"/>
              <a:gd name="connsiteY5" fmla="*/ 3119513 h 12192000"/>
              <a:gd name="connsiteX6" fmla="*/ 4137803 w 6849744"/>
              <a:gd name="connsiteY6" fmla="*/ 1967559 h 12192000"/>
              <a:gd name="connsiteX7" fmla="*/ 2170243 w 6849744"/>
              <a:gd name="connsiteY7" fmla="*/ 0 h 12192000"/>
              <a:gd name="connsiteX8" fmla="*/ 0 w 6849744"/>
              <a:gd name="connsiteY8" fmla="*/ 0 h 12192000"/>
              <a:gd name="connsiteX9" fmla="*/ 0 w 6849744"/>
              <a:gd name="connsiteY9" fmla="*/ 12192000 h 12192000"/>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Lst>
            <a:rect l="l" t="t" r="r" b="b"/>
            <a:pathLst>
              <a:path w="6849744" h="12192000">
                <a:moveTo>
                  <a:pt x="6849744" y="12192000"/>
                </a:moveTo>
                <a:lnTo>
                  <a:pt x="6849744" y="5840584"/>
                </a:lnTo>
                <a:lnTo>
                  <a:pt x="4137803" y="5840584"/>
                </a:lnTo>
                <a:lnTo>
                  <a:pt x="4137803" y="5840583"/>
                </a:lnTo>
                <a:lnTo>
                  <a:pt x="6849744" y="5840583"/>
                </a:lnTo>
                <a:lnTo>
                  <a:pt x="4137803" y="3119513"/>
                </a:lnTo>
                <a:lnTo>
                  <a:pt x="4137803" y="1967559"/>
                </a:lnTo>
                <a:lnTo>
                  <a:pt x="2170243" y="0"/>
                </a:lnTo>
                <a:lnTo>
                  <a:pt x="0" y="0"/>
                </a:lnTo>
                <a:lnTo>
                  <a:pt x="0" y="12192000"/>
                </a:lnTo>
                <a:close/>
              </a:path>
            </a:pathLst>
          </a:custGeom>
          <a:pattFill prst="wdUpDiag">
            <a:fgClr>
              <a:schemeClr val="accent2"/>
            </a:fgClr>
            <a:bgClr>
              <a:schemeClr val="accent2">
                <a:lumMod val="50000"/>
              </a:schemeClr>
            </a:bgClr>
          </a:patt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noProof="0" dirty="0"/>
          </a:p>
        </p:txBody>
      </p:sp>
      <p:sp>
        <p:nvSpPr>
          <p:cNvPr id="8" name="Freeform: Shape 7">
            <a:extLst>
              <a:ext uri="{FF2B5EF4-FFF2-40B4-BE49-F238E27FC236}">
                <a16:creationId xmlns:a16="http://schemas.microsoft.com/office/drawing/2014/main" id="{1599AF7E-3E34-4597-AA72-9373A7FDB020}"/>
              </a:ext>
            </a:extLst>
          </p:cNvPr>
          <p:cNvSpPr/>
          <p:nvPr userDrawn="1"/>
        </p:nvSpPr>
        <p:spPr>
          <a:xfrm rot="16200000" flipV="1">
            <a:off x="2664628" y="-2664627"/>
            <a:ext cx="6862744" cy="12192000"/>
          </a:xfrm>
          <a:custGeom>
            <a:avLst/>
            <a:gdLst>
              <a:gd name="connsiteX0" fmla="*/ 6849744 w 6849744"/>
              <a:gd name="connsiteY0" fmla="*/ 12192000 h 12192000"/>
              <a:gd name="connsiteX1" fmla="*/ 6849744 w 6849744"/>
              <a:gd name="connsiteY1" fmla="*/ 5840584 h 12192000"/>
              <a:gd name="connsiteX2" fmla="*/ 4137803 w 6849744"/>
              <a:gd name="connsiteY2" fmla="*/ 5840584 h 12192000"/>
              <a:gd name="connsiteX3" fmla="*/ 4137803 w 6849744"/>
              <a:gd name="connsiteY3" fmla="*/ 5840583 h 12192000"/>
              <a:gd name="connsiteX4" fmla="*/ 6849744 w 6849744"/>
              <a:gd name="connsiteY4" fmla="*/ 5840583 h 12192000"/>
              <a:gd name="connsiteX5" fmla="*/ 4137803 w 6849744"/>
              <a:gd name="connsiteY5" fmla="*/ 3119513 h 12192000"/>
              <a:gd name="connsiteX6" fmla="*/ 4137803 w 6849744"/>
              <a:gd name="connsiteY6" fmla="*/ 1967559 h 12192000"/>
              <a:gd name="connsiteX7" fmla="*/ 2170243 w 6849744"/>
              <a:gd name="connsiteY7" fmla="*/ 0 h 12192000"/>
              <a:gd name="connsiteX8" fmla="*/ 0 w 6849744"/>
              <a:gd name="connsiteY8" fmla="*/ 0 h 12192000"/>
              <a:gd name="connsiteX9" fmla="*/ 0 w 6849744"/>
              <a:gd name="connsiteY9" fmla="*/ 12192000 h 12192000"/>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Lst>
            <a:rect l="l" t="t" r="r" b="b"/>
            <a:pathLst>
              <a:path w="6849744" h="12192000">
                <a:moveTo>
                  <a:pt x="6849744" y="12192000"/>
                </a:moveTo>
                <a:lnTo>
                  <a:pt x="6849744" y="5840584"/>
                </a:lnTo>
                <a:lnTo>
                  <a:pt x="4137803" y="5840584"/>
                </a:lnTo>
                <a:lnTo>
                  <a:pt x="4137803" y="5840583"/>
                </a:lnTo>
                <a:lnTo>
                  <a:pt x="6849744" y="5840583"/>
                </a:lnTo>
                <a:lnTo>
                  <a:pt x="4137803" y="3119513"/>
                </a:lnTo>
                <a:lnTo>
                  <a:pt x="4137803" y="1967559"/>
                </a:lnTo>
                <a:lnTo>
                  <a:pt x="2170243" y="0"/>
                </a:lnTo>
                <a:lnTo>
                  <a:pt x="0" y="0"/>
                </a:lnTo>
                <a:lnTo>
                  <a:pt x="0" y="12192000"/>
                </a:lnTo>
                <a:close/>
              </a:path>
            </a:pathLst>
          </a:custGeom>
          <a:solidFill>
            <a:schemeClr val="accent1">
              <a:lumMod val="50000"/>
              <a:alpha val="90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noProof="0" dirty="0"/>
          </a:p>
        </p:txBody>
      </p:sp>
      <p:sp>
        <p:nvSpPr>
          <p:cNvPr id="2" name="Title 1">
            <a:extLst>
              <a:ext uri="{FF2B5EF4-FFF2-40B4-BE49-F238E27FC236}">
                <a16:creationId xmlns:a16="http://schemas.microsoft.com/office/drawing/2014/main" id="{4A2DF563-7FAC-46B3-B24C-7E45CD89DA2B}"/>
              </a:ext>
            </a:extLst>
          </p:cNvPr>
          <p:cNvSpPr>
            <a:spLocks noGrp="1"/>
          </p:cNvSpPr>
          <p:nvPr>
            <p:ph type="title"/>
          </p:nvPr>
        </p:nvSpPr>
        <p:spPr>
          <a:xfrm>
            <a:off x="444500" y="542925"/>
            <a:ext cx="11214100" cy="535531"/>
          </a:xfrm>
        </p:spPr>
        <p:txBody>
          <a:bodyPr vert="horz" wrap="square" lIns="91440" tIns="45720" rIns="91440" bIns="45720" rtlCol="0" anchor="t">
            <a:spAutoFit/>
          </a:bodyPr>
          <a:lstStyle>
            <a:lvl1pPr>
              <a:defRPr lang="en-GB" sz="3200" b="1" spc="-70" baseline="0" dirty="0">
                <a:solidFill>
                  <a:schemeClr val="bg1"/>
                </a:solidFill>
                <a:latin typeface="+mj-lt"/>
              </a:defRPr>
            </a:lvl1pPr>
          </a:lstStyle>
          <a:p>
            <a:pPr lvl="0"/>
            <a:r>
              <a:rPr lang="en-US" noProof="0"/>
              <a:t>Click to edit Master title style</a:t>
            </a:r>
          </a:p>
        </p:txBody>
      </p:sp>
      <p:grpSp>
        <p:nvGrpSpPr>
          <p:cNvPr id="15" name="Group 14">
            <a:extLst>
              <a:ext uri="{FF2B5EF4-FFF2-40B4-BE49-F238E27FC236}">
                <a16:creationId xmlns:a16="http://schemas.microsoft.com/office/drawing/2014/main" id="{7732E1E7-45E3-4264-8F26-66758696DD1E}"/>
              </a:ext>
            </a:extLst>
          </p:cNvPr>
          <p:cNvGrpSpPr/>
          <p:nvPr userDrawn="1"/>
        </p:nvGrpSpPr>
        <p:grpSpPr>
          <a:xfrm rot="16200000">
            <a:off x="499388" y="-322655"/>
            <a:ext cx="535531" cy="645309"/>
            <a:chOff x="10945855" y="7317026"/>
            <a:chExt cx="2483924" cy="2993104"/>
          </a:xfrm>
        </p:grpSpPr>
        <p:sp>
          <p:nvSpPr>
            <p:cNvPr id="16" name="Freeform: Shape 15">
              <a:extLst>
                <a:ext uri="{FF2B5EF4-FFF2-40B4-BE49-F238E27FC236}">
                  <a16:creationId xmlns:a16="http://schemas.microsoft.com/office/drawing/2014/main" id="{2E3DF883-8093-49FA-81E1-E5D77F086A25}"/>
                </a:ext>
              </a:extLst>
            </p:cNvPr>
            <p:cNvSpPr/>
            <p:nvPr/>
          </p:nvSpPr>
          <p:spPr>
            <a:xfrm rot="2700000">
              <a:off x="10945855" y="7826207"/>
              <a:ext cx="2483923" cy="2483924"/>
            </a:xfrm>
            <a:custGeom>
              <a:avLst/>
              <a:gdLst>
                <a:gd name="connsiteX0" fmla="*/ 754341 w 754341"/>
                <a:gd name="connsiteY0" fmla="*/ 754341 h 754341"/>
                <a:gd name="connsiteX1" fmla="*/ 0 w 754341"/>
                <a:gd name="connsiteY1" fmla="*/ 754341 h 754341"/>
                <a:gd name="connsiteX2" fmla="*/ 0 w 754341"/>
                <a:gd name="connsiteY2" fmla="*/ 0 h 754341"/>
              </a:gdLst>
              <a:ahLst/>
              <a:cxnLst>
                <a:cxn ang="0">
                  <a:pos x="connsiteX0" y="connsiteY0"/>
                </a:cxn>
                <a:cxn ang="0">
                  <a:pos x="connsiteX1" y="connsiteY1"/>
                </a:cxn>
                <a:cxn ang="0">
                  <a:pos x="connsiteX2" y="connsiteY2"/>
                </a:cxn>
              </a:cxnLst>
              <a:rect l="l" t="t" r="r" b="b"/>
              <a:pathLst>
                <a:path w="754341" h="754341">
                  <a:moveTo>
                    <a:pt x="754341" y="754341"/>
                  </a:moveTo>
                  <a:lnTo>
                    <a:pt x="0" y="754341"/>
                  </a:lnTo>
                  <a:lnTo>
                    <a:pt x="0" y="0"/>
                  </a:lnTo>
                  <a:close/>
                </a:path>
              </a:pathLst>
            </a:custGeom>
            <a:solidFill>
              <a:schemeClr val="accent1">
                <a:lumMod val="50000"/>
              </a:schemeClr>
            </a:solidFill>
            <a:ln>
              <a:noFill/>
            </a:ln>
            <a:effectLst/>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noProof="0" dirty="0"/>
            </a:p>
          </p:txBody>
        </p:sp>
        <p:sp>
          <p:nvSpPr>
            <p:cNvPr id="17" name="Freeform: Shape 16">
              <a:extLst>
                <a:ext uri="{FF2B5EF4-FFF2-40B4-BE49-F238E27FC236}">
                  <a16:creationId xmlns:a16="http://schemas.microsoft.com/office/drawing/2014/main" id="{18944C90-37E5-4BBE-89FF-060627168050}"/>
                </a:ext>
              </a:extLst>
            </p:cNvPr>
            <p:cNvSpPr/>
            <p:nvPr/>
          </p:nvSpPr>
          <p:spPr>
            <a:xfrm rot="8100000" flipH="1">
              <a:off x="10986797" y="7317026"/>
              <a:ext cx="2402031" cy="2402032"/>
            </a:xfrm>
            <a:custGeom>
              <a:avLst/>
              <a:gdLst>
                <a:gd name="connsiteX0" fmla="*/ 754341 w 754341"/>
                <a:gd name="connsiteY0" fmla="*/ 754341 h 754341"/>
                <a:gd name="connsiteX1" fmla="*/ 0 w 754341"/>
                <a:gd name="connsiteY1" fmla="*/ 754341 h 754341"/>
                <a:gd name="connsiteX2" fmla="*/ 0 w 754341"/>
                <a:gd name="connsiteY2" fmla="*/ 0 h 754341"/>
              </a:gdLst>
              <a:ahLst/>
              <a:cxnLst>
                <a:cxn ang="0">
                  <a:pos x="connsiteX0" y="connsiteY0"/>
                </a:cxn>
                <a:cxn ang="0">
                  <a:pos x="connsiteX1" y="connsiteY1"/>
                </a:cxn>
                <a:cxn ang="0">
                  <a:pos x="connsiteX2" y="connsiteY2"/>
                </a:cxn>
              </a:cxnLst>
              <a:rect l="l" t="t" r="r" b="b"/>
              <a:pathLst>
                <a:path w="754341" h="754341">
                  <a:moveTo>
                    <a:pt x="754341" y="754341"/>
                  </a:moveTo>
                  <a:lnTo>
                    <a:pt x="0" y="754341"/>
                  </a:lnTo>
                  <a:lnTo>
                    <a:pt x="0" y="0"/>
                  </a:lnTo>
                  <a:close/>
                </a:path>
              </a:pathLst>
            </a:custGeom>
            <a:pattFill prst="dkHorz">
              <a:fgClr>
                <a:schemeClr val="accent1">
                  <a:lumMod val="60000"/>
                  <a:lumOff val="40000"/>
                </a:schemeClr>
              </a:fgClr>
              <a:bgClr>
                <a:schemeClr val="accent2">
                  <a:lumMod val="50000"/>
                </a:schemeClr>
              </a:bgClr>
            </a:pattFill>
            <a:ln>
              <a:noFill/>
            </a:ln>
            <a:effectLst/>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noProof="0" dirty="0"/>
            </a:p>
          </p:txBody>
        </p:sp>
      </p:grpSp>
      <p:grpSp>
        <p:nvGrpSpPr>
          <p:cNvPr id="6" name="Group 5">
            <a:extLst>
              <a:ext uri="{FF2B5EF4-FFF2-40B4-BE49-F238E27FC236}">
                <a16:creationId xmlns:a16="http://schemas.microsoft.com/office/drawing/2014/main" id="{D9EBF8BB-A805-4DDB-B459-082F99815B95}"/>
              </a:ext>
            </a:extLst>
          </p:cNvPr>
          <p:cNvGrpSpPr/>
          <p:nvPr userDrawn="1"/>
        </p:nvGrpSpPr>
        <p:grpSpPr>
          <a:xfrm>
            <a:off x="-1" y="1357409"/>
            <a:ext cx="12192001" cy="4846320"/>
            <a:chOff x="-1" y="1357409"/>
            <a:chExt cx="12192001" cy="4917518"/>
          </a:xfrm>
        </p:grpSpPr>
        <p:sp>
          <p:nvSpPr>
            <p:cNvPr id="19" name="Rectangle: Single Corner Snipped 18">
              <a:extLst>
                <a:ext uri="{FF2B5EF4-FFF2-40B4-BE49-F238E27FC236}">
                  <a16:creationId xmlns:a16="http://schemas.microsoft.com/office/drawing/2014/main" id="{5D638788-DD47-45E7-939A-FA108A818173}"/>
                </a:ext>
              </a:extLst>
            </p:cNvPr>
            <p:cNvSpPr/>
            <p:nvPr userDrawn="1"/>
          </p:nvSpPr>
          <p:spPr>
            <a:xfrm flipV="1">
              <a:off x="-1" y="1357409"/>
              <a:ext cx="12192000" cy="4917518"/>
            </a:xfrm>
            <a:prstGeom prst="snip1Rect">
              <a:avLst>
                <a:gd name="adj" fmla="val 0"/>
              </a:avLst>
            </a:prstGeom>
            <a:pattFill prst="dkVert">
              <a:fgClr>
                <a:srgbClr val="0C4360"/>
              </a:fgClr>
              <a:bgClr>
                <a:schemeClr val="accent2">
                  <a:lumMod val="50000"/>
                </a:schemeClr>
              </a:bgClr>
            </a:pattFill>
            <a:ln>
              <a:noFill/>
            </a:ln>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square" lIns="91440" tIns="45720" rIns="91440" bIns="45720" numCol="1" spcCol="0" rtlCol="0" fromWordArt="0" anchor="ctr" anchorCtr="0" forceAA="0" compatLnSpc="1">
              <a:prstTxWarp prst="textNoShape">
                <a:avLst/>
              </a:prstTxWarp>
              <a:noAutofit/>
            </a:bodyPr>
            <a:lstStyle/>
            <a:p>
              <a:pPr lvl="0" algn="ctr"/>
              <a:endParaRPr lang="en-US" noProof="0" dirty="0"/>
            </a:p>
          </p:txBody>
        </p:sp>
        <p:sp>
          <p:nvSpPr>
            <p:cNvPr id="3" name="Rectangle: Single Corner Snipped 2">
              <a:extLst>
                <a:ext uri="{FF2B5EF4-FFF2-40B4-BE49-F238E27FC236}">
                  <a16:creationId xmlns:a16="http://schemas.microsoft.com/office/drawing/2014/main" id="{74BDECEF-EEFE-4332-B3B2-BDE4F82C10FC}"/>
                </a:ext>
              </a:extLst>
            </p:cNvPr>
            <p:cNvSpPr/>
            <p:nvPr userDrawn="1"/>
          </p:nvSpPr>
          <p:spPr>
            <a:xfrm flipV="1">
              <a:off x="-1" y="1357409"/>
              <a:ext cx="12192001" cy="4917518"/>
            </a:xfrm>
            <a:prstGeom prst="snip1Rect">
              <a:avLst>
                <a:gd name="adj" fmla="val 19670"/>
              </a:avLst>
            </a:prstGeom>
            <a:solidFill>
              <a:schemeClr val="accent1">
                <a:lumMod val="50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noProof="0" dirty="0"/>
            </a:p>
          </p:txBody>
        </p:sp>
      </p:grpSp>
      <p:sp>
        <p:nvSpPr>
          <p:cNvPr id="24" name="Freeform: Shape 23">
            <a:extLst>
              <a:ext uri="{FF2B5EF4-FFF2-40B4-BE49-F238E27FC236}">
                <a16:creationId xmlns:a16="http://schemas.microsoft.com/office/drawing/2014/main" id="{18103E00-7E4A-44CD-81AC-06433CAE1110}"/>
              </a:ext>
            </a:extLst>
          </p:cNvPr>
          <p:cNvSpPr/>
          <p:nvPr userDrawn="1"/>
        </p:nvSpPr>
        <p:spPr>
          <a:xfrm flipH="1">
            <a:off x="10782300" y="5448297"/>
            <a:ext cx="1409700" cy="1409703"/>
          </a:xfrm>
          <a:custGeom>
            <a:avLst/>
            <a:gdLst>
              <a:gd name="connsiteX0" fmla="*/ 754341 w 754341"/>
              <a:gd name="connsiteY0" fmla="*/ 754341 h 754341"/>
              <a:gd name="connsiteX1" fmla="*/ 0 w 754341"/>
              <a:gd name="connsiteY1" fmla="*/ 754341 h 754341"/>
              <a:gd name="connsiteX2" fmla="*/ 0 w 754341"/>
              <a:gd name="connsiteY2" fmla="*/ 0 h 754341"/>
            </a:gdLst>
            <a:ahLst/>
            <a:cxnLst>
              <a:cxn ang="0">
                <a:pos x="connsiteX0" y="connsiteY0"/>
              </a:cxn>
              <a:cxn ang="0">
                <a:pos x="connsiteX1" y="connsiteY1"/>
              </a:cxn>
              <a:cxn ang="0">
                <a:pos x="connsiteX2" y="connsiteY2"/>
              </a:cxn>
            </a:cxnLst>
            <a:rect l="l" t="t" r="r" b="b"/>
            <a:pathLst>
              <a:path w="754341" h="754341">
                <a:moveTo>
                  <a:pt x="754341" y="754341"/>
                </a:moveTo>
                <a:lnTo>
                  <a:pt x="0" y="754341"/>
                </a:lnTo>
                <a:lnTo>
                  <a:pt x="0" y="0"/>
                </a:lnTo>
                <a:close/>
              </a:path>
            </a:pathLst>
          </a:custGeom>
          <a:pattFill prst="dkHorz">
            <a:fgClr>
              <a:schemeClr val="accent2">
                <a:lumMod val="50000"/>
              </a:schemeClr>
            </a:fgClr>
            <a:bgClr>
              <a:schemeClr val="accent2"/>
            </a:bgClr>
          </a:pattFill>
          <a:ln>
            <a:noFill/>
          </a:ln>
          <a:effectLst/>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noProof="0" dirty="0"/>
          </a:p>
        </p:txBody>
      </p:sp>
      <p:sp>
        <p:nvSpPr>
          <p:cNvPr id="5" name="Slide Number Placeholder 4">
            <a:extLst>
              <a:ext uri="{FF2B5EF4-FFF2-40B4-BE49-F238E27FC236}">
                <a16:creationId xmlns:a16="http://schemas.microsoft.com/office/drawing/2014/main" id="{87B51822-97FF-47A7-8E4E-A0F79B4EB237}"/>
              </a:ext>
            </a:extLst>
          </p:cNvPr>
          <p:cNvSpPr>
            <a:spLocks noGrp="1"/>
          </p:cNvSpPr>
          <p:nvPr>
            <p:ph type="sldNum" sz="quarter" idx="12"/>
          </p:nvPr>
        </p:nvSpPr>
        <p:spPr>
          <a:xfrm>
            <a:off x="11252200" y="6315075"/>
            <a:ext cx="406400" cy="365125"/>
          </a:xfrm>
        </p:spPr>
        <p:txBody>
          <a:bodyPr/>
          <a:lstStyle>
            <a:lvl1pPr>
              <a:defRPr sz="1000">
                <a:solidFill>
                  <a:schemeClr val="bg1"/>
                </a:solidFill>
                <a:latin typeface="Trade Gothic LT Pro" panose="020B0503040303020004" pitchFamily="34" charset="0"/>
              </a:defRPr>
            </a:lvl1pPr>
          </a:lstStyle>
          <a:p>
            <a:fld id="{C263D6C4-4840-40CC-AC84-17E24B3B7BDE}" type="slidenum">
              <a:rPr lang="en-US" noProof="0" smtClean="0"/>
              <a:pPr/>
              <a:t>‹#›</a:t>
            </a:fld>
            <a:endParaRPr lang="en-US" noProof="0" dirty="0"/>
          </a:p>
        </p:txBody>
      </p:sp>
      <p:sp>
        <p:nvSpPr>
          <p:cNvPr id="7" name="Text Placeholder 6">
            <a:extLst>
              <a:ext uri="{FF2B5EF4-FFF2-40B4-BE49-F238E27FC236}">
                <a16:creationId xmlns:a16="http://schemas.microsoft.com/office/drawing/2014/main" id="{7E0C167E-2626-40DB-AACF-D02543E29BB3}"/>
              </a:ext>
            </a:extLst>
          </p:cNvPr>
          <p:cNvSpPr>
            <a:spLocks noGrp="1"/>
          </p:cNvSpPr>
          <p:nvPr>
            <p:ph type="body" sz="quarter" idx="13"/>
          </p:nvPr>
        </p:nvSpPr>
        <p:spPr>
          <a:xfrm>
            <a:off x="1409700" y="1749570"/>
            <a:ext cx="9372600" cy="3358860"/>
          </a:xfrm>
        </p:spPr>
        <p:txBody>
          <a:bodyPr anchor="ctr">
            <a:normAutofit/>
          </a:bodyPr>
          <a:lstStyle>
            <a:lvl1pPr marL="0" indent="0" algn="ctr">
              <a:buNone/>
              <a:defRPr sz="6000">
                <a:solidFill>
                  <a:schemeClr val="bg1"/>
                </a:solidFill>
              </a:defRPr>
            </a:lvl1pPr>
          </a:lstStyle>
          <a:p>
            <a:pPr lvl="0"/>
            <a:r>
              <a:rPr lang="en-US" noProof="0"/>
              <a:t>Edit Master text styles</a:t>
            </a:r>
          </a:p>
        </p:txBody>
      </p:sp>
    </p:spTree>
    <p:extLst>
      <p:ext uri="{BB962C8B-B14F-4D97-AF65-F5344CB8AC3E}">
        <p14:creationId xmlns:p14="http://schemas.microsoft.com/office/powerpoint/2010/main" val="2904744868"/>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preserve="1" userDrawn="1">
  <p:cSld name="Title and Content">
    <p:bg>
      <p:bgPr>
        <a:solidFill>
          <a:schemeClr val="accent2"/>
        </a:solidFill>
        <a:effectLst/>
      </p:bgPr>
    </p:bg>
    <p:spTree>
      <p:nvGrpSpPr>
        <p:cNvPr id="1" name=""/>
        <p:cNvGrpSpPr/>
        <p:nvPr/>
      </p:nvGrpSpPr>
      <p:grpSpPr>
        <a:xfrm>
          <a:off x="0" y="0"/>
          <a:ext cx="0" cy="0"/>
          <a:chOff x="0" y="0"/>
          <a:chExt cx="0" cy="0"/>
        </a:xfrm>
      </p:grpSpPr>
      <p:sp>
        <p:nvSpPr>
          <p:cNvPr id="11" name="Rectangle 10">
            <a:extLst>
              <a:ext uri="{FF2B5EF4-FFF2-40B4-BE49-F238E27FC236}">
                <a16:creationId xmlns:a16="http://schemas.microsoft.com/office/drawing/2014/main" id="{EB3E033F-4449-40FA-BC85-BD2712D313DD}"/>
              </a:ext>
            </a:extLst>
          </p:cNvPr>
          <p:cNvSpPr/>
          <p:nvPr userDrawn="1"/>
        </p:nvSpPr>
        <p:spPr>
          <a:xfrm>
            <a:off x="0" y="0"/>
            <a:ext cx="12192000" cy="6884191"/>
          </a:xfrm>
          <a:prstGeom prst="rect">
            <a:avLst/>
          </a:prstGeom>
          <a:solidFill>
            <a:schemeClr val="accent2">
              <a:lumMod val="75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noProof="0" dirty="0"/>
          </a:p>
        </p:txBody>
      </p:sp>
      <p:sp>
        <p:nvSpPr>
          <p:cNvPr id="10" name="Freeform: Shape 9">
            <a:extLst>
              <a:ext uri="{FF2B5EF4-FFF2-40B4-BE49-F238E27FC236}">
                <a16:creationId xmlns:a16="http://schemas.microsoft.com/office/drawing/2014/main" id="{63D26743-0505-444C-80B3-E88EE87DF72B}"/>
              </a:ext>
            </a:extLst>
          </p:cNvPr>
          <p:cNvSpPr/>
          <p:nvPr userDrawn="1"/>
        </p:nvSpPr>
        <p:spPr>
          <a:xfrm>
            <a:off x="0" y="0"/>
            <a:ext cx="12192001" cy="6884191"/>
          </a:xfrm>
          <a:custGeom>
            <a:avLst/>
            <a:gdLst>
              <a:gd name="connsiteX0" fmla="*/ 0 w 12192001"/>
              <a:gd name="connsiteY0" fmla="*/ 0 h 6884191"/>
              <a:gd name="connsiteX1" fmla="*/ 7540222 w 12192001"/>
              <a:gd name="connsiteY1" fmla="*/ 0 h 6884191"/>
              <a:gd name="connsiteX2" fmla="*/ 10260629 w 12192001"/>
              <a:gd name="connsiteY2" fmla="*/ 2725573 h 6884191"/>
              <a:gd name="connsiteX3" fmla="*/ 11286710 w 12192001"/>
              <a:gd name="connsiteY3" fmla="*/ 2725573 h 6884191"/>
              <a:gd name="connsiteX4" fmla="*/ 12192000 w 12192001"/>
              <a:gd name="connsiteY4" fmla="*/ 3632581 h 6884191"/>
              <a:gd name="connsiteX5" fmla="*/ 12192001 w 12192001"/>
              <a:gd name="connsiteY5" fmla="*/ 6884191 h 6884191"/>
              <a:gd name="connsiteX6" fmla="*/ 0 w 12192001"/>
              <a:gd name="connsiteY6" fmla="*/ 6884191 h 6884191"/>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Lst>
            <a:rect l="l" t="t" r="r" b="b"/>
            <a:pathLst>
              <a:path w="12192001" h="6884191">
                <a:moveTo>
                  <a:pt x="0" y="0"/>
                </a:moveTo>
                <a:lnTo>
                  <a:pt x="7540222" y="0"/>
                </a:lnTo>
                <a:lnTo>
                  <a:pt x="10260629" y="2725573"/>
                </a:lnTo>
                <a:lnTo>
                  <a:pt x="11286710" y="2725573"/>
                </a:lnTo>
                <a:lnTo>
                  <a:pt x="12192000" y="3632581"/>
                </a:lnTo>
                <a:lnTo>
                  <a:pt x="12192001" y="6884191"/>
                </a:lnTo>
                <a:lnTo>
                  <a:pt x="0" y="6884191"/>
                </a:lnTo>
                <a:close/>
              </a:path>
            </a:pathLst>
          </a:custGeom>
          <a:solidFill>
            <a:schemeClr val="accent2">
              <a:alpha val="74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wrap="square" rtlCol="0" anchor="ctr">
            <a:noAutofit/>
          </a:bodyPr>
          <a:lstStyle/>
          <a:p>
            <a:pPr algn="ctr"/>
            <a:endParaRPr lang="en-US" noProof="0" dirty="0"/>
          </a:p>
        </p:txBody>
      </p:sp>
      <p:sp>
        <p:nvSpPr>
          <p:cNvPr id="18" name="Freeform: Shape 17">
            <a:extLst>
              <a:ext uri="{FF2B5EF4-FFF2-40B4-BE49-F238E27FC236}">
                <a16:creationId xmlns:a16="http://schemas.microsoft.com/office/drawing/2014/main" id="{E37145E9-AC61-47D5-9288-8789940F81B6}"/>
              </a:ext>
            </a:extLst>
          </p:cNvPr>
          <p:cNvSpPr/>
          <p:nvPr userDrawn="1"/>
        </p:nvSpPr>
        <p:spPr>
          <a:xfrm rot="16200000" flipV="1">
            <a:off x="2964809" y="-2364446"/>
            <a:ext cx="6862744" cy="11591639"/>
          </a:xfrm>
          <a:custGeom>
            <a:avLst/>
            <a:gdLst>
              <a:gd name="connsiteX0" fmla="*/ 6862744 w 6862744"/>
              <a:gd name="connsiteY0" fmla="*/ 11591639 h 11591639"/>
              <a:gd name="connsiteX1" fmla="*/ 6862744 w 6862744"/>
              <a:gd name="connsiteY1" fmla="*/ 5240223 h 11591639"/>
              <a:gd name="connsiteX2" fmla="*/ 4145656 w 6862744"/>
              <a:gd name="connsiteY2" fmla="*/ 5240223 h 11591639"/>
              <a:gd name="connsiteX3" fmla="*/ 4145656 w 6862744"/>
              <a:gd name="connsiteY3" fmla="*/ 5240222 h 11591639"/>
              <a:gd name="connsiteX4" fmla="*/ 6862744 w 6862744"/>
              <a:gd name="connsiteY4" fmla="*/ 5240222 h 11591639"/>
              <a:gd name="connsiteX5" fmla="*/ 4145656 w 6862744"/>
              <a:gd name="connsiteY5" fmla="*/ 2519152 h 11591639"/>
              <a:gd name="connsiteX6" fmla="*/ 4145656 w 6862744"/>
              <a:gd name="connsiteY6" fmla="*/ 1367198 h 11591639"/>
              <a:gd name="connsiteX7" fmla="*/ 2775863 w 6862744"/>
              <a:gd name="connsiteY7" fmla="*/ 0 h 11591639"/>
              <a:gd name="connsiteX8" fmla="*/ 0 w 6862744"/>
              <a:gd name="connsiteY8" fmla="*/ 0 h 11591639"/>
              <a:gd name="connsiteX9" fmla="*/ 0 w 6862744"/>
              <a:gd name="connsiteY9" fmla="*/ 11591639 h 11591639"/>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Lst>
            <a:rect l="l" t="t" r="r" b="b"/>
            <a:pathLst>
              <a:path w="6862744" h="11591639">
                <a:moveTo>
                  <a:pt x="6862744" y="11591639"/>
                </a:moveTo>
                <a:lnTo>
                  <a:pt x="6862744" y="5240223"/>
                </a:lnTo>
                <a:lnTo>
                  <a:pt x="4145656" y="5240223"/>
                </a:lnTo>
                <a:lnTo>
                  <a:pt x="4145656" y="5240222"/>
                </a:lnTo>
                <a:lnTo>
                  <a:pt x="6862744" y="5240222"/>
                </a:lnTo>
                <a:lnTo>
                  <a:pt x="4145656" y="2519152"/>
                </a:lnTo>
                <a:lnTo>
                  <a:pt x="4145656" y="1367198"/>
                </a:lnTo>
                <a:lnTo>
                  <a:pt x="2775863" y="0"/>
                </a:lnTo>
                <a:lnTo>
                  <a:pt x="0" y="0"/>
                </a:lnTo>
                <a:lnTo>
                  <a:pt x="0" y="11591639"/>
                </a:lnTo>
                <a:close/>
              </a:path>
            </a:pathLst>
          </a:custGeom>
          <a:pattFill prst="wdDnDiag">
            <a:fgClr>
              <a:schemeClr val="accent2"/>
            </a:fgClr>
            <a:bgClr>
              <a:schemeClr val="accent2">
                <a:lumMod val="75000"/>
              </a:schemeClr>
            </a:bgClr>
          </a:pattFill>
          <a:ln>
            <a:noFill/>
          </a:ln>
        </p:spPr>
        <p:style>
          <a:lnRef idx="2">
            <a:schemeClr val="accent1">
              <a:shade val="50000"/>
            </a:schemeClr>
          </a:lnRef>
          <a:fillRef idx="1">
            <a:schemeClr val="accent1"/>
          </a:fillRef>
          <a:effectRef idx="0">
            <a:schemeClr val="accent1"/>
          </a:effectRef>
          <a:fontRef idx="minor">
            <a:schemeClr val="lt1"/>
          </a:fontRef>
        </p:style>
        <p:txBody>
          <a:bodyPr wrap="square" rtlCol="0" anchor="ctr">
            <a:noAutofit/>
          </a:bodyPr>
          <a:lstStyle/>
          <a:p>
            <a:pPr algn="ctr"/>
            <a:endParaRPr lang="en-US" noProof="0" dirty="0"/>
          </a:p>
        </p:txBody>
      </p:sp>
      <p:sp>
        <p:nvSpPr>
          <p:cNvPr id="12" name="Freeform: Shape 11">
            <a:extLst>
              <a:ext uri="{FF2B5EF4-FFF2-40B4-BE49-F238E27FC236}">
                <a16:creationId xmlns:a16="http://schemas.microsoft.com/office/drawing/2014/main" id="{A5E2B3ED-9A49-40A7-B8A3-62595FE513F9}"/>
              </a:ext>
            </a:extLst>
          </p:cNvPr>
          <p:cNvSpPr/>
          <p:nvPr userDrawn="1"/>
        </p:nvSpPr>
        <p:spPr>
          <a:xfrm rot="16200000" flipV="1">
            <a:off x="2664629" y="-2664627"/>
            <a:ext cx="6862744" cy="12192000"/>
          </a:xfrm>
          <a:custGeom>
            <a:avLst/>
            <a:gdLst>
              <a:gd name="connsiteX0" fmla="*/ 6849744 w 6849744"/>
              <a:gd name="connsiteY0" fmla="*/ 12192000 h 12192000"/>
              <a:gd name="connsiteX1" fmla="*/ 6849744 w 6849744"/>
              <a:gd name="connsiteY1" fmla="*/ 5840584 h 12192000"/>
              <a:gd name="connsiteX2" fmla="*/ 4137803 w 6849744"/>
              <a:gd name="connsiteY2" fmla="*/ 5840584 h 12192000"/>
              <a:gd name="connsiteX3" fmla="*/ 4137803 w 6849744"/>
              <a:gd name="connsiteY3" fmla="*/ 5840583 h 12192000"/>
              <a:gd name="connsiteX4" fmla="*/ 6849744 w 6849744"/>
              <a:gd name="connsiteY4" fmla="*/ 5840583 h 12192000"/>
              <a:gd name="connsiteX5" fmla="*/ 4137803 w 6849744"/>
              <a:gd name="connsiteY5" fmla="*/ 3119513 h 12192000"/>
              <a:gd name="connsiteX6" fmla="*/ 4137803 w 6849744"/>
              <a:gd name="connsiteY6" fmla="*/ 1967559 h 12192000"/>
              <a:gd name="connsiteX7" fmla="*/ 2170243 w 6849744"/>
              <a:gd name="connsiteY7" fmla="*/ 0 h 12192000"/>
              <a:gd name="connsiteX8" fmla="*/ 0 w 6849744"/>
              <a:gd name="connsiteY8" fmla="*/ 0 h 12192000"/>
              <a:gd name="connsiteX9" fmla="*/ 0 w 6849744"/>
              <a:gd name="connsiteY9" fmla="*/ 12192000 h 12192000"/>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Lst>
            <a:rect l="l" t="t" r="r" b="b"/>
            <a:pathLst>
              <a:path w="6849744" h="12192000">
                <a:moveTo>
                  <a:pt x="6849744" y="12192000"/>
                </a:moveTo>
                <a:lnTo>
                  <a:pt x="6849744" y="5840584"/>
                </a:lnTo>
                <a:lnTo>
                  <a:pt x="4137803" y="5840584"/>
                </a:lnTo>
                <a:lnTo>
                  <a:pt x="4137803" y="5840583"/>
                </a:lnTo>
                <a:lnTo>
                  <a:pt x="6849744" y="5840583"/>
                </a:lnTo>
                <a:lnTo>
                  <a:pt x="4137803" y="3119513"/>
                </a:lnTo>
                <a:lnTo>
                  <a:pt x="4137803" y="1967559"/>
                </a:lnTo>
                <a:lnTo>
                  <a:pt x="2170243" y="0"/>
                </a:lnTo>
                <a:lnTo>
                  <a:pt x="0" y="0"/>
                </a:lnTo>
                <a:lnTo>
                  <a:pt x="0" y="12192000"/>
                </a:lnTo>
                <a:close/>
              </a:path>
            </a:pathLst>
          </a:custGeom>
          <a:pattFill prst="wdUpDiag">
            <a:fgClr>
              <a:schemeClr val="accent2"/>
            </a:fgClr>
            <a:bgClr>
              <a:schemeClr val="accent2">
                <a:lumMod val="50000"/>
              </a:schemeClr>
            </a:bgClr>
          </a:patt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noProof="0" dirty="0"/>
          </a:p>
        </p:txBody>
      </p:sp>
      <p:sp>
        <p:nvSpPr>
          <p:cNvPr id="8" name="Freeform: Shape 7">
            <a:extLst>
              <a:ext uri="{FF2B5EF4-FFF2-40B4-BE49-F238E27FC236}">
                <a16:creationId xmlns:a16="http://schemas.microsoft.com/office/drawing/2014/main" id="{1599AF7E-3E34-4597-AA72-9373A7FDB020}"/>
              </a:ext>
            </a:extLst>
          </p:cNvPr>
          <p:cNvSpPr/>
          <p:nvPr userDrawn="1"/>
        </p:nvSpPr>
        <p:spPr>
          <a:xfrm rot="16200000" flipV="1">
            <a:off x="2664628" y="-2664627"/>
            <a:ext cx="6862744" cy="12192000"/>
          </a:xfrm>
          <a:custGeom>
            <a:avLst/>
            <a:gdLst>
              <a:gd name="connsiteX0" fmla="*/ 6849744 w 6849744"/>
              <a:gd name="connsiteY0" fmla="*/ 12192000 h 12192000"/>
              <a:gd name="connsiteX1" fmla="*/ 6849744 w 6849744"/>
              <a:gd name="connsiteY1" fmla="*/ 5840584 h 12192000"/>
              <a:gd name="connsiteX2" fmla="*/ 4137803 w 6849744"/>
              <a:gd name="connsiteY2" fmla="*/ 5840584 h 12192000"/>
              <a:gd name="connsiteX3" fmla="*/ 4137803 w 6849744"/>
              <a:gd name="connsiteY3" fmla="*/ 5840583 h 12192000"/>
              <a:gd name="connsiteX4" fmla="*/ 6849744 w 6849744"/>
              <a:gd name="connsiteY4" fmla="*/ 5840583 h 12192000"/>
              <a:gd name="connsiteX5" fmla="*/ 4137803 w 6849744"/>
              <a:gd name="connsiteY5" fmla="*/ 3119513 h 12192000"/>
              <a:gd name="connsiteX6" fmla="*/ 4137803 w 6849744"/>
              <a:gd name="connsiteY6" fmla="*/ 1967559 h 12192000"/>
              <a:gd name="connsiteX7" fmla="*/ 2170243 w 6849744"/>
              <a:gd name="connsiteY7" fmla="*/ 0 h 12192000"/>
              <a:gd name="connsiteX8" fmla="*/ 0 w 6849744"/>
              <a:gd name="connsiteY8" fmla="*/ 0 h 12192000"/>
              <a:gd name="connsiteX9" fmla="*/ 0 w 6849744"/>
              <a:gd name="connsiteY9" fmla="*/ 12192000 h 12192000"/>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Lst>
            <a:rect l="l" t="t" r="r" b="b"/>
            <a:pathLst>
              <a:path w="6849744" h="12192000">
                <a:moveTo>
                  <a:pt x="6849744" y="12192000"/>
                </a:moveTo>
                <a:lnTo>
                  <a:pt x="6849744" y="5840584"/>
                </a:lnTo>
                <a:lnTo>
                  <a:pt x="4137803" y="5840584"/>
                </a:lnTo>
                <a:lnTo>
                  <a:pt x="4137803" y="5840583"/>
                </a:lnTo>
                <a:lnTo>
                  <a:pt x="6849744" y="5840583"/>
                </a:lnTo>
                <a:lnTo>
                  <a:pt x="4137803" y="3119513"/>
                </a:lnTo>
                <a:lnTo>
                  <a:pt x="4137803" y="1967559"/>
                </a:lnTo>
                <a:lnTo>
                  <a:pt x="2170243" y="0"/>
                </a:lnTo>
                <a:lnTo>
                  <a:pt x="0" y="0"/>
                </a:lnTo>
                <a:lnTo>
                  <a:pt x="0" y="12192000"/>
                </a:lnTo>
                <a:close/>
              </a:path>
            </a:pathLst>
          </a:custGeom>
          <a:solidFill>
            <a:schemeClr val="accent1">
              <a:lumMod val="50000"/>
              <a:alpha val="90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noProof="0" dirty="0"/>
          </a:p>
        </p:txBody>
      </p:sp>
      <p:sp>
        <p:nvSpPr>
          <p:cNvPr id="2" name="Title 1">
            <a:extLst>
              <a:ext uri="{FF2B5EF4-FFF2-40B4-BE49-F238E27FC236}">
                <a16:creationId xmlns:a16="http://schemas.microsoft.com/office/drawing/2014/main" id="{4A2DF563-7FAC-46B3-B24C-7E45CD89DA2B}"/>
              </a:ext>
            </a:extLst>
          </p:cNvPr>
          <p:cNvSpPr>
            <a:spLocks noGrp="1"/>
          </p:cNvSpPr>
          <p:nvPr>
            <p:ph type="title"/>
          </p:nvPr>
        </p:nvSpPr>
        <p:spPr>
          <a:xfrm>
            <a:off x="444500" y="542925"/>
            <a:ext cx="11214100" cy="535531"/>
          </a:xfrm>
        </p:spPr>
        <p:txBody>
          <a:bodyPr vert="horz" wrap="square" lIns="91440" tIns="45720" rIns="91440" bIns="45720" rtlCol="0" anchor="t">
            <a:spAutoFit/>
          </a:bodyPr>
          <a:lstStyle>
            <a:lvl1pPr>
              <a:defRPr lang="en-GB" sz="3200" b="1" spc="-70" baseline="0" dirty="0">
                <a:solidFill>
                  <a:schemeClr val="bg1"/>
                </a:solidFill>
                <a:latin typeface="+mj-lt"/>
              </a:defRPr>
            </a:lvl1pPr>
          </a:lstStyle>
          <a:p>
            <a:pPr lvl="0"/>
            <a:r>
              <a:rPr lang="en-US" noProof="0"/>
              <a:t>Click to edit Master title style</a:t>
            </a:r>
          </a:p>
        </p:txBody>
      </p:sp>
      <p:grpSp>
        <p:nvGrpSpPr>
          <p:cNvPr id="15" name="Group 14">
            <a:extLst>
              <a:ext uri="{FF2B5EF4-FFF2-40B4-BE49-F238E27FC236}">
                <a16:creationId xmlns:a16="http://schemas.microsoft.com/office/drawing/2014/main" id="{7732E1E7-45E3-4264-8F26-66758696DD1E}"/>
              </a:ext>
            </a:extLst>
          </p:cNvPr>
          <p:cNvGrpSpPr/>
          <p:nvPr userDrawn="1"/>
        </p:nvGrpSpPr>
        <p:grpSpPr>
          <a:xfrm rot="16200000">
            <a:off x="499388" y="-322655"/>
            <a:ext cx="535531" cy="645309"/>
            <a:chOff x="10945855" y="7317026"/>
            <a:chExt cx="2483924" cy="2993104"/>
          </a:xfrm>
        </p:grpSpPr>
        <p:sp>
          <p:nvSpPr>
            <p:cNvPr id="16" name="Freeform: Shape 15">
              <a:extLst>
                <a:ext uri="{FF2B5EF4-FFF2-40B4-BE49-F238E27FC236}">
                  <a16:creationId xmlns:a16="http://schemas.microsoft.com/office/drawing/2014/main" id="{2E3DF883-8093-49FA-81E1-E5D77F086A25}"/>
                </a:ext>
              </a:extLst>
            </p:cNvPr>
            <p:cNvSpPr/>
            <p:nvPr/>
          </p:nvSpPr>
          <p:spPr>
            <a:xfrm rot="2700000">
              <a:off x="10945855" y="7826207"/>
              <a:ext cx="2483923" cy="2483924"/>
            </a:xfrm>
            <a:custGeom>
              <a:avLst/>
              <a:gdLst>
                <a:gd name="connsiteX0" fmla="*/ 754341 w 754341"/>
                <a:gd name="connsiteY0" fmla="*/ 754341 h 754341"/>
                <a:gd name="connsiteX1" fmla="*/ 0 w 754341"/>
                <a:gd name="connsiteY1" fmla="*/ 754341 h 754341"/>
                <a:gd name="connsiteX2" fmla="*/ 0 w 754341"/>
                <a:gd name="connsiteY2" fmla="*/ 0 h 754341"/>
              </a:gdLst>
              <a:ahLst/>
              <a:cxnLst>
                <a:cxn ang="0">
                  <a:pos x="connsiteX0" y="connsiteY0"/>
                </a:cxn>
                <a:cxn ang="0">
                  <a:pos x="connsiteX1" y="connsiteY1"/>
                </a:cxn>
                <a:cxn ang="0">
                  <a:pos x="connsiteX2" y="connsiteY2"/>
                </a:cxn>
              </a:cxnLst>
              <a:rect l="l" t="t" r="r" b="b"/>
              <a:pathLst>
                <a:path w="754341" h="754341">
                  <a:moveTo>
                    <a:pt x="754341" y="754341"/>
                  </a:moveTo>
                  <a:lnTo>
                    <a:pt x="0" y="754341"/>
                  </a:lnTo>
                  <a:lnTo>
                    <a:pt x="0" y="0"/>
                  </a:lnTo>
                  <a:close/>
                </a:path>
              </a:pathLst>
            </a:custGeom>
            <a:solidFill>
              <a:schemeClr val="accent1">
                <a:lumMod val="50000"/>
              </a:schemeClr>
            </a:solidFill>
            <a:ln>
              <a:noFill/>
            </a:ln>
            <a:effectLst/>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noProof="0" dirty="0"/>
            </a:p>
          </p:txBody>
        </p:sp>
        <p:sp>
          <p:nvSpPr>
            <p:cNvPr id="17" name="Freeform: Shape 16">
              <a:extLst>
                <a:ext uri="{FF2B5EF4-FFF2-40B4-BE49-F238E27FC236}">
                  <a16:creationId xmlns:a16="http://schemas.microsoft.com/office/drawing/2014/main" id="{18944C90-37E5-4BBE-89FF-060627168050}"/>
                </a:ext>
              </a:extLst>
            </p:cNvPr>
            <p:cNvSpPr/>
            <p:nvPr/>
          </p:nvSpPr>
          <p:spPr>
            <a:xfrm rot="8100000" flipH="1">
              <a:off x="10986797" y="7317026"/>
              <a:ext cx="2402031" cy="2402032"/>
            </a:xfrm>
            <a:custGeom>
              <a:avLst/>
              <a:gdLst>
                <a:gd name="connsiteX0" fmla="*/ 754341 w 754341"/>
                <a:gd name="connsiteY0" fmla="*/ 754341 h 754341"/>
                <a:gd name="connsiteX1" fmla="*/ 0 w 754341"/>
                <a:gd name="connsiteY1" fmla="*/ 754341 h 754341"/>
                <a:gd name="connsiteX2" fmla="*/ 0 w 754341"/>
                <a:gd name="connsiteY2" fmla="*/ 0 h 754341"/>
              </a:gdLst>
              <a:ahLst/>
              <a:cxnLst>
                <a:cxn ang="0">
                  <a:pos x="connsiteX0" y="connsiteY0"/>
                </a:cxn>
                <a:cxn ang="0">
                  <a:pos x="connsiteX1" y="connsiteY1"/>
                </a:cxn>
                <a:cxn ang="0">
                  <a:pos x="connsiteX2" y="connsiteY2"/>
                </a:cxn>
              </a:cxnLst>
              <a:rect l="l" t="t" r="r" b="b"/>
              <a:pathLst>
                <a:path w="754341" h="754341">
                  <a:moveTo>
                    <a:pt x="754341" y="754341"/>
                  </a:moveTo>
                  <a:lnTo>
                    <a:pt x="0" y="754341"/>
                  </a:lnTo>
                  <a:lnTo>
                    <a:pt x="0" y="0"/>
                  </a:lnTo>
                  <a:close/>
                </a:path>
              </a:pathLst>
            </a:custGeom>
            <a:pattFill prst="dkHorz">
              <a:fgClr>
                <a:schemeClr val="accent1">
                  <a:lumMod val="60000"/>
                  <a:lumOff val="40000"/>
                </a:schemeClr>
              </a:fgClr>
              <a:bgClr>
                <a:schemeClr val="accent2">
                  <a:lumMod val="50000"/>
                </a:schemeClr>
              </a:bgClr>
            </a:pattFill>
            <a:ln>
              <a:noFill/>
            </a:ln>
            <a:effectLst/>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noProof="0" dirty="0"/>
            </a:p>
          </p:txBody>
        </p:sp>
      </p:grpSp>
      <p:grpSp>
        <p:nvGrpSpPr>
          <p:cNvPr id="6" name="Group 5">
            <a:extLst>
              <a:ext uri="{FF2B5EF4-FFF2-40B4-BE49-F238E27FC236}">
                <a16:creationId xmlns:a16="http://schemas.microsoft.com/office/drawing/2014/main" id="{D9EBF8BB-A805-4DDB-B459-082F99815B95}"/>
              </a:ext>
            </a:extLst>
          </p:cNvPr>
          <p:cNvGrpSpPr/>
          <p:nvPr userDrawn="1"/>
        </p:nvGrpSpPr>
        <p:grpSpPr>
          <a:xfrm>
            <a:off x="-1" y="1357409"/>
            <a:ext cx="12192001" cy="4846320"/>
            <a:chOff x="-1" y="1357409"/>
            <a:chExt cx="12192001" cy="4917518"/>
          </a:xfrm>
        </p:grpSpPr>
        <p:sp>
          <p:nvSpPr>
            <p:cNvPr id="19" name="Rectangle: Single Corner Snipped 18">
              <a:extLst>
                <a:ext uri="{FF2B5EF4-FFF2-40B4-BE49-F238E27FC236}">
                  <a16:creationId xmlns:a16="http://schemas.microsoft.com/office/drawing/2014/main" id="{5D638788-DD47-45E7-939A-FA108A818173}"/>
                </a:ext>
              </a:extLst>
            </p:cNvPr>
            <p:cNvSpPr/>
            <p:nvPr userDrawn="1"/>
          </p:nvSpPr>
          <p:spPr>
            <a:xfrm flipV="1">
              <a:off x="-1" y="1357409"/>
              <a:ext cx="12192000" cy="4917518"/>
            </a:xfrm>
            <a:prstGeom prst="snip1Rect">
              <a:avLst>
                <a:gd name="adj" fmla="val 0"/>
              </a:avLst>
            </a:prstGeom>
            <a:pattFill prst="dkVert">
              <a:fgClr>
                <a:srgbClr val="0C4360"/>
              </a:fgClr>
              <a:bgClr>
                <a:schemeClr val="accent2">
                  <a:lumMod val="50000"/>
                </a:schemeClr>
              </a:bgClr>
            </a:pattFill>
            <a:ln>
              <a:noFill/>
            </a:ln>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square" lIns="91440" tIns="45720" rIns="91440" bIns="45720" numCol="1" spcCol="0" rtlCol="0" fromWordArt="0" anchor="ctr" anchorCtr="0" forceAA="0" compatLnSpc="1">
              <a:prstTxWarp prst="textNoShape">
                <a:avLst/>
              </a:prstTxWarp>
              <a:noAutofit/>
            </a:bodyPr>
            <a:lstStyle/>
            <a:p>
              <a:pPr lvl="0" algn="ctr"/>
              <a:endParaRPr lang="en-US" noProof="0" dirty="0"/>
            </a:p>
          </p:txBody>
        </p:sp>
        <p:sp>
          <p:nvSpPr>
            <p:cNvPr id="3" name="Rectangle: Single Corner Snipped 2">
              <a:extLst>
                <a:ext uri="{FF2B5EF4-FFF2-40B4-BE49-F238E27FC236}">
                  <a16:creationId xmlns:a16="http://schemas.microsoft.com/office/drawing/2014/main" id="{74BDECEF-EEFE-4332-B3B2-BDE4F82C10FC}"/>
                </a:ext>
              </a:extLst>
            </p:cNvPr>
            <p:cNvSpPr/>
            <p:nvPr userDrawn="1"/>
          </p:nvSpPr>
          <p:spPr>
            <a:xfrm flipV="1">
              <a:off x="-1" y="1357409"/>
              <a:ext cx="12192001" cy="4917518"/>
            </a:xfrm>
            <a:prstGeom prst="snip1Rect">
              <a:avLst>
                <a:gd name="adj" fmla="val 19670"/>
              </a:avLst>
            </a:prstGeom>
            <a:solidFill>
              <a:schemeClr val="accent1">
                <a:lumMod val="50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noProof="0" dirty="0"/>
            </a:p>
          </p:txBody>
        </p:sp>
      </p:grpSp>
      <p:sp>
        <p:nvSpPr>
          <p:cNvPr id="24" name="Freeform: Shape 23">
            <a:extLst>
              <a:ext uri="{FF2B5EF4-FFF2-40B4-BE49-F238E27FC236}">
                <a16:creationId xmlns:a16="http://schemas.microsoft.com/office/drawing/2014/main" id="{18103E00-7E4A-44CD-81AC-06433CAE1110}"/>
              </a:ext>
            </a:extLst>
          </p:cNvPr>
          <p:cNvSpPr/>
          <p:nvPr userDrawn="1"/>
        </p:nvSpPr>
        <p:spPr>
          <a:xfrm flipH="1">
            <a:off x="10782300" y="5448297"/>
            <a:ext cx="1409700" cy="1409703"/>
          </a:xfrm>
          <a:custGeom>
            <a:avLst/>
            <a:gdLst>
              <a:gd name="connsiteX0" fmla="*/ 754341 w 754341"/>
              <a:gd name="connsiteY0" fmla="*/ 754341 h 754341"/>
              <a:gd name="connsiteX1" fmla="*/ 0 w 754341"/>
              <a:gd name="connsiteY1" fmla="*/ 754341 h 754341"/>
              <a:gd name="connsiteX2" fmla="*/ 0 w 754341"/>
              <a:gd name="connsiteY2" fmla="*/ 0 h 754341"/>
            </a:gdLst>
            <a:ahLst/>
            <a:cxnLst>
              <a:cxn ang="0">
                <a:pos x="connsiteX0" y="connsiteY0"/>
              </a:cxn>
              <a:cxn ang="0">
                <a:pos x="connsiteX1" y="connsiteY1"/>
              </a:cxn>
              <a:cxn ang="0">
                <a:pos x="connsiteX2" y="connsiteY2"/>
              </a:cxn>
            </a:cxnLst>
            <a:rect l="l" t="t" r="r" b="b"/>
            <a:pathLst>
              <a:path w="754341" h="754341">
                <a:moveTo>
                  <a:pt x="754341" y="754341"/>
                </a:moveTo>
                <a:lnTo>
                  <a:pt x="0" y="754341"/>
                </a:lnTo>
                <a:lnTo>
                  <a:pt x="0" y="0"/>
                </a:lnTo>
                <a:close/>
              </a:path>
            </a:pathLst>
          </a:custGeom>
          <a:pattFill prst="dkHorz">
            <a:fgClr>
              <a:schemeClr val="accent2">
                <a:lumMod val="50000"/>
              </a:schemeClr>
            </a:fgClr>
            <a:bgClr>
              <a:schemeClr val="accent2"/>
            </a:bgClr>
          </a:pattFill>
          <a:ln>
            <a:noFill/>
          </a:ln>
          <a:effectLst/>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noProof="0" dirty="0"/>
          </a:p>
        </p:txBody>
      </p:sp>
      <p:sp>
        <p:nvSpPr>
          <p:cNvPr id="5" name="Slide Number Placeholder 4">
            <a:extLst>
              <a:ext uri="{FF2B5EF4-FFF2-40B4-BE49-F238E27FC236}">
                <a16:creationId xmlns:a16="http://schemas.microsoft.com/office/drawing/2014/main" id="{87B51822-97FF-47A7-8E4E-A0F79B4EB237}"/>
              </a:ext>
            </a:extLst>
          </p:cNvPr>
          <p:cNvSpPr>
            <a:spLocks noGrp="1"/>
          </p:cNvSpPr>
          <p:nvPr>
            <p:ph type="sldNum" sz="quarter" idx="12"/>
          </p:nvPr>
        </p:nvSpPr>
        <p:spPr>
          <a:xfrm>
            <a:off x="11252200" y="6315075"/>
            <a:ext cx="406400" cy="365125"/>
          </a:xfrm>
        </p:spPr>
        <p:txBody>
          <a:bodyPr/>
          <a:lstStyle>
            <a:lvl1pPr>
              <a:defRPr sz="1000">
                <a:solidFill>
                  <a:schemeClr val="bg1"/>
                </a:solidFill>
                <a:latin typeface="Trade Gothic LT Pro" panose="020B0503040303020004" pitchFamily="34" charset="0"/>
              </a:defRPr>
            </a:lvl1pPr>
          </a:lstStyle>
          <a:p>
            <a:fld id="{C263D6C4-4840-40CC-AC84-17E24B3B7BDE}" type="slidenum">
              <a:rPr lang="en-US" noProof="0" smtClean="0"/>
              <a:pPr/>
              <a:t>‹#›</a:t>
            </a:fld>
            <a:endParaRPr lang="en-US" noProof="0" dirty="0"/>
          </a:p>
        </p:txBody>
      </p:sp>
      <p:sp>
        <p:nvSpPr>
          <p:cNvPr id="20" name="Content Placeholder 2">
            <a:extLst>
              <a:ext uri="{FF2B5EF4-FFF2-40B4-BE49-F238E27FC236}">
                <a16:creationId xmlns:a16="http://schemas.microsoft.com/office/drawing/2014/main" id="{0103A49C-32FF-49E6-86F3-FC2E19517BD5}"/>
              </a:ext>
            </a:extLst>
          </p:cNvPr>
          <p:cNvSpPr>
            <a:spLocks noGrp="1"/>
          </p:cNvSpPr>
          <p:nvPr>
            <p:ph idx="1"/>
          </p:nvPr>
        </p:nvSpPr>
        <p:spPr>
          <a:xfrm>
            <a:off x="443365" y="1825625"/>
            <a:ext cx="11215235" cy="4351338"/>
          </a:xfrm>
        </p:spPr>
        <p:txBody>
          <a:bodyPr/>
          <a:lstStyle>
            <a:lvl1pPr>
              <a:defRPr>
                <a:solidFill>
                  <a:schemeClr val="bg1"/>
                </a:solidFill>
              </a:defRPr>
            </a:lvl1pPr>
            <a:lvl2pPr>
              <a:defRPr>
                <a:solidFill>
                  <a:schemeClr val="bg1"/>
                </a:solidFill>
              </a:defRPr>
            </a:lvl2pPr>
            <a:lvl3pPr>
              <a:defRPr>
                <a:solidFill>
                  <a:schemeClr val="bg1"/>
                </a:solidFill>
              </a:defRPr>
            </a:lvl3pPr>
            <a:lvl4pPr>
              <a:defRPr>
                <a:solidFill>
                  <a:schemeClr val="bg1"/>
                </a:solidFill>
              </a:defRPr>
            </a:lvl4pPr>
            <a:lvl5pPr>
              <a:defRPr>
                <a:solidFill>
                  <a:schemeClr val="bg1"/>
                </a:solidFill>
              </a:defRPr>
            </a:lvl5pPr>
          </a:lstStyle>
          <a:p>
            <a:pPr lvl="0"/>
            <a:r>
              <a:rPr lang="en-US" noProof="0"/>
              <a:t>Edit Master text styles</a:t>
            </a:r>
          </a:p>
          <a:p>
            <a:pPr lvl="1"/>
            <a:r>
              <a:rPr lang="en-US" noProof="0"/>
              <a:t>Second level</a:t>
            </a:r>
          </a:p>
          <a:p>
            <a:pPr lvl="2"/>
            <a:r>
              <a:rPr lang="en-US" noProof="0"/>
              <a:t>Third level</a:t>
            </a:r>
          </a:p>
          <a:p>
            <a:pPr lvl="3"/>
            <a:r>
              <a:rPr lang="en-US" noProof="0"/>
              <a:t>Fourth level</a:t>
            </a:r>
          </a:p>
          <a:p>
            <a:pPr lvl="4"/>
            <a:r>
              <a:rPr lang="en-US" noProof="0"/>
              <a:t>Fifth level</a:t>
            </a:r>
          </a:p>
        </p:txBody>
      </p:sp>
    </p:spTree>
    <p:extLst>
      <p:ext uri="{BB962C8B-B14F-4D97-AF65-F5344CB8AC3E}">
        <p14:creationId xmlns:p14="http://schemas.microsoft.com/office/powerpoint/2010/main" val="2636708262"/>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preserve="1" userDrawn="1">
  <p:cSld name="Comparison">
    <p:bg>
      <p:bgPr>
        <a:solidFill>
          <a:schemeClr val="accent2"/>
        </a:solidFill>
        <a:effectLst/>
      </p:bgPr>
    </p:bg>
    <p:spTree>
      <p:nvGrpSpPr>
        <p:cNvPr id="1" name=""/>
        <p:cNvGrpSpPr/>
        <p:nvPr/>
      </p:nvGrpSpPr>
      <p:grpSpPr>
        <a:xfrm>
          <a:off x="0" y="0"/>
          <a:ext cx="0" cy="0"/>
          <a:chOff x="0" y="0"/>
          <a:chExt cx="0" cy="0"/>
        </a:xfrm>
      </p:grpSpPr>
      <p:sp>
        <p:nvSpPr>
          <p:cNvPr id="11" name="Rectangle 10">
            <a:extLst>
              <a:ext uri="{FF2B5EF4-FFF2-40B4-BE49-F238E27FC236}">
                <a16:creationId xmlns:a16="http://schemas.microsoft.com/office/drawing/2014/main" id="{EB3E033F-4449-40FA-BC85-BD2712D313DD}"/>
              </a:ext>
            </a:extLst>
          </p:cNvPr>
          <p:cNvSpPr/>
          <p:nvPr userDrawn="1"/>
        </p:nvSpPr>
        <p:spPr>
          <a:xfrm>
            <a:off x="0" y="0"/>
            <a:ext cx="12192000" cy="6884191"/>
          </a:xfrm>
          <a:prstGeom prst="rect">
            <a:avLst/>
          </a:prstGeom>
          <a:solidFill>
            <a:schemeClr val="accent2">
              <a:lumMod val="75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noProof="0" dirty="0"/>
          </a:p>
        </p:txBody>
      </p:sp>
      <p:sp>
        <p:nvSpPr>
          <p:cNvPr id="10" name="Freeform: Shape 9">
            <a:extLst>
              <a:ext uri="{FF2B5EF4-FFF2-40B4-BE49-F238E27FC236}">
                <a16:creationId xmlns:a16="http://schemas.microsoft.com/office/drawing/2014/main" id="{63D26743-0505-444C-80B3-E88EE87DF72B}"/>
              </a:ext>
            </a:extLst>
          </p:cNvPr>
          <p:cNvSpPr/>
          <p:nvPr userDrawn="1"/>
        </p:nvSpPr>
        <p:spPr>
          <a:xfrm>
            <a:off x="0" y="0"/>
            <a:ext cx="12192001" cy="6884191"/>
          </a:xfrm>
          <a:custGeom>
            <a:avLst/>
            <a:gdLst>
              <a:gd name="connsiteX0" fmla="*/ 0 w 12192001"/>
              <a:gd name="connsiteY0" fmla="*/ 0 h 6884191"/>
              <a:gd name="connsiteX1" fmla="*/ 7540222 w 12192001"/>
              <a:gd name="connsiteY1" fmla="*/ 0 h 6884191"/>
              <a:gd name="connsiteX2" fmla="*/ 10260629 w 12192001"/>
              <a:gd name="connsiteY2" fmla="*/ 2725573 h 6884191"/>
              <a:gd name="connsiteX3" fmla="*/ 11286710 w 12192001"/>
              <a:gd name="connsiteY3" fmla="*/ 2725573 h 6884191"/>
              <a:gd name="connsiteX4" fmla="*/ 12192000 w 12192001"/>
              <a:gd name="connsiteY4" fmla="*/ 3632581 h 6884191"/>
              <a:gd name="connsiteX5" fmla="*/ 12192001 w 12192001"/>
              <a:gd name="connsiteY5" fmla="*/ 6884191 h 6884191"/>
              <a:gd name="connsiteX6" fmla="*/ 0 w 12192001"/>
              <a:gd name="connsiteY6" fmla="*/ 6884191 h 6884191"/>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Lst>
            <a:rect l="l" t="t" r="r" b="b"/>
            <a:pathLst>
              <a:path w="12192001" h="6884191">
                <a:moveTo>
                  <a:pt x="0" y="0"/>
                </a:moveTo>
                <a:lnTo>
                  <a:pt x="7540222" y="0"/>
                </a:lnTo>
                <a:lnTo>
                  <a:pt x="10260629" y="2725573"/>
                </a:lnTo>
                <a:lnTo>
                  <a:pt x="11286710" y="2725573"/>
                </a:lnTo>
                <a:lnTo>
                  <a:pt x="12192000" y="3632581"/>
                </a:lnTo>
                <a:lnTo>
                  <a:pt x="12192001" y="6884191"/>
                </a:lnTo>
                <a:lnTo>
                  <a:pt x="0" y="6884191"/>
                </a:lnTo>
                <a:close/>
              </a:path>
            </a:pathLst>
          </a:custGeom>
          <a:solidFill>
            <a:schemeClr val="accent2">
              <a:alpha val="74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wrap="square" rtlCol="0" anchor="ctr">
            <a:noAutofit/>
          </a:bodyPr>
          <a:lstStyle/>
          <a:p>
            <a:pPr algn="ctr"/>
            <a:endParaRPr lang="en-US" noProof="0" dirty="0"/>
          </a:p>
        </p:txBody>
      </p:sp>
      <p:sp>
        <p:nvSpPr>
          <p:cNvPr id="18" name="Freeform: Shape 17">
            <a:extLst>
              <a:ext uri="{FF2B5EF4-FFF2-40B4-BE49-F238E27FC236}">
                <a16:creationId xmlns:a16="http://schemas.microsoft.com/office/drawing/2014/main" id="{E37145E9-AC61-47D5-9288-8789940F81B6}"/>
              </a:ext>
            </a:extLst>
          </p:cNvPr>
          <p:cNvSpPr/>
          <p:nvPr userDrawn="1"/>
        </p:nvSpPr>
        <p:spPr>
          <a:xfrm rot="16200000" flipV="1">
            <a:off x="2964809" y="-2364446"/>
            <a:ext cx="6862744" cy="11591639"/>
          </a:xfrm>
          <a:custGeom>
            <a:avLst/>
            <a:gdLst>
              <a:gd name="connsiteX0" fmla="*/ 6862744 w 6862744"/>
              <a:gd name="connsiteY0" fmla="*/ 11591639 h 11591639"/>
              <a:gd name="connsiteX1" fmla="*/ 6862744 w 6862744"/>
              <a:gd name="connsiteY1" fmla="*/ 5240223 h 11591639"/>
              <a:gd name="connsiteX2" fmla="*/ 4145656 w 6862744"/>
              <a:gd name="connsiteY2" fmla="*/ 5240223 h 11591639"/>
              <a:gd name="connsiteX3" fmla="*/ 4145656 w 6862744"/>
              <a:gd name="connsiteY3" fmla="*/ 5240222 h 11591639"/>
              <a:gd name="connsiteX4" fmla="*/ 6862744 w 6862744"/>
              <a:gd name="connsiteY4" fmla="*/ 5240222 h 11591639"/>
              <a:gd name="connsiteX5" fmla="*/ 4145656 w 6862744"/>
              <a:gd name="connsiteY5" fmla="*/ 2519152 h 11591639"/>
              <a:gd name="connsiteX6" fmla="*/ 4145656 w 6862744"/>
              <a:gd name="connsiteY6" fmla="*/ 1367198 h 11591639"/>
              <a:gd name="connsiteX7" fmla="*/ 2775863 w 6862744"/>
              <a:gd name="connsiteY7" fmla="*/ 0 h 11591639"/>
              <a:gd name="connsiteX8" fmla="*/ 0 w 6862744"/>
              <a:gd name="connsiteY8" fmla="*/ 0 h 11591639"/>
              <a:gd name="connsiteX9" fmla="*/ 0 w 6862744"/>
              <a:gd name="connsiteY9" fmla="*/ 11591639 h 11591639"/>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Lst>
            <a:rect l="l" t="t" r="r" b="b"/>
            <a:pathLst>
              <a:path w="6862744" h="11591639">
                <a:moveTo>
                  <a:pt x="6862744" y="11591639"/>
                </a:moveTo>
                <a:lnTo>
                  <a:pt x="6862744" y="5240223"/>
                </a:lnTo>
                <a:lnTo>
                  <a:pt x="4145656" y="5240223"/>
                </a:lnTo>
                <a:lnTo>
                  <a:pt x="4145656" y="5240222"/>
                </a:lnTo>
                <a:lnTo>
                  <a:pt x="6862744" y="5240222"/>
                </a:lnTo>
                <a:lnTo>
                  <a:pt x="4145656" y="2519152"/>
                </a:lnTo>
                <a:lnTo>
                  <a:pt x="4145656" y="1367198"/>
                </a:lnTo>
                <a:lnTo>
                  <a:pt x="2775863" y="0"/>
                </a:lnTo>
                <a:lnTo>
                  <a:pt x="0" y="0"/>
                </a:lnTo>
                <a:lnTo>
                  <a:pt x="0" y="11591639"/>
                </a:lnTo>
                <a:close/>
              </a:path>
            </a:pathLst>
          </a:custGeom>
          <a:pattFill prst="wdDnDiag">
            <a:fgClr>
              <a:schemeClr val="accent2"/>
            </a:fgClr>
            <a:bgClr>
              <a:schemeClr val="accent2">
                <a:lumMod val="75000"/>
              </a:schemeClr>
            </a:bgClr>
          </a:pattFill>
          <a:ln>
            <a:noFill/>
          </a:ln>
        </p:spPr>
        <p:style>
          <a:lnRef idx="2">
            <a:schemeClr val="accent1">
              <a:shade val="50000"/>
            </a:schemeClr>
          </a:lnRef>
          <a:fillRef idx="1">
            <a:schemeClr val="accent1"/>
          </a:fillRef>
          <a:effectRef idx="0">
            <a:schemeClr val="accent1"/>
          </a:effectRef>
          <a:fontRef idx="minor">
            <a:schemeClr val="lt1"/>
          </a:fontRef>
        </p:style>
        <p:txBody>
          <a:bodyPr wrap="square" rtlCol="0" anchor="ctr">
            <a:noAutofit/>
          </a:bodyPr>
          <a:lstStyle/>
          <a:p>
            <a:pPr algn="ctr"/>
            <a:endParaRPr lang="en-US" noProof="0" dirty="0"/>
          </a:p>
        </p:txBody>
      </p:sp>
      <p:sp>
        <p:nvSpPr>
          <p:cNvPr id="12" name="Freeform: Shape 11">
            <a:extLst>
              <a:ext uri="{FF2B5EF4-FFF2-40B4-BE49-F238E27FC236}">
                <a16:creationId xmlns:a16="http://schemas.microsoft.com/office/drawing/2014/main" id="{A5E2B3ED-9A49-40A7-B8A3-62595FE513F9}"/>
              </a:ext>
            </a:extLst>
          </p:cNvPr>
          <p:cNvSpPr/>
          <p:nvPr userDrawn="1"/>
        </p:nvSpPr>
        <p:spPr>
          <a:xfrm rot="16200000" flipV="1">
            <a:off x="2664629" y="-2664627"/>
            <a:ext cx="6862744" cy="12192000"/>
          </a:xfrm>
          <a:custGeom>
            <a:avLst/>
            <a:gdLst>
              <a:gd name="connsiteX0" fmla="*/ 6849744 w 6849744"/>
              <a:gd name="connsiteY0" fmla="*/ 12192000 h 12192000"/>
              <a:gd name="connsiteX1" fmla="*/ 6849744 w 6849744"/>
              <a:gd name="connsiteY1" fmla="*/ 5840584 h 12192000"/>
              <a:gd name="connsiteX2" fmla="*/ 4137803 w 6849744"/>
              <a:gd name="connsiteY2" fmla="*/ 5840584 h 12192000"/>
              <a:gd name="connsiteX3" fmla="*/ 4137803 w 6849744"/>
              <a:gd name="connsiteY3" fmla="*/ 5840583 h 12192000"/>
              <a:gd name="connsiteX4" fmla="*/ 6849744 w 6849744"/>
              <a:gd name="connsiteY4" fmla="*/ 5840583 h 12192000"/>
              <a:gd name="connsiteX5" fmla="*/ 4137803 w 6849744"/>
              <a:gd name="connsiteY5" fmla="*/ 3119513 h 12192000"/>
              <a:gd name="connsiteX6" fmla="*/ 4137803 w 6849744"/>
              <a:gd name="connsiteY6" fmla="*/ 1967559 h 12192000"/>
              <a:gd name="connsiteX7" fmla="*/ 2170243 w 6849744"/>
              <a:gd name="connsiteY7" fmla="*/ 0 h 12192000"/>
              <a:gd name="connsiteX8" fmla="*/ 0 w 6849744"/>
              <a:gd name="connsiteY8" fmla="*/ 0 h 12192000"/>
              <a:gd name="connsiteX9" fmla="*/ 0 w 6849744"/>
              <a:gd name="connsiteY9" fmla="*/ 12192000 h 12192000"/>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Lst>
            <a:rect l="l" t="t" r="r" b="b"/>
            <a:pathLst>
              <a:path w="6849744" h="12192000">
                <a:moveTo>
                  <a:pt x="6849744" y="12192000"/>
                </a:moveTo>
                <a:lnTo>
                  <a:pt x="6849744" y="5840584"/>
                </a:lnTo>
                <a:lnTo>
                  <a:pt x="4137803" y="5840584"/>
                </a:lnTo>
                <a:lnTo>
                  <a:pt x="4137803" y="5840583"/>
                </a:lnTo>
                <a:lnTo>
                  <a:pt x="6849744" y="5840583"/>
                </a:lnTo>
                <a:lnTo>
                  <a:pt x="4137803" y="3119513"/>
                </a:lnTo>
                <a:lnTo>
                  <a:pt x="4137803" y="1967559"/>
                </a:lnTo>
                <a:lnTo>
                  <a:pt x="2170243" y="0"/>
                </a:lnTo>
                <a:lnTo>
                  <a:pt x="0" y="0"/>
                </a:lnTo>
                <a:lnTo>
                  <a:pt x="0" y="12192000"/>
                </a:lnTo>
                <a:close/>
              </a:path>
            </a:pathLst>
          </a:custGeom>
          <a:pattFill prst="wdUpDiag">
            <a:fgClr>
              <a:schemeClr val="accent2"/>
            </a:fgClr>
            <a:bgClr>
              <a:schemeClr val="accent2">
                <a:lumMod val="50000"/>
              </a:schemeClr>
            </a:bgClr>
          </a:patt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noProof="0" dirty="0"/>
          </a:p>
        </p:txBody>
      </p:sp>
      <p:sp>
        <p:nvSpPr>
          <p:cNvPr id="8" name="Freeform: Shape 7">
            <a:extLst>
              <a:ext uri="{FF2B5EF4-FFF2-40B4-BE49-F238E27FC236}">
                <a16:creationId xmlns:a16="http://schemas.microsoft.com/office/drawing/2014/main" id="{1599AF7E-3E34-4597-AA72-9373A7FDB020}"/>
              </a:ext>
            </a:extLst>
          </p:cNvPr>
          <p:cNvSpPr/>
          <p:nvPr userDrawn="1"/>
        </p:nvSpPr>
        <p:spPr>
          <a:xfrm rot="16200000" flipV="1">
            <a:off x="2664628" y="-2664627"/>
            <a:ext cx="6862744" cy="12192000"/>
          </a:xfrm>
          <a:custGeom>
            <a:avLst/>
            <a:gdLst>
              <a:gd name="connsiteX0" fmla="*/ 6849744 w 6849744"/>
              <a:gd name="connsiteY0" fmla="*/ 12192000 h 12192000"/>
              <a:gd name="connsiteX1" fmla="*/ 6849744 w 6849744"/>
              <a:gd name="connsiteY1" fmla="*/ 5840584 h 12192000"/>
              <a:gd name="connsiteX2" fmla="*/ 4137803 w 6849744"/>
              <a:gd name="connsiteY2" fmla="*/ 5840584 h 12192000"/>
              <a:gd name="connsiteX3" fmla="*/ 4137803 w 6849744"/>
              <a:gd name="connsiteY3" fmla="*/ 5840583 h 12192000"/>
              <a:gd name="connsiteX4" fmla="*/ 6849744 w 6849744"/>
              <a:gd name="connsiteY4" fmla="*/ 5840583 h 12192000"/>
              <a:gd name="connsiteX5" fmla="*/ 4137803 w 6849744"/>
              <a:gd name="connsiteY5" fmla="*/ 3119513 h 12192000"/>
              <a:gd name="connsiteX6" fmla="*/ 4137803 w 6849744"/>
              <a:gd name="connsiteY6" fmla="*/ 1967559 h 12192000"/>
              <a:gd name="connsiteX7" fmla="*/ 2170243 w 6849744"/>
              <a:gd name="connsiteY7" fmla="*/ 0 h 12192000"/>
              <a:gd name="connsiteX8" fmla="*/ 0 w 6849744"/>
              <a:gd name="connsiteY8" fmla="*/ 0 h 12192000"/>
              <a:gd name="connsiteX9" fmla="*/ 0 w 6849744"/>
              <a:gd name="connsiteY9" fmla="*/ 12192000 h 12192000"/>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Lst>
            <a:rect l="l" t="t" r="r" b="b"/>
            <a:pathLst>
              <a:path w="6849744" h="12192000">
                <a:moveTo>
                  <a:pt x="6849744" y="12192000"/>
                </a:moveTo>
                <a:lnTo>
                  <a:pt x="6849744" y="5840584"/>
                </a:lnTo>
                <a:lnTo>
                  <a:pt x="4137803" y="5840584"/>
                </a:lnTo>
                <a:lnTo>
                  <a:pt x="4137803" y="5840583"/>
                </a:lnTo>
                <a:lnTo>
                  <a:pt x="6849744" y="5840583"/>
                </a:lnTo>
                <a:lnTo>
                  <a:pt x="4137803" y="3119513"/>
                </a:lnTo>
                <a:lnTo>
                  <a:pt x="4137803" y="1967559"/>
                </a:lnTo>
                <a:lnTo>
                  <a:pt x="2170243" y="0"/>
                </a:lnTo>
                <a:lnTo>
                  <a:pt x="0" y="0"/>
                </a:lnTo>
                <a:lnTo>
                  <a:pt x="0" y="12192000"/>
                </a:lnTo>
                <a:close/>
              </a:path>
            </a:pathLst>
          </a:custGeom>
          <a:solidFill>
            <a:schemeClr val="accent1">
              <a:lumMod val="50000"/>
              <a:alpha val="90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noProof="0" dirty="0"/>
          </a:p>
        </p:txBody>
      </p:sp>
      <p:sp>
        <p:nvSpPr>
          <p:cNvPr id="2" name="Title 1">
            <a:extLst>
              <a:ext uri="{FF2B5EF4-FFF2-40B4-BE49-F238E27FC236}">
                <a16:creationId xmlns:a16="http://schemas.microsoft.com/office/drawing/2014/main" id="{4A2DF563-7FAC-46B3-B24C-7E45CD89DA2B}"/>
              </a:ext>
            </a:extLst>
          </p:cNvPr>
          <p:cNvSpPr>
            <a:spLocks noGrp="1"/>
          </p:cNvSpPr>
          <p:nvPr>
            <p:ph type="title"/>
          </p:nvPr>
        </p:nvSpPr>
        <p:spPr>
          <a:xfrm>
            <a:off x="444500" y="542925"/>
            <a:ext cx="11214100" cy="535531"/>
          </a:xfrm>
        </p:spPr>
        <p:txBody>
          <a:bodyPr vert="horz" wrap="square" lIns="91440" tIns="45720" rIns="91440" bIns="45720" rtlCol="0" anchor="t">
            <a:spAutoFit/>
          </a:bodyPr>
          <a:lstStyle>
            <a:lvl1pPr>
              <a:defRPr lang="en-GB" sz="3200" b="1" spc="-70" baseline="0" dirty="0">
                <a:solidFill>
                  <a:schemeClr val="bg1"/>
                </a:solidFill>
                <a:latin typeface="+mj-lt"/>
              </a:defRPr>
            </a:lvl1pPr>
          </a:lstStyle>
          <a:p>
            <a:pPr lvl="0"/>
            <a:r>
              <a:rPr lang="en-US" noProof="0"/>
              <a:t>Click to edit Master title style</a:t>
            </a:r>
          </a:p>
        </p:txBody>
      </p:sp>
      <p:grpSp>
        <p:nvGrpSpPr>
          <p:cNvPr id="15" name="Group 14">
            <a:extLst>
              <a:ext uri="{FF2B5EF4-FFF2-40B4-BE49-F238E27FC236}">
                <a16:creationId xmlns:a16="http://schemas.microsoft.com/office/drawing/2014/main" id="{7732E1E7-45E3-4264-8F26-66758696DD1E}"/>
              </a:ext>
            </a:extLst>
          </p:cNvPr>
          <p:cNvGrpSpPr/>
          <p:nvPr userDrawn="1"/>
        </p:nvGrpSpPr>
        <p:grpSpPr>
          <a:xfrm rot="16200000">
            <a:off x="499388" y="-322655"/>
            <a:ext cx="535531" cy="645309"/>
            <a:chOff x="10945855" y="7317026"/>
            <a:chExt cx="2483924" cy="2993104"/>
          </a:xfrm>
        </p:grpSpPr>
        <p:sp>
          <p:nvSpPr>
            <p:cNvPr id="16" name="Freeform: Shape 15">
              <a:extLst>
                <a:ext uri="{FF2B5EF4-FFF2-40B4-BE49-F238E27FC236}">
                  <a16:creationId xmlns:a16="http://schemas.microsoft.com/office/drawing/2014/main" id="{2E3DF883-8093-49FA-81E1-E5D77F086A25}"/>
                </a:ext>
              </a:extLst>
            </p:cNvPr>
            <p:cNvSpPr/>
            <p:nvPr/>
          </p:nvSpPr>
          <p:spPr>
            <a:xfrm rot="2700000">
              <a:off x="10945855" y="7826207"/>
              <a:ext cx="2483923" cy="2483924"/>
            </a:xfrm>
            <a:custGeom>
              <a:avLst/>
              <a:gdLst>
                <a:gd name="connsiteX0" fmla="*/ 754341 w 754341"/>
                <a:gd name="connsiteY0" fmla="*/ 754341 h 754341"/>
                <a:gd name="connsiteX1" fmla="*/ 0 w 754341"/>
                <a:gd name="connsiteY1" fmla="*/ 754341 h 754341"/>
                <a:gd name="connsiteX2" fmla="*/ 0 w 754341"/>
                <a:gd name="connsiteY2" fmla="*/ 0 h 754341"/>
              </a:gdLst>
              <a:ahLst/>
              <a:cxnLst>
                <a:cxn ang="0">
                  <a:pos x="connsiteX0" y="connsiteY0"/>
                </a:cxn>
                <a:cxn ang="0">
                  <a:pos x="connsiteX1" y="connsiteY1"/>
                </a:cxn>
                <a:cxn ang="0">
                  <a:pos x="connsiteX2" y="connsiteY2"/>
                </a:cxn>
              </a:cxnLst>
              <a:rect l="l" t="t" r="r" b="b"/>
              <a:pathLst>
                <a:path w="754341" h="754341">
                  <a:moveTo>
                    <a:pt x="754341" y="754341"/>
                  </a:moveTo>
                  <a:lnTo>
                    <a:pt x="0" y="754341"/>
                  </a:lnTo>
                  <a:lnTo>
                    <a:pt x="0" y="0"/>
                  </a:lnTo>
                  <a:close/>
                </a:path>
              </a:pathLst>
            </a:custGeom>
            <a:solidFill>
              <a:schemeClr val="accent1">
                <a:lumMod val="50000"/>
              </a:schemeClr>
            </a:solidFill>
            <a:ln>
              <a:noFill/>
            </a:ln>
            <a:effectLst/>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noProof="0" dirty="0"/>
            </a:p>
          </p:txBody>
        </p:sp>
        <p:sp>
          <p:nvSpPr>
            <p:cNvPr id="17" name="Freeform: Shape 16">
              <a:extLst>
                <a:ext uri="{FF2B5EF4-FFF2-40B4-BE49-F238E27FC236}">
                  <a16:creationId xmlns:a16="http://schemas.microsoft.com/office/drawing/2014/main" id="{18944C90-37E5-4BBE-89FF-060627168050}"/>
                </a:ext>
              </a:extLst>
            </p:cNvPr>
            <p:cNvSpPr/>
            <p:nvPr/>
          </p:nvSpPr>
          <p:spPr>
            <a:xfrm rot="8100000" flipH="1">
              <a:off x="10986797" y="7317026"/>
              <a:ext cx="2402031" cy="2402032"/>
            </a:xfrm>
            <a:custGeom>
              <a:avLst/>
              <a:gdLst>
                <a:gd name="connsiteX0" fmla="*/ 754341 w 754341"/>
                <a:gd name="connsiteY0" fmla="*/ 754341 h 754341"/>
                <a:gd name="connsiteX1" fmla="*/ 0 w 754341"/>
                <a:gd name="connsiteY1" fmla="*/ 754341 h 754341"/>
                <a:gd name="connsiteX2" fmla="*/ 0 w 754341"/>
                <a:gd name="connsiteY2" fmla="*/ 0 h 754341"/>
              </a:gdLst>
              <a:ahLst/>
              <a:cxnLst>
                <a:cxn ang="0">
                  <a:pos x="connsiteX0" y="connsiteY0"/>
                </a:cxn>
                <a:cxn ang="0">
                  <a:pos x="connsiteX1" y="connsiteY1"/>
                </a:cxn>
                <a:cxn ang="0">
                  <a:pos x="connsiteX2" y="connsiteY2"/>
                </a:cxn>
              </a:cxnLst>
              <a:rect l="l" t="t" r="r" b="b"/>
              <a:pathLst>
                <a:path w="754341" h="754341">
                  <a:moveTo>
                    <a:pt x="754341" y="754341"/>
                  </a:moveTo>
                  <a:lnTo>
                    <a:pt x="0" y="754341"/>
                  </a:lnTo>
                  <a:lnTo>
                    <a:pt x="0" y="0"/>
                  </a:lnTo>
                  <a:close/>
                </a:path>
              </a:pathLst>
            </a:custGeom>
            <a:pattFill prst="dkHorz">
              <a:fgClr>
                <a:schemeClr val="accent1">
                  <a:lumMod val="60000"/>
                  <a:lumOff val="40000"/>
                </a:schemeClr>
              </a:fgClr>
              <a:bgClr>
                <a:schemeClr val="accent2">
                  <a:lumMod val="50000"/>
                </a:schemeClr>
              </a:bgClr>
            </a:pattFill>
            <a:ln>
              <a:noFill/>
            </a:ln>
            <a:effectLst/>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noProof="0" dirty="0"/>
            </a:p>
          </p:txBody>
        </p:sp>
      </p:grpSp>
      <p:grpSp>
        <p:nvGrpSpPr>
          <p:cNvPr id="6" name="Group 5">
            <a:extLst>
              <a:ext uri="{FF2B5EF4-FFF2-40B4-BE49-F238E27FC236}">
                <a16:creationId xmlns:a16="http://schemas.microsoft.com/office/drawing/2014/main" id="{D9EBF8BB-A805-4DDB-B459-082F99815B95}"/>
              </a:ext>
            </a:extLst>
          </p:cNvPr>
          <p:cNvGrpSpPr/>
          <p:nvPr userDrawn="1"/>
        </p:nvGrpSpPr>
        <p:grpSpPr>
          <a:xfrm>
            <a:off x="-1" y="1357409"/>
            <a:ext cx="12192001" cy="4846320"/>
            <a:chOff x="-1" y="1357409"/>
            <a:chExt cx="12192001" cy="4917518"/>
          </a:xfrm>
        </p:grpSpPr>
        <p:sp>
          <p:nvSpPr>
            <p:cNvPr id="19" name="Rectangle: Single Corner Snipped 18">
              <a:extLst>
                <a:ext uri="{FF2B5EF4-FFF2-40B4-BE49-F238E27FC236}">
                  <a16:creationId xmlns:a16="http://schemas.microsoft.com/office/drawing/2014/main" id="{5D638788-DD47-45E7-939A-FA108A818173}"/>
                </a:ext>
              </a:extLst>
            </p:cNvPr>
            <p:cNvSpPr/>
            <p:nvPr userDrawn="1"/>
          </p:nvSpPr>
          <p:spPr>
            <a:xfrm flipV="1">
              <a:off x="-1" y="1357409"/>
              <a:ext cx="12192000" cy="4917518"/>
            </a:xfrm>
            <a:prstGeom prst="snip1Rect">
              <a:avLst>
                <a:gd name="adj" fmla="val 0"/>
              </a:avLst>
            </a:prstGeom>
            <a:pattFill prst="dkVert">
              <a:fgClr>
                <a:srgbClr val="0C4360"/>
              </a:fgClr>
              <a:bgClr>
                <a:schemeClr val="accent2">
                  <a:lumMod val="50000"/>
                </a:schemeClr>
              </a:bgClr>
            </a:pattFill>
            <a:ln>
              <a:noFill/>
            </a:ln>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square" lIns="91440" tIns="45720" rIns="91440" bIns="45720" numCol="1" spcCol="0" rtlCol="0" fromWordArt="0" anchor="ctr" anchorCtr="0" forceAA="0" compatLnSpc="1">
              <a:prstTxWarp prst="textNoShape">
                <a:avLst/>
              </a:prstTxWarp>
              <a:noAutofit/>
            </a:bodyPr>
            <a:lstStyle/>
            <a:p>
              <a:pPr lvl="0" algn="ctr"/>
              <a:endParaRPr lang="en-US" noProof="0" dirty="0"/>
            </a:p>
          </p:txBody>
        </p:sp>
        <p:sp>
          <p:nvSpPr>
            <p:cNvPr id="3" name="Rectangle: Single Corner Snipped 2">
              <a:extLst>
                <a:ext uri="{FF2B5EF4-FFF2-40B4-BE49-F238E27FC236}">
                  <a16:creationId xmlns:a16="http://schemas.microsoft.com/office/drawing/2014/main" id="{74BDECEF-EEFE-4332-B3B2-BDE4F82C10FC}"/>
                </a:ext>
              </a:extLst>
            </p:cNvPr>
            <p:cNvSpPr/>
            <p:nvPr userDrawn="1"/>
          </p:nvSpPr>
          <p:spPr>
            <a:xfrm flipV="1">
              <a:off x="-1" y="1357409"/>
              <a:ext cx="12192001" cy="4917518"/>
            </a:xfrm>
            <a:prstGeom prst="snip1Rect">
              <a:avLst>
                <a:gd name="adj" fmla="val 19670"/>
              </a:avLst>
            </a:prstGeom>
            <a:solidFill>
              <a:schemeClr val="accent1">
                <a:lumMod val="50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noProof="0" dirty="0"/>
            </a:p>
          </p:txBody>
        </p:sp>
      </p:grpSp>
      <p:sp>
        <p:nvSpPr>
          <p:cNvPr id="24" name="Freeform: Shape 23">
            <a:extLst>
              <a:ext uri="{FF2B5EF4-FFF2-40B4-BE49-F238E27FC236}">
                <a16:creationId xmlns:a16="http://schemas.microsoft.com/office/drawing/2014/main" id="{18103E00-7E4A-44CD-81AC-06433CAE1110}"/>
              </a:ext>
            </a:extLst>
          </p:cNvPr>
          <p:cNvSpPr/>
          <p:nvPr userDrawn="1"/>
        </p:nvSpPr>
        <p:spPr>
          <a:xfrm flipH="1">
            <a:off x="10782300" y="5448297"/>
            <a:ext cx="1409700" cy="1409703"/>
          </a:xfrm>
          <a:custGeom>
            <a:avLst/>
            <a:gdLst>
              <a:gd name="connsiteX0" fmla="*/ 754341 w 754341"/>
              <a:gd name="connsiteY0" fmla="*/ 754341 h 754341"/>
              <a:gd name="connsiteX1" fmla="*/ 0 w 754341"/>
              <a:gd name="connsiteY1" fmla="*/ 754341 h 754341"/>
              <a:gd name="connsiteX2" fmla="*/ 0 w 754341"/>
              <a:gd name="connsiteY2" fmla="*/ 0 h 754341"/>
            </a:gdLst>
            <a:ahLst/>
            <a:cxnLst>
              <a:cxn ang="0">
                <a:pos x="connsiteX0" y="connsiteY0"/>
              </a:cxn>
              <a:cxn ang="0">
                <a:pos x="connsiteX1" y="connsiteY1"/>
              </a:cxn>
              <a:cxn ang="0">
                <a:pos x="connsiteX2" y="connsiteY2"/>
              </a:cxn>
            </a:cxnLst>
            <a:rect l="l" t="t" r="r" b="b"/>
            <a:pathLst>
              <a:path w="754341" h="754341">
                <a:moveTo>
                  <a:pt x="754341" y="754341"/>
                </a:moveTo>
                <a:lnTo>
                  <a:pt x="0" y="754341"/>
                </a:lnTo>
                <a:lnTo>
                  <a:pt x="0" y="0"/>
                </a:lnTo>
                <a:close/>
              </a:path>
            </a:pathLst>
          </a:custGeom>
          <a:pattFill prst="dkHorz">
            <a:fgClr>
              <a:schemeClr val="accent2">
                <a:lumMod val="50000"/>
              </a:schemeClr>
            </a:fgClr>
            <a:bgClr>
              <a:schemeClr val="accent2"/>
            </a:bgClr>
          </a:pattFill>
          <a:ln>
            <a:noFill/>
          </a:ln>
          <a:effectLst/>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noProof="0" dirty="0"/>
          </a:p>
        </p:txBody>
      </p:sp>
      <p:sp>
        <p:nvSpPr>
          <p:cNvPr id="5" name="Slide Number Placeholder 4">
            <a:extLst>
              <a:ext uri="{FF2B5EF4-FFF2-40B4-BE49-F238E27FC236}">
                <a16:creationId xmlns:a16="http://schemas.microsoft.com/office/drawing/2014/main" id="{87B51822-97FF-47A7-8E4E-A0F79B4EB237}"/>
              </a:ext>
            </a:extLst>
          </p:cNvPr>
          <p:cNvSpPr>
            <a:spLocks noGrp="1"/>
          </p:cNvSpPr>
          <p:nvPr>
            <p:ph type="sldNum" sz="quarter" idx="12"/>
          </p:nvPr>
        </p:nvSpPr>
        <p:spPr>
          <a:xfrm>
            <a:off x="11252200" y="6315075"/>
            <a:ext cx="406400" cy="365125"/>
          </a:xfrm>
        </p:spPr>
        <p:txBody>
          <a:bodyPr/>
          <a:lstStyle>
            <a:lvl1pPr>
              <a:defRPr sz="1000">
                <a:solidFill>
                  <a:schemeClr val="bg1"/>
                </a:solidFill>
                <a:latin typeface="Trade Gothic LT Pro" panose="020B0503040303020004" pitchFamily="34" charset="0"/>
              </a:defRPr>
            </a:lvl1pPr>
          </a:lstStyle>
          <a:p>
            <a:fld id="{C263D6C4-4840-40CC-AC84-17E24B3B7BDE}" type="slidenum">
              <a:rPr lang="en-US" noProof="0" smtClean="0"/>
              <a:pPr/>
              <a:t>‹#›</a:t>
            </a:fld>
            <a:endParaRPr lang="en-US" noProof="0" dirty="0"/>
          </a:p>
        </p:txBody>
      </p:sp>
      <p:sp>
        <p:nvSpPr>
          <p:cNvPr id="25" name="Text Placeholder 2">
            <a:extLst>
              <a:ext uri="{FF2B5EF4-FFF2-40B4-BE49-F238E27FC236}">
                <a16:creationId xmlns:a16="http://schemas.microsoft.com/office/drawing/2014/main" id="{7FA80A70-18DE-4DB9-9982-BA75BE54CF93}"/>
              </a:ext>
            </a:extLst>
          </p:cNvPr>
          <p:cNvSpPr>
            <a:spLocks noGrp="1"/>
          </p:cNvSpPr>
          <p:nvPr>
            <p:ph type="body" idx="1"/>
          </p:nvPr>
        </p:nvSpPr>
        <p:spPr>
          <a:xfrm>
            <a:off x="444500" y="1681163"/>
            <a:ext cx="5157787" cy="823912"/>
          </a:xfrm>
        </p:spPr>
        <p:txBody>
          <a:bodyPr anchor="t">
            <a:normAutofit/>
          </a:bodyPr>
          <a:lstStyle>
            <a:lvl1pPr marL="0" indent="0" algn="ctr">
              <a:buFont typeface="Arial" panose="020B0604020202020204" pitchFamily="34" charset="0"/>
              <a:buNone/>
              <a:defRPr sz="2000" b="1">
                <a:solidFill>
                  <a:schemeClr val="bg1"/>
                </a:solidFill>
              </a:defRPr>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noProof="0"/>
              <a:t>Edit Master text styles</a:t>
            </a:r>
          </a:p>
        </p:txBody>
      </p:sp>
      <p:sp>
        <p:nvSpPr>
          <p:cNvPr id="26" name="Text Placeholder 4">
            <a:extLst>
              <a:ext uri="{FF2B5EF4-FFF2-40B4-BE49-F238E27FC236}">
                <a16:creationId xmlns:a16="http://schemas.microsoft.com/office/drawing/2014/main" id="{2801C0EF-C078-44B0-AD01-4850E9A65EE0}"/>
              </a:ext>
            </a:extLst>
          </p:cNvPr>
          <p:cNvSpPr>
            <a:spLocks noGrp="1"/>
          </p:cNvSpPr>
          <p:nvPr>
            <p:ph type="body" sz="quarter" idx="3"/>
          </p:nvPr>
        </p:nvSpPr>
        <p:spPr>
          <a:xfrm>
            <a:off x="6500812" y="1681163"/>
            <a:ext cx="5157788" cy="823912"/>
          </a:xfrm>
        </p:spPr>
        <p:txBody>
          <a:bodyPr anchor="t">
            <a:normAutofit/>
          </a:bodyPr>
          <a:lstStyle>
            <a:lvl1pPr marL="0" indent="0" algn="ctr">
              <a:buFont typeface="Arial" panose="020B0604020202020204" pitchFamily="34" charset="0"/>
              <a:buNone/>
              <a:defRPr sz="2000" b="1">
                <a:solidFill>
                  <a:schemeClr val="bg1"/>
                </a:solidFill>
              </a:defRPr>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noProof="0"/>
              <a:t>Edit Master text styles</a:t>
            </a:r>
          </a:p>
        </p:txBody>
      </p:sp>
      <p:sp>
        <p:nvSpPr>
          <p:cNvPr id="27" name="Content Placeholder 3">
            <a:extLst>
              <a:ext uri="{FF2B5EF4-FFF2-40B4-BE49-F238E27FC236}">
                <a16:creationId xmlns:a16="http://schemas.microsoft.com/office/drawing/2014/main" id="{7C9DED91-45F6-4308-A085-1EFACA6468CF}"/>
              </a:ext>
            </a:extLst>
          </p:cNvPr>
          <p:cNvSpPr>
            <a:spLocks noGrp="1"/>
          </p:cNvSpPr>
          <p:nvPr>
            <p:ph sz="half" idx="2"/>
          </p:nvPr>
        </p:nvSpPr>
        <p:spPr>
          <a:xfrm>
            <a:off x="444500" y="2505075"/>
            <a:ext cx="5157787" cy="3684588"/>
          </a:xfrm>
        </p:spPr>
        <p:txBody>
          <a:bodyPr>
            <a:normAutofit/>
          </a:bodyPr>
          <a:lstStyle>
            <a:lvl1pPr>
              <a:defRPr sz="1800">
                <a:solidFill>
                  <a:schemeClr val="bg1"/>
                </a:solidFill>
              </a:defRPr>
            </a:lvl1pPr>
            <a:lvl2pPr>
              <a:defRPr sz="1600">
                <a:solidFill>
                  <a:schemeClr val="bg1"/>
                </a:solidFill>
              </a:defRPr>
            </a:lvl2pPr>
            <a:lvl3pPr>
              <a:defRPr sz="1400">
                <a:solidFill>
                  <a:schemeClr val="bg1"/>
                </a:solidFill>
              </a:defRPr>
            </a:lvl3pPr>
            <a:lvl4pPr>
              <a:defRPr sz="1200">
                <a:solidFill>
                  <a:schemeClr val="bg1"/>
                </a:solidFill>
              </a:defRPr>
            </a:lvl4pPr>
            <a:lvl5pPr>
              <a:defRPr sz="1200">
                <a:solidFill>
                  <a:schemeClr val="bg1"/>
                </a:solidFill>
              </a:defRPr>
            </a:lvl5pPr>
          </a:lstStyle>
          <a:p>
            <a:pPr lvl="0"/>
            <a:r>
              <a:rPr lang="en-US" noProof="0"/>
              <a:t>Edit Master text styles</a:t>
            </a:r>
          </a:p>
          <a:p>
            <a:pPr lvl="1"/>
            <a:r>
              <a:rPr lang="en-US" noProof="0"/>
              <a:t>Second level</a:t>
            </a:r>
          </a:p>
          <a:p>
            <a:pPr lvl="2"/>
            <a:r>
              <a:rPr lang="en-US" noProof="0"/>
              <a:t>Third level</a:t>
            </a:r>
          </a:p>
          <a:p>
            <a:pPr lvl="3"/>
            <a:r>
              <a:rPr lang="en-US" noProof="0"/>
              <a:t>Fourth level</a:t>
            </a:r>
          </a:p>
          <a:p>
            <a:pPr lvl="4"/>
            <a:r>
              <a:rPr lang="en-US" noProof="0"/>
              <a:t>Fifth level</a:t>
            </a:r>
          </a:p>
        </p:txBody>
      </p:sp>
      <p:sp>
        <p:nvSpPr>
          <p:cNvPr id="28" name="Content Placeholder 5">
            <a:extLst>
              <a:ext uri="{FF2B5EF4-FFF2-40B4-BE49-F238E27FC236}">
                <a16:creationId xmlns:a16="http://schemas.microsoft.com/office/drawing/2014/main" id="{0574B5E7-B666-439B-9278-67BE1EA6EBC5}"/>
              </a:ext>
            </a:extLst>
          </p:cNvPr>
          <p:cNvSpPr>
            <a:spLocks noGrp="1"/>
          </p:cNvSpPr>
          <p:nvPr>
            <p:ph sz="quarter" idx="4"/>
          </p:nvPr>
        </p:nvSpPr>
        <p:spPr>
          <a:xfrm>
            <a:off x="6475412" y="2505075"/>
            <a:ext cx="5183188" cy="3684588"/>
          </a:xfrm>
        </p:spPr>
        <p:txBody>
          <a:bodyPr>
            <a:normAutofit/>
          </a:bodyPr>
          <a:lstStyle>
            <a:lvl1pPr>
              <a:defRPr sz="1800">
                <a:solidFill>
                  <a:schemeClr val="bg1"/>
                </a:solidFill>
              </a:defRPr>
            </a:lvl1pPr>
            <a:lvl2pPr>
              <a:defRPr sz="1600">
                <a:solidFill>
                  <a:schemeClr val="bg1"/>
                </a:solidFill>
              </a:defRPr>
            </a:lvl2pPr>
            <a:lvl3pPr>
              <a:defRPr sz="1400">
                <a:solidFill>
                  <a:schemeClr val="bg1"/>
                </a:solidFill>
              </a:defRPr>
            </a:lvl3pPr>
            <a:lvl4pPr>
              <a:defRPr sz="1200">
                <a:solidFill>
                  <a:schemeClr val="bg1"/>
                </a:solidFill>
              </a:defRPr>
            </a:lvl4pPr>
            <a:lvl5pPr>
              <a:defRPr sz="1200">
                <a:solidFill>
                  <a:schemeClr val="bg1"/>
                </a:solidFill>
              </a:defRPr>
            </a:lvl5pPr>
          </a:lstStyle>
          <a:p>
            <a:pPr lvl="0"/>
            <a:r>
              <a:rPr lang="en-US" noProof="0"/>
              <a:t>Edit Master text styles</a:t>
            </a:r>
          </a:p>
          <a:p>
            <a:pPr lvl="1"/>
            <a:r>
              <a:rPr lang="en-US" noProof="0"/>
              <a:t>Second level</a:t>
            </a:r>
          </a:p>
          <a:p>
            <a:pPr lvl="2"/>
            <a:r>
              <a:rPr lang="en-US" noProof="0"/>
              <a:t>Third level</a:t>
            </a:r>
          </a:p>
          <a:p>
            <a:pPr lvl="3"/>
            <a:r>
              <a:rPr lang="en-US" noProof="0"/>
              <a:t>Fourth level</a:t>
            </a:r>
          </a:p>
          <a:p>
            <a:pPr lvl="4"/>
            <a:r>
              <a:rPr lang="en-US" noProof="0"/>
              <a:t>Fifth level</a:t>
            </a:r>
          </a:p>
        </p:txBody>
      </p:sp>
    </p:spTree>
    <p:extLst>
      <p:ext uri="{BB962C8B-B14F-4D97-AF65-F5344CB8AC3E}">
        <p14:creationId xmlns:p14="http://schemas.microsoft.com/office/powerpoint/2010/main" val="3219167126"/>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preserve="1" userDrawn="1">
  <p:cSld name="Two Content">
    <p:bg>
      <p:bgPr>
        <a:solidFill>
          <a:schemeClr val="accent2"/>
        </a:solidFill>
        <a:effectLst/>
      </p:bgPr>
    </p:bg>
    <p:spTree>
      <p:nvGrpSpPr>
        <p:cNvPr id="1" name=""/>
        <p:cNvGrpSpPr/>
        <p:nvPr/>
      </p:nvGrpSpPr>
      <p:grpSpPr>
        <a:xfrm>
          <a:off x="0" y="0"/>
          <a:ext cx="0" cy="0"/>
          <a:chOff x="0" y="0"/>
          <a:chExt cx="0" cy="0"/>
        </a:xfrm>
      </p:grpSpPr>
      <p:sp>
        <p:nvSpPr>
          <p:cNvPr id="11" name="Rectangle 10">
            <a:extLst>
              <a:ext uri="{FF2B5EF4-FFF2-40B4-BE49-F238E27FC236}">
                <a16:creationId xmlns:a16="http://schemas.microsoft.com/office/drawing/2014/main" id="{EB3E033F-4449-40FA-BC85-BD2712D313DD}"/>
              </a:ext>
            </a:extLst>
          </p:cNvPr>
          <p:cNvSpPr/>
          <p:nvPr userDrawn="1"/>
        </p:nvSpPr>
        <p:spPr>
          <a:xfrm>
            <a:off x="0" y="0"/>
            <a:ext cx="12192000" cy="6884191"/>
          </a:xfrm>
          <a:prstGeom prst="rect">
            <a:avLst/>
          </a:prstGeom>
          <a:solidFill>
            <a:schemeClr val="accent2">
              <a:lumMod val="75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noProof="0" dirty="0"/>
          </a:p>
        </p:txBody>
      </p:sp>
      <p:sp>
        <p:nvSpPr>
          <p:cNvPr id="10" name="Freeform: Shape 9">
            <a:extLst>
              <a:ext uri="{FF2B5EF4-FFF2-40B4-BE49-F238E27FC236}">
                <a16:creationId xmlns:a16="http://schemas.microsoft.com/office/drawing/2014/main" id="{63D26743-0505-444C-80B3-E88EE87DF72B}"/>
              </a:ext>
            </a:extLst>
          </p:cNvPr>
          <p:cNvSpPr/>
          <p:nvPr userDrawn="1"/>
        </p:nvSpPr>
        <p:spPr>
          <a:xfrm>
            <a:off x="0" y="0"/>
            <a:ext cx="12192001" cy="6884191"/>
          </a:xfrm>
          <a:custGeom>
            <a:avLst/>
            <a:gdLst>
              <a:gd name="connsiteX0" fmla="*/ 0 w 12192001"/>
              <a:gd name="connsiteY0" fmla="*/ 0 h 6884191"/>
              <a:gd name="connsiteX1" fmla="*/ 7540222 w 12192001"/>
              <a:gd name="connsiteY1" fmla="*/ 0 h 6884191"/>
              <a:gd name="connsiteX2" fmla="*/ 10260629 w 12192001"/>
              <a:gd name="connsiteY2" fmla="*/ 2725573 h 6884191"/>
              <a:gd name="connsiteX3" fmla="*/ 11286710 w 12192001"/>
              <a:gd name="connsiteY3" fmla="*/ 2725573 h 6884191"/>
              <a:gd name="connsiteX4" fmla="*/ 12192000 w 12192001"/>
              <a:gd name="connsiteY4" fmla="*/ 3632581 h 6884191"/>
              <a:gd name="connsiteX5" fmla="*/ 12192001 w 12192001"/>
              <a:gd name="connsiteY5" fmla="*/ 6884191 h 6884191"/>
              <a:gd name="connsiteX6" fmla="*/ 0 w 12192001"/>
              <a:gd name="connsiteY6" fmla="*/ 6884191 h 6884191"/>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Lst>
            <a:rect l="l" t="t" r="r" b="b"/>
            <a:pathLst>
              <a:path w="12192001" h="6884191">
                <a:moveTo>
                  <a:pt x="0" y="0"/>
                </a:moveTo>
                <a:lnTo>
                  <a:pt x="7540222" y="0"/>
                </a:lnTo>
                <a:lnTo>
                  <a:pt x="10260629" y="2725573"/>
                </a:lnTo>
                <a:lnTo>
                  <a:pt x="11286710" y="2725573"/>
                </a:lnTo>
                <a:lnTo>
                  <a:pt x="12192000" y="3632581"/>
                </a:lnTo>
                <a:lnTo>
                  <a:pt x="12192001" y="6884191"/>
                </a:lnTo>
                <a:lnTo>
                  <a:pt x="0" y="6884191"/>
                </a:lnTo>
                <a:close/>
              </a:path>
            </a:pathLst>
          </a:custGeom>
          <a:solidFill>
            <a:schemeClr val="accent2">
              <a:alpha val="74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wrap="square" rtlCol="0" anchor="ctr">
            <a:noAutofit/>
          </a:bodyPr>
          <a:lstStyle/>
          <a:p>
            <a:pPr algn="ctr"/>
            <a:endParaRPr lang="en-US" noProof="0" dirty="0"/>
          </a:p>
        </p:txBody>
      </p:sp>
      <p:sp>
        <p:nvSpPr>
          <p:cNvPr id="18" name="Freeform: Shape 17">
            <a:extLst>
              <a:ext uri="{FF2B5EF4-FFF2-40B4-BE49-F238E27FC236}">
                <a16:creationId xmlns:a16="http://schemas.microsoft.com/office/drawing/2014/main" id="{E37145E9-AC61-47D5-9288-8789940F81B6}"/>
              </a:ext>
            </a:extLst>
          </p:cNvPr>
          <p:cNvSpPr/>
          <p:nvPr userDrawn="1"/>
        </p:nvSpPr>
        <p:spPr>
          <a:xfrm rot="16200000" flipV="1">
            <a:off x="2964809" y="-2364446"/>
            <a:ext cx="6862744" cy="11591639"/>
          </a:xfrm>
          <a:custGeom>
            <a:avLst/>
            <a:gdLst>
              <a:gd name="connsiteX0" fmla="*/ 6862744 w 6862744"/>
              <a:gd name="connsiteY0" fmla="*/ 11591639 h 11591639"/>
              <a:gd name="connsiteX1" fmla="*/ 6862744 w 6862744"/>
              <a:gd name="connsiteY1" fmla="*/ 5240223 h 11591639"/>
              <a:gd name="connsiteX2" fmla="*/ 4145656 w 6862744"/>
              <a:gd name="connsiteY2" fmla="*/ 5240223 h 11591639"/>
              <a:gd name="connsiteX3" fmla="*/ 4145656 w 6862744"/>
              <a:gd name="connsiteY3" fmla="*/ 5240222 h 11591639"/>
              <a:gd name="connsiteX4" fmla="*/ 6862744 w 6862744"/>
              <a:gd name="connsiteY4" fmla="*/ 5240222 h 11591639"/>
              <a:gd name="connsiteX5" fmla="*/ 4145656 w 6862744"/>
              <a:gd name="connsiteY5" fmla="*/ 2519152 h 11591639"/>
              <a:gd name="connsiteX6" fmla="*/ 4145656 w 6862744"/>
              <a:gd name="connsiteY6" fmla="*/ 1367198 h 11591639"/>
              <a:gd name="connsiteX7" fmla="*/ 2775863 w 6862744"/>
              <a:gd name="connsiteY7" fmla="*/ 0 h 11591639"/>
              <a:gd name="connsiteX8" fmla="*/ 0 w 6862744"/>
              <a:gd name="connsiteY8" fmla="*/ 0 h 11591639"/>
              <a:gd name="connsiteX9" fmla="*/ 0 w 6862744"/>
              <a:gd name="connsiteY9" fmla="*/ 11591639 h 11591639"/>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Lst>
            <a:rect l="l" t="t" r="r" b="b"/>
            <a:pathLst>
              <a:path w="6862744" h="11591639">
                <a:moveTo>
                  <a:pt x="6862744" y="11591639"/>
                </a:moveTo>
                <a:lnTo>
                  <a:pt x="6862744" y="5240223"/>
                </a:lnTo>
                <a:lnTo>
                  <a:pt x="4145656" y="5240223"/>
                </a:lnTo>
                <a:lnTo>
                  <a:pt x="4145656" y="5240222"/>
                </a:lnTo>
                <a:lnTo>
                  <a:pt x="6862744" y="5240222"/>
                </a:lnTo>
                <a:lnTo>
                  <a:pt x="4145656" y="2519152"/>
                </a:lnTo>
                <a:lnTo>
                  <a:pt x="4145656" y="1367198"/>
                </a:lnTo>
                <a:lnTo>
                  <a:pt x="2775863" y="0"/>
                </a:lnTo>
                <a:lnTo>
                  <a:pt x="0" y="0"/>
                </a:lnTo>
                <a:lnTo>
                  <a:pt x="0" y="11591639"/>
                </a:lnTo>
                <a:close/>
              </a:path>
            </a:pathLst>
          </a:custGeom>
          <a:pattFill prst="wdDnDiag">
            <a:fgClr>
              <a:schemeClr val="accent2"/>
            </a:fgClr>
            <a:bgClr>
              <a:schemeClr val="accent2">
                <a:lumMod val="75000"/>
              </a:schemeClr>
            </a:bgClr>
          </a:pattFill>
          <a:ln>
            <a:noFill/>
          </a:ln>
        </p:spPr>
        <p:style>
          <a:lnRef idx="2">
            <a:schemeClr val="accent1">
              <a:shade val="50000"/>
            </a:schemeClr>
          </a:lnRef>
          <a:fillRef idx="1">
            <a:schemeClr val="accent1"/>
          </a:fillRef>
          <a:effectRef idx="0">
            <a:schemeClr val="accent1"/>
          </a:effectRef>
          <a:fontRef idx="minor">
            <a:schemeClr val="lt1"/>
          </a:fontRef>
        </p:style>
        <p:txBody>
          <a:bodyPr wrap="square" rtlCol="0" anchor="ctr">
            <a:noAutofit/>
          </a:bodyPr>
          <a:lstStyle/>
          <a:p>
            <a:pPr algn="ctr"/>
            <a:endParaRPr lang="en-US" noProof="0" dirty="0"/>
          </a:p>
        </p:txBody>
      </p:sp>
      <p:sp>
        <p:nvSpPr>
          <p:cNvPr id="12" name="Freeform: Shape 11">
            <a:extLst>
              <a:ext uri="{FF2B5EF4-FFF2-40B4-BE49-F238E27FC236}">
                <a16:creationId xmlns:a16="http://schemas.microsoft.com/office/drawing/2014/main" id="{A5E2B3ED-9A49-40A7-B8A3-62595FE513F9}"/>
              </a:ext>
            </a:extLst>
          </p:cNvPr>
          <p:cNvSpPr/>
          <p:nvPr userDrawn="1"/>
        </p:nvSpPr>
        <p:spPr>
          <a:xfrm rot="16200000" flipV="1">
            <a:off x="2664629" y="-2664627"/>
            <a:ext cx="6862744" cy="12192000"/>
          </a:xfrm>
          <a:custGeom>
            <a:avLst/>
            <a:gdLst>
              <a:gd name="connsiteX0" fmla="*/ 6849744 w 6849744"/>
              <a:gd name="connsiteY0" fmla="*/ 12192000 h 12192000"/>
              <a:gd name="connsiteX1" fmla="*/ 6849744 w 6849744"/>
              <a:gd name="connsiteY1" fmla="*/ 5840584 h 12192000"/>
              <a:gd name="connsiteX2" fmla="*/ 4137803 w 6849744"/>
              <a:gd name="connsiteY2" fmla="*/ 5840584 h 12192000"/>
              <a:gd name="connsiteX3" fmla="*/ 4137803 w 6849744"/>
              <a:gd name="connsiteY3" fmla="*/ 5840583 h 12192000"/>
              <a:gd name="connsiteX4" fmla="*/ 6849744 w 6849744"/>
              <a:gd name="connsiteY4" fmla="*/ 5840583 h 12192000"/>
              <a:gd name="connsiteX5" fmla="*/ 4137803 w 6849744"/>
              <a:gd name="connsiteY5" fmla="*/ 3119513 h 12192000"/>
              <a:gd name="connsiteX6" fmla="*/ 4137803 w 6849744"/>
              <a:gd name="connsiteY6" fmla="*/ 1967559 h 12192000"/>
              <a:gd name="connsiteX7" fmla="*/ 2170243 w 6849744"/>
              <a:gd name="connsiteY7" fmla="*/ 0 h 12192000"/>
              <a:gd name="connsiteX8" fmla="*/ 0 w 6849744"/>
              <a:gd name="connsiteY8" fmla="*/ 0 h 12192000"/>
              <a:gd name="connsiteX9" fmla="*/ 0 w 6849744"/>
              <a:gd name="connsiteY9" fmla="*/ 12192000 h 12192000"/>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Lst>
            <a:rect l="l" t="t" r="r" b="b"/>
            <a:pathLst>
              <a:path w="6849744" h="12192000">
                <a:moveTo>
                  <a:pt x="6849744" y="12192000"/>
                </a:moveTo>
                <a:lnTo>
                  <a:pt x="6849744" y="5840584"/>
                </a:lnTo>
                <a:lnTo>
                  <a:pt x="4137803" y="5840584"/>
                </a:lnTo>
                <a:lnTo>
                  <a:pt x="4137803" y="5840583"/>
                </a:lnTo>
                <a:lnTo>
                  <a:pt x="6849744" y="5840583"/>
                </a:lnTo>
                <a:lnTo>
                  <a:pt x="4137803" y="3119513"/>
                </a:lnTo>
                <a:lnTo>
                  <a:pt x="4137803" y="1967559"/>
                </a:lnTo>
                <a:lnTo>
                  <a:pt x="2170243" y="0"/>
                </a:lnTo>
                <a:lnTo>
                  <a:pt x="0" y="0"/>
                </a:lnTo>
                <a:lnTo>
                  <a:pt x="0" y="12192000"/>
                </a:lnTo>
                <a:close/>
              </a:path>
            </a:pathLst>
          </a:custGeom>
          <a:pattFill prst="wdUpDiag">
            <a:fgClr>
              <a:schemeClr val="accent2"/>
            </a:fgClr>
            <a:bgClr>
              <a:schemeClr val="accent2">
                <a:lumMod val="50000"/>
              </a:schemeClr>
            </a:bgClr>
          </a:patt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noProof="0" dirty="0"/>
          </a:p>
        </p:txBody>
      </p:sp>
      <p:sp>
        <p:nvSpPr>
          <p:cNvPr id="8" name="Freeform: Shape 7">
            <a:extLst>
              <a:ext uri="{FF2B5EF4-FFF2-40B4-BE49-F238E27FC236}">
                <a16:creationId xmlns:a16="http://schemas.microsoft.com/office/drawing/2014/main" id="{1599AF7E-3E34-4597-AA72-9373A7FDB020}"/>
              </a:ext>
            </a:extLst>
          </p:cNvPr>
          <p:cNvSpPr/>
          <p:nvPr userDrawn="1"/>
        </p:nvSpPr>
        <p:spPr>
          <a:xfrm rot="16200000" flipV="1">
            <a:off x="2664628" y="-2664627"/>
            <a:ext cx="6862744" cy="12192000"/>
          </a:xfrm>
          <a:custGeom>
            <a:avLst/>
            <a:gdLst>
              <a:gd name="connsiteX0" fmla="*/ 6849744 w 6849744"/>
              <a:gd name="connsiteY0" fmla="*/ 12192000 h 12192000"/>
              <a:gd name="connsiteX1" fmla="*/ 6849744 w 6849744"/>
              <a:gd name="connsiteY1" fmla="*/ 5840584 h 12192000"/>
              <a:gd name="connsiteX2" fmla="*/ 4137803 w 6849744"/>
              <a:gd name="connsiteY2" fmla="*/ 5840584 h 12192000"/>
              <a:gd name="connsiteX3" fmla="*/ 4137803 w 6849744"/>
              <a:gd name="connsiteY3" fmla="*/ 5840583 h 12192000"/>
              <a:gd name="connsiteX4" fmla="*/ 6849744 w 6849744"/>
              <a:gd name="connsiteY4" fmla="*/ 5840583 h 12192000"/>
              <a:gd name="connsiteX5" fmla="*/ 4137803 w 6849744"/>
              <a:gd name="connsiteY5" fmla="*/ 3119513 h 12192000"/>
              <a:gd name="connsiteX6" fmla="*/ 4137803 w 6849744"/>
              <a:gd name="connsiteY6" fmla="*/ 1967559 h 12192000"/>
              <a:gd name="connsiteX7" fmla="*/ 2170243 w 6849744"/>
              <a:gd name="connsiteY7" fmla="*/ 0 h 12192000"/>
              <a:gd name="connsiteX8" fmla="*/ 0 w 6849744"/>
              <a:gd name="connsiteY8" fmla="*/ 0 h 12192000"/>
              <a:gd name="connsiteX9" fmla="*/ 0 w 6849744"/>
              <a:gd name="connsiteY9" fmla="*/ 12192000 h 12192000"/>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Lst>
            <a:rect l="l" t="t" r="r" b="b"/>
            <a:pathLst>
              <a:path w="6849744" h="12192000">
                <a:moveTo>
                  <a:pt x="6849744" y="12192000"/>
                </a:moveTo>
                <a:lnTo>
                  <a:pt x="6849744" y="5840584"/>
                </a:lnTo>
                <a:lnTo>
                  <a:pt x="4137803" y="5840584"/>
                </a:lnTo>
                <a:lnTo>
                  <a:pt x="4137803" y="5840583"/>
                </a:lnTo>
                <a:lnTo>
                  <a:pt x="6849744" y="5840583"/>
                </a:lnTo>
                <a:lnTo>
                  <a:pt x="4137803" y="3119513"/>
                </a:lnTo>
                <a:lnTo>
                  <a:pt x="4137803" y="1967559"/>
                </a:lnTo>
                <a:lnTo>
                  <a:pt x="2170243" y="0"/>
                </a:lnTo>
                <a:lnTo>
                  <a:pt x="0" y="0"/>
                </a:lnTo>
                <a:lnTo>
                  <a:pt x="0" y="12192000"/>
                </a:lnTo>
                <a:close/>
              </a:path>
            </a:pathLst>
          </a:custGeom>
          <a:solidFill>
            <a:schemeClr val="accent1">
              <a:lumMod val="50000"/>
              <a:alpha val="90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noProof="0" dirty="0"/>
          </a:p>
        </p:txBody>
      </p:sp>
      <p:sp>
        <p:nvSpPr>
          <p:cNvPr id="2" name="Title 1">
            <a:extLst>
              <a:ext uri="{FF2B5EF4-FFF2-40B4-BE49-F238E27FC236}">
                <a16:creationId xmlns:a16="http://schemas.microsoft.com/office/drawing/2014/main" id="{4A2DF563-7FAC-46B3-B24C-7E45CD89DA2B}"/>
              </a:ext>
            </a:extLst>
          </p:cNvPr>
          <p:cNvSpPr>
            <a:spLocks noGrp="1"/>
          </p:cNvSpPr>
          <p:nvPr>
            <p:ph type="title"/>
          </p:nvPr>
        </p:nvSpPr>
        <p:spPr>
          <a:xfrm>
            <a:off x="444500" y="542925"/>
            <a:ext cx="11214100" cy="535531"/>
          </a:xfrm>
        </p:spPr>
        <p:txBody>
          <a:bodyPr vert="horz" wrap="square" lIns="91440" tIns="45720" rIns="91440" bIns="45720" rtlCol="0" anchor="t">
            <a:spAutoFit/>
          </a:bodyPr>
          <a:lstStyle>
            <a:lvl1pPr>
              <a:defRPr lang="en-GB" sz="3200" b="1" spc="-70" baseline="0" dirty="0">
                <a:solidFill>
                  <a:schemeClr val="bg1"/>
                </a:solidFill>
                <a:latin typeface="+mj-lt"/>
              </a:defRPr>
            </a:lvl1pPr>
          </a:lstStyle>
          <a:p>
            <a:pPr lvl="0"/>
            <a:r>
              <a:rPr lang="en-US" noProof="0"/>
              <a:t>Click to edit Master title style</a:t>
            </a:r>
          </a:p>
        </p:txBody>
      </p:sp>
      <p:grpSp>
        <p:nvGrpSpPr>
          <p:cNvPr id="15" name="Group 14">
            <a:extLst>
              <a:ext uri="{FF2B5EF4-FFF2-40B4-BE49-F238E27FC236}">
                <a16:creationId xmlns:a16="http://schemas.microsoft.com/office/drawing/2014/main" id="{7732E1E7-45E3-4264-8F26-66758696DD1E}"/>
              </a:ext>
            </a:extLst>
          </p:cNvPr>
          <p:cNvGrpSpPr/>
          <p:nvPr userDrawn="1"/>
        </p:nvGrpSpPr>
        <p:grpSpPr>
          <a:xfrm rot="16200000">
            <a:off x="499388" y="-322655"/>
            <a:ext cx="535531" cy="645309"/>
            <a:chOff x="10945855" y="7317026"/>
            <a:chExt cx="2483924" cy="2993104"/>
          </a:xfrm>
        </p:grpSpPr>
        <p:sp>
          <p:nvSpPr>
            <p:cNvPr id="16" name="Freeform: Shape 15">
              <a:extLst>
                <a:ext uri="{FF2B5EF4-FFF2-40B4-BE49-F238E27FC236}">
                  <a16:creationId xmlns:a16="http://schemas.microsoft.com/office/drawing/2014/main" id="{2E3DF883-8093-49FA-81E1-E5D77F086A25}"/>
                </a:ext>
              </a:extLst>
            </p:cNvPr>
            <p:cNvSpPr/>
            <p:nvPr/>
          </p:nvSpPr>
          <p:spPr>
            <a:xfrm rot="2700000">
              <a:off x="10945855" y="7826207"/>
              <a:ext cx="2483923" cy="2483924"/>
            </a:xfrm>
            <a:custGeom>
              <a:avLst/>
              <a:gdLst>
                <a:gd name="connsiteX0" fmla="*/ 754341 w 754341"/>
                <a:gd name="connsiteY0" fmla="*/ 754341 h 754341"/>
                <a:gd name="connsiteX1" fmla="*/ 0 w 754341"/>
                <a:gd name="connsiteY1" fmla="*/ 754341 h 754341"/>
                <a:gd name="connsiteX2" fmla="*/ 0 w 754341"/>
                <a:gd name="connsiteY2" fmla="*/ 0 h 754341"/>
              </a:gdLst>
              <a:ahLst/>
              <a:cxnLst>
                <a:cxn ang="0">
                  <a:pos x="connsiteX0" y="connsiteY0"/>
                </a:cxn>
                <a:cxn ang="0">
                  <a:pos x="connsiteX1" y="connsiteY1"/>
                </a:cxn>
                <a:cxn ang="0">
                  <a:pos x="connsiteX2" y="connsiteY2"/>
                </a:cxn>
              </a:cxnLst>
              <a:rect l="l" t="t" r="r" b="b"/>
              <a:pathLst>
                <a:path w="754341" h="754341">
                  <a:moveTo>
                    <a:pt x="754341" y="754341"/>
                  </a:moveTo>
                  <a:lnTo>
                    <a:pt x="0" y="754341"/>
                  </a:lnTo>
                  <a:lnTo>
                    <a:pt x="0" y="0"/>
                  </a:lnTo>
                  <a:close/>
                </a:path>
              </a:pathLst>
            </a:custGeom>
            <a:solidFill>
              <a:schemeClr val="accent1">
                <a:lumMod val="50000"/>
              </a:schemeClr>
            </a:solidFill>
            <a:ln>
              <a:noFill/>
            </a:ln>
            <a:effectLst/>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noProof="0" dirty="0"/>
            </a:p>
          </p:txBody>
        </p:sp>
        <p:sp>
          <p:nvSpPr>
            <p:cNvPr id="17" name="Freeform: Shape 16">
              <a:extLst>
                <a:ext uri="{FF2B5EF4-FFF2-40B4-BE49-F238E27FC236}">
                  <a16:creationId xmlns:a16="http://schemas.microsoft.com/office/drawing/2014/main" id="{18944C90-37E5-4BBE-89FF-060627168050}"/>
                </a:ext>
              </a:extLst>
            </p:cNvPr>
            <p:cNvSpPr/>
            <p:nvPr/>
          </p:nvSpPr>
          <p:spPr>
            <a:xfrm rot="8100000" flipH="1">
              <a:off x="10986797" y="7317026"/>
              <a:ext cx="2402031" cy="2402032"/>
            </a:xfrm>
            <a:custGeom>
              <a:avLst/>
              <a:gdLst>
                <a:gd name="connsiteX0" fmla="*/ 754341 w 754341"/>
                <a:gd name="connsiteY0" fmla="*/ 754341 h 754341"/>
                <a:gd name="connsiteX1" fmla="*/ 0 w 754341"/>
                <a:gd name="connsiteY1" fmla="*/ 754341 h 754341"/>
                <a:gd name="connsiteX2" fmla="*/ 0 w 754341"/>
                <a:gd name="connsiteY2" fmla="*/ 0 h 754341"/>
              </a:gdLst>
              <a:ahLst/>
              <a:cxnLst>
                <a:cxn ang="0">
                  <a:pos x="connsiteX0" y="connsiteY0"/>
                </a:cxn>
                <a:cxn ang="0">
                  <a:pos x="connsiteX1" y="connsiteY1"/>
                </a:cxn>
                <a:cxn ang="0">
                  <a:pos x="connsiteX2" y="connsiteY2"/>
                </a:cxn>
              </a:cxnLst>
              <a:rect l="l" t="t" r="r" b="b"/>
              <a:pathLst>
                <a:path w="754341" h="754341">
                  <a:moveTo>
                    <a:pt x="754341" y="754341"/>
                  </a:moveTo>
                  <a:lnTo>
                    <a:pt x="0" y="754341"/>
                  </a:lnTo>
                  <a:lnTo>
                    <a:pt x="0" y="0"/>
                  </a:lnTo>
                  <a:close/>
                </a:path>
              </a:pathLst>
            </a:custGeom>
            <a:pattFill prst="dkHorz">
              <a:fgClr>
                <a:schemeClr val="accent1">
                  <a:lumMod val="60000"/>
                  <a:lumOff val="40000"/>
                </a:schemeClr>
              </a:fgClr>
              <a:bgClr>
                <a:schemeClr val="accent2">
                  <a:lumMod val="50000"/>
                </a:schemeClr>
              </a:bgClr>
            </a:pattFill>
            <a:ln>
              <a:noFill/>
            </a:ln>
            <a:effectLst/>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noProof="0" dirty="0"/>
            </a:p>
          </p:txBody>
        </p:sp>
      </p:grpSp>
      <p:grpSp>
        <p:nvGrpSpPr>
          <p:cNvPr id="6" name="Group 5">
            <a:extLst>
              <a:ext uri="{FF2B5EF4-FFF2-40B4-BE49-F238E27FC236}">
                <a16:creationId xmlns:a16="http://schemas.microsoft.com/office/drawing/2014/main" id="{D9EBF8BB-A805-4DDB-B459-082F99815B95}"/>
              </a:ext>
            </a:extLst>
          </p:cNvPr>
          <p:cNvGrpSpPr/>
          <p:nvPr userDrawn="1"/>
        </p:nvGrpSpPr>
        <p:grpSpPr>
          <a:xfrm>
            <a:off x="-1" y="1357409"/>
            <a:ext cx="12192001" cy="4846320"/>
            <a:chOff x="-1" y="1357409"/>
            <a:chExt cx="12192001" cy="4917518"/>
          </a:xfrm>
        </p:grpSpPr>
        <p:sp>
          <p:nvSpPr>
            <p:cNvPr id="19" name="Rectangle: Single Corner Snipped 18">
              <a:extLst>
                <a:ext uri="{FF2B5EF4-FFF2-40B4-BE49-F238E27FC236}">
                  <a16:creationId xmlns:a16="http://schemas.microsoft.com/office/drawing/2014/main" id="{5D638788-DD47-45E7-939A-FA108A818173}"/>
                </a:ext>
              </a:extLst>
            </p:cNvPr>
            <p:cNvSpPr/>
            <p:nvPr userDrawn="1"/>
          </p:nvSpPr>
          <p:spPr>
            <a:xfrm flipV="1">
              <a:off x="-1" y="1357409"/>
              <a:ext cx="12192000" cy="4917518"/>
            </a:xfrm>
            <a:prstGeom prst="snip1Rect">
              <a:avLst>
                <a:gd name="adj" fmla="val 0"/>
              </a:avLst>
            </a:prstGeom>
            <a:pattFill prst="dkVert">
              <a:fgClr>
                <a:srgbClr val="0C4360"/>
              </a:fgClr>
              <a:bgClr>
                <a:schemeClr val="accent2">
                  <a:lumMod val="50000"/>
                </a:schemeClr>
              </a:bgClr>
            </a:pattFill>
            <a:ln>
              <a:noFill/>
            </a:ln>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square" lIns="91440" tIns="45720" rIns="91440" bIns="45720" numCol="1" spcCol="0" rtlCol="0" fromWordArt="0" anchor="ctr" anchorCtr="0" forceAA="0" compatLnSpc="1">
              <a:prstTxWarp prst="textNoShape">
                <a:avLst/>
              </a:prstTxWarp>
              <a:noAutofit/>
            </a:bodyPr>
            <a:lstStyle/>
            <a:p>
              <a:pPr lvl="0" algn="ctr"/>
              <a:endParaRPr lang="en-US" noProof="0" dirty="0"/>
            </a:p>
          </p:txBody>
        </p:sp>
        <p:sp>
          <p:nvSpPr>
            <p:cNvPr id="3" name="Rectangle: Single Corner Snipped 2">
              <a:extLst>
                <a:ext uri="{FF2B5EF4-FFF2-40B4-BE49-F238E27FC236}">
                  <a16:creationId xmlns:a16="http://schemas.microsoft.com/office/drawing/2014/main" id="{74BDECEF-EEFE-4332-B3B2-BDE4F82C10FC}"/>
                </a:ext>
              </a:extLst>
            </p:cNvPr>
            <p:cNvSpPr/>
            <p:nvPr userDrawn="1"/>
          </p:nvSpPr>
          <p:spPr>
            <a:xfrm flipV="1">
              <a:off x="-1" y="1357409"/>
              <a:ext cx="12192001" cy="4917518"/>
            </a:xfrm>
            <a:prstGeom prst="snip1Rect">
              <a:avLst>
                <a:gd name="adj" fmla="val 19670"/>
              </a:avLst>
            </a:prstGeom>
            <a:solidFill>
              <a:schemeClr val="accent1">
                <a:lumMod val="50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noProof="0" dirty="0"/>
            </a:p>
          </p:txBody>
        </p:sp>
      </p:grpSp>
      <p:sp>
        <p:nvSpPr>
          <p:cNvPr id="24" name="Freeform: Shape 23">
            <a:extLst>
              <a:ext uri="{FF2B5EF4-FFF2-40B4-BE49-F238E27FC236}">
                <a16:creationId xmlns:a16="http://schemas.microsoft.com/office/drawing/2014/main" id="{18103E00-7E4A-44CD-81AC-06433CAE1110}"/>
              </a:ext>
            </a:extLst>
          </p:cNvPr>
          <p:cNvSpPr/>
          <p:nvPr userDrawn="1"/>
        </p:nvSpPr>
        <p:spPr>
          <a:xfrm flipH="1">
            <a:off x="10782300" y="5448297"/>
            <a:ext cx="1409700" cy="1409703"/>
          </a:xfrm>
          <a:custGeom>
            <a:avLst/>
            <a:gdLst>
              <a:gd name="connsiteX0" fmla="*/ 754341 w 754341"/>
              <a:gd name="connsiteY0" fmla="*/ 754341 h 754341"/>
              <a:gd name="connsiteX1" fmla="*/ 0 w 754341"/>
              <a:gd name="connsiteY1" fmla="*/ 754341 h 754341"/>
              <a:gd name="connsiteX2" fmla="*/ 0 w 754341"/>
              <a:gd name="connsiteY2" fmla="*/ 0 h 754341"/>
            </a:gdLst>
            <a:ahLst/>
            <a:cxnLst>
              <a:cxn ang="0">
                <a:pos x="connsiteX0" y="connsiteY0"/>
              </a:cxn>
              <a:cxn ang="0">
                <a:pos x="connsiteX1" y="connsiteY1"/>
              </a:cxn>
              <a:cxn ang="0">
                <a:pos x="connsiteX2" y="connsiteY2"/>
              </a:cxn>
            </a:cxnLst>
            <a:rect l="l" t="t" r="r" b="b"/>
            <a:pathLst>
              <a:path w="754341" h="754341">
                <a:moveTo>
                  <a:pt x="754341" y="754341"/>
                </a:moveTo>
                <a:lnTo>
                  <a:pt x="0" y="754341"/>
                </a:lnTo>
                <a:lnTo>
                  <a:pt x="0" y="0"/>
                </a:lnTo>
                <a:close/>
              </a:path>
            </a:pathLst>
          </a:custGeom>
          <a:pattFill prst="dkHorz">
            <a:fgClr>
              <a:schemeClr val="accent2">
                <a:lumMod val="50000"/>
              </a:schemeClr>
            </a:fgClr>
            <a:bgClr>
              <a:schemeClr val="accent2"/>
            </a:bgClr>
          </a:pattFill>
          <a:ln>
            <a:noFill/>
          </a:ln>
          <a:effectLst/>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noProof="0" dirty="0"/>
          </a:p>
        </p:txBody>
      </p:sp>
      <p:sp>
        <p:nvSpPr>
          <p:cNvPr id="5" name="Slide Number Placeholder 4">
            <a:extLst>
              <a:ext uri="{FF2B5EF4-FFF2-40B4-BE49-F238E27FC236}">
                <a16:creationId xmlns:a16="http://schemas.microsoft.com/office/drawing/2014/main" id="{87B51822-97FF-47A7-8E4E-A0F79B4EB237}"/>
              </a:ext>
            </a:extLst>
          </p:cNvPr>
          <p:cNvSpPr>
            <a:spLocks noGrp="1"/>
          </p:cNvSpPr>
          <p:nvPr>
            <p:ph type="sldNum" sz="quarter" idx="12"/>
          </p:nvPr>
        </p:nvSpPr>
        <p:spPr>
          <a:xfrm>
            <a:off x="11252200" y="6315075"/>
            <a:ext cx="406400" cy="365125"/>
          </a:xfrm>
        </p:spPr>
        <p:txBody>
          <a:bodyPr/>
          <a:lstStyle>
            <a:lvl1pPr>
              <a:defRPr sz="1000">
                <a:solidFill>
                  <a:schemeClr val="bg1"/>
                </a:solidFill>
                <a:latin typeface="Trade Gothic LT Pro" panose="020B0503040303020004" pitchFamily="34" charset="0"/>
              </a:defRPr>
            </a:lvl1pPr>
          </a:lstStyle>
          <a:p>
            <a:fld id="{C263D6C4-4840-40CC-AC84-17E24B3B7BDE}" type="slidenum">
              <a:rPr lang="en-US" noProof="0" smtClean="0"/>
              <a:pPr/>
              <a:t>‹#›</a:t>
            </a:fld>
            <a:endParaRPr lang="en-US" noProof="0" dirty="0"/>
          </a:p>
        </p:txBody>
      </p:sp>
      <p:sp>
        <p:nvSpPr>
          <p:cNvPr id="20" name="Content Placeholder 2">
            <a:extLst>
              <a:ext uri="{FF2B5EF4-FFF2-40B4-BE49-F238E27FC236}">
                <a16:creationId xmlns:a16="http://schemas.microsoft.com/office/drawing/2014/main" id="{FE796BFF-6E5F-4DE7-B193-F501FC094D63}"/>
              </a:ext>
            </a:extLst>
          </p:cNvPr>
          <p:cNvSpPr>
            <a:spLocks noGrp="1"/>
          </p:cNvSpPr>
          <p:nvPr>
            <p:ph sz="half" idx="1"/>
          </p:nvPr>
        </p:nvSpPr>
        <p:spPr>
          <a:xfrm>
            <a:off x="443365" y="1517715"/>
            <a:ext cx="5184437" cy="4659248"/>
          </a:xfrm>
        </p:spPr>
        <p:txBody>
          <a:bodyPr>
            <a:normAutofit/>
          </a:bodyPr>
          <a:lstStyle>
            <a:lvl1pPr marL="457200" indent="-457200">
              <a:buFont typeface="Arial" panose="020B0604020202020204" pitchFamily="34" charset="0"/>
              <a:buChar char="•"/>
              <a:defRPr sz="2000">
                <a:solidFill>
                  <a:schemeClr val="bg1"/>
                </a:solidFill>
              </a:defRPr>
            </a:lvl1pPr>
            <a:lvl2pPr marL="800100" indent="-342900">
              <a:buFont typeface="Arial" panose="020B0604020202020204" pitchFamily="34" charset="0"/>
              <a:buChar char="•"/>
              <a:defRPr sz="1800">
                <a:solidFill>
                  <a:schemeClr val="bg1"/>
                </a:solidFill>
              </a:defRPr>
            </a:lvl2pPr>
            <a:lvl3pPr marL="1257300" indent="-342900">
              <a:buFont typeface="Arial" panose="020B0604020202020204" pitchFamily="34" charset="0"/>
              <a:buChar char="•"/>
              <a:defRPr sz="1600">
                <a:solidFill>
                  <a:schemeClr val="bg1"/>
                </a:solidFill>
              </a:defRPr>
            </a:lvl3pPr>
            <a:lvl4pPr marL="1657350" indent="-285750">
              <a:buFont typeface="Arial" panose="020B0604020202020204" pitchFamily="34" charset="0"/>
              <a:buChar char="•"/>
              <a:defRPr sz="1400">
                <a:solidFill>
                  <a:schemeClr val="bg1"/>
                </a:solidFill>
              </a:defRPr>
            </a:lvl4pPr>
            <a:lvl5pPr marL="2114550" indent="-285750">
              <a:buFont typeface="Arial" panose="020B0604020202020204" pitchFamily="34" charset="0"/>
              <a:buChar char="•"/>
              <a:defRPr sz="1400">
                <a:solidFill>
                  <a:schemeClr val="bg1"/>
                </a:solidFill>
              </a:defRPr>
            </a:lvl5pPr>
          </a:lstStyle>
          <a:p>
            <a:pPr lvl="0"/>
            <a:r>
              <a:rPr lang="en-US" noProof="0"/>
              <a:t>Edit Master text styles</a:t>
            </a:r>
          </a:p>
          <a:p>
            <a:pPr lvl="1"/>
            <a:r>
              <a:rPr lang="en-US" noProof="0"/>
              <a:t>Second level</a:t>
            </a:r>
          </a:p>
          <a:p>
            <a:pPr lvl="2"/>
            <a:r>
              <a:rPr lang="en-US" noProof="0"/>
              <a:t>Third level</a:t>
            </a:r>
          </a:p>
          <a:p>
            <a:pPr lvl="3"/>
            <a:r>
              <a:rPr lang="en-US" noProof="0"/>
              <a:t>Fourth level</a:t>
            </a:r>
          </a:p>
          <a:p>
            <a:pPr lvl="4"/>
            <a:r>
              <a:rPr lang="en-US" noProof="0"/>
              <a:t>Fifth level</a:t>
            </a:r>
          </a:p>
        </p:txBody>
      </p:sp>
      <p:sp>
        <p:nvSpPr>
          <p:cNvPr id="21" name="Content Placeholder 3">
            <a:extLst>
              <a:ext uri="{FF2B5EF4-FFF2-40B4-BE49-F238E27FC236}">
                <a16:creationId xmlns:a16="http://schemas.microsoft.com/office/drawing/2014/main" id="{78622754-CA4D-4C27-A37F-B26E7B4C9CA2}"/>
              </a:ext>
            </a:extLst>
          </p:cNvPr>
          <p:cNvSpPr>
            <a:spLocks noGrp="1"/>
          </p:cNvSpPr>
          <p:nvPr>
            <p:ph sz="half" idx="2"/>
          </p:nvPr>
        </p:nvSpPr>
        <p:spPr>
          <a:xfrm>
            <a:off x="6474163" y="1517715"/>
            <a:ext cx="5184437" cy="4659248"/>
          </a:xfrm>
        </p:spPr>
        <p:txBody>
          <a:bodyPr>
            <a:normAutofit/>
          </a:bodyPr>
          <a:lstStyle>
            <a:lvl1pPr>
              <a:defRPr sz="2000">
                <a:solidFill>
                  <a:schemeClr val="bg1"/>
                </a:solidFill>
              </a:defRPr>
            </a:lvl1pPr>
            <a:lvl2pPr>
              <a:defRPr sz="1800">
                <a:solidFill>
                  <a:schemeClr val="bg1"/>
                </a:solidFill>
              </a:defRPr>
            </a:lvl2pPr>
            <a:lvl3pPr>
              <a:defRPr sz="1600">
                <a:solidFill>
                  <a:schemeClr val="bg1"/>
                </a:solidFill>
              </a:defRPr>
            </a:lvl3pPr>
            <a:lvl4pPr>
              <a:defRPr sz="1400">
                <a:solidFill>
                  <a:schemeClr val="bg1"/>
                </a:solidFill>
              </a:defRPr>
            </a:lvl4pPr>
            <a:lvl5pPr>
              <a:defRPr sz="1400">
                <a:solidFill>
                  <a:schemeClr val="bg1"/>
                </a:solidFill>
              </a:defRPr>
            </a:lvl5pPr>
          </a:lstStyle>
          <a:p>
            <a:pPr lvl="0"/>
            <a:r>
              <a:rPr lang="en-US" noProof="0"/>
              <a:t>Edit Master text styles</a:t>
            </a:r>
          </a:p>
          <a:p>
            <a:pPr lvl="1"/>
            <a:r>
              <a:rPr lang="en-US" noProof="0"/>
              <a:t>Second level</a:t>
            </a:r>
          </a:p>
          <a:p>
            <a:pPr lvl="2"/>
            <a:r>
              <a:rPr lang="en-US" noProof="0"/>
              <a:t>Third level</a:t>
            </a:r>
          </a:p>
          <a:p>
            <a:pPr lvl="3"/>
            <a:r>
              <a:rPr lang="en-US" noProof="0"/>
              <a:t>Fourth level</a:t>
            </a:r>
          </a:p>
          <a:p>
            <a:pPr lvl="4"/>
            <a:r>
              <a:rPr lang="en-US" noProof="0"/>
              <a:t>Fifth level</a:t>
            </a:r>
          </a:p>
        </p:txBody>
      </p:sp>
    </p:spTree>
    <p:extLst>
      <p:ext uri="{BB962C8B-B14F-4D97-AF65-F5344CB8AC3E}">
        <p14:creationId xmlns:p14="http://schemas.microsoft.com/office/powerpoint/2010/main" val="999597857"/>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preserve="1" userDrawn="1">
  <p:cSld name="5 Category">
    <p:bg>
      <p:bgPr>
        <a:solidFill>
          <a:schemeClr val="accent2"/>
        </a:solidFill>
        <a:effectLst/>
      </p:bgPr>
    </p:bg>
    <p:spTree>
      <p:nvGrpSpPr>
        <p:cNvPr id="1" name=""/>
        <p:cNvGrpSpPr/>
        <p:nvPr/>
      </p:nvGrpSpPr>
      <p:grpSpPr>
        <a:xfrm>
          <a:off x="0" y="0"/>
          <a:ext cx="0" cy="0"/>
          <a:chOff x="0" y="0"/>
          <a:chExt cx="0" cy="0"/>
        </a:xfrm>
      </p:grpSpPr>
      <p:sp>
        <p:nvSpPr>
          <p:cNvPr id="11" name="Rectangle 10">
            <a:extLst>
              <a:ext uri="{FF2B5EF4-FFF2-40B4-BE49-F238E27FC236}">
                <a16:creationId xmlns:a16="http://schemas.microsoft.com/office/drawing/2014/main" id="{EB3E033F-4449-40FA-BC85-BD2712D313DD}"/>
              </a:ext>
            </a:extLst>
          </p:cNvPr>
          <p:cNvSpPr/>
          <p:nvPr userDrawn="1"/>
        </p:nvSpPr>
        <p:spPr>
          <a:xfrm>
            <a:off x="0" y="0"/>
            <a:ext cx="12192000" cy="6884191"/>
          </a:xfrm>
          <a:prstGeom prst="rect">
            <a:avLst/>
          </a:prstGeom>
          <a:solidFill>
            <a:schemeClr val="accent2">
              <a:lumMod val="75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noProof="0" dirty="0"/>
          </a:p>
        </p:txBody>
      </p:sp>
      <p:sp>
        <p:nvSpPr>
          <p:cNvPr id="10" name="Freeform: Shape 9">
            <a:extLst>
              <a:ext uri="{FF2B5EF4-FFF2-40B4-BE49-F238E27FC236}">
                <a16:creationId xmlns:a16="http://schemas.microsoft.com/office/drawing/2014/main" id="{63D26743-0505-444C-80B3-E88EE87DF72B}"/>
              </a:ext>
            </a:extLst>
          </p:cNvPr>
          <p:cNvSpPr/>
          <p:nvPr userDrawn="1"/>
        </p:nvSpPr>
        <p:spPr>
          <a:xfrm>
            <a:off x="0" y="0"/>
            <a:ext cx="12192001" cy="6884191"/>
          </a:xfrm>
          <a:custGeom>
            <a:avLst/>
            <a:gdLst>
              <a:gd name="connsiteX0" fmla="*/ 0 w 12192001"/>
              <a:gd name="connsiteY0" fmla="*/ 0 h 6884191"/>
              <a:gd name="connsiteX1" fmla="*/ 7540222 w 12192001"/>
              <a:gd name="connsiteY1" fmla="*/ 0 h 6884191"/>
              <a:gd name="connsiteX2" fmla="*/ 10260629 w 12192001"/>
              <a:gd name="connsiteY2" fmla="*/ 2725573 h 6884191"/>
              <a:gd name="connsiteX3" fmla="*/ 11286710 w 12192001"/>
              <a:gd name="connsiteY3" fmla="*/ 2725573 h 6884191"/>
              <a:gd name="connsiteX4" fmla="*/ 12192000 w 12192001"/>
              <a:gd name="connsiteY4" fmla="*/ 3632581 h 6884191"/>
              <a:gd name="connsiteX5" fmla="*/ 12192001 w 12192001"/>
              <a:gd name="connsiteY5" fmla="*/ 6884191 h 6884191"/>
              <a:gd name="connsiteX6" fmla="*/ 0 w 12192001"/>
              <a:gd name="connsiteY6" fmla="*/ 6884191 h 6884191"/>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Lst>
            <a:rect l="l" t="t" r="r" b="b"/>
            <a:pathLst>
              <a:path w="12192001" h="6884191">
                <a:moveTo>
                  <a:pt x="0" y="0"/>
                </a:moveTo>
                <a:lnTo>
                  <a:pt x="7540222" y="0"/>
                </a:lnTo>
                <a:lnTo>
                  <a:pt x="10260629" y="2725573"/>
                </a:lnTo>
                <a:lnTo>
                  <a:pt x="11286710" y="2725573"/>
                </a:lnTo>
                <a:lnTo>
                  <a:pt x="12192000" y="3632581"/>
                </a:lnTo>
                <a:lnTo>
                  <a:pt x="12192001" y="6884191"/>
                </a:lnTo>
                <a:lnTo>
                  <a:pt x="0" y="6884191"/>
                </a:lnTo>
                <a:close/>
              </a:path>
            </a:pathLst>
          </a:custGeom>
          <a:solidFill>
            <a:schemeClr val="accent2">
              <a:alpha val="74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wrap="square" rtlCol="0" anchor="ctr">
            <a:noAutofit/>
          </a:bodyPr>
          <a:lstStyle/>
          <a:p>
            <a:pPr algn="ctr"/>
            <a:endParaRPr lang="en-US" noProof="0" dirty="0"/>
          </a:p>
        </p:txBody>
      </p:sp>
      <p:sp>
        <p:nvSpPr>
          <p:cNvPr id="18" name="Freeform: Shape 17">
            <a:extLst>
              <a:ext uri="{FF2B5EF4-FFF2-40B4-BE49-F238E27FC236}">
                <a16:creationId xmlns:a16="http://schemas.microsoft.com/office/drawing/2014/main" id="{E37145E9-AC61-47D5-9288-8789940F81B6}"/>
              </a:ext>
            </a:extLst>
          </p:cNvPr>
          <p:cNvSpPr/>
          <p:nvPr userDrawn="1"/>
        </p:nvSpPr>
        <p:spPr>
          <a:xfrm rot="16200000" flipV="1">
            <a:off x="2964809" y="-2364446"/>
            <a:ext cx="6862744" cy="11591639"/>
          </a:xfrm>
          <a:custGeom>
            <a:avLst/>
            <a:gdLst>
              <a:gd name="connsiteX0" fmla="*/ 6862744 w 6862744"/>
              <a:gd name="connsiteY0" fmla="*/ 11591639 h 11591639"/>
              <a:gd name="connsiteX1" fmla="*/ 6862744 w 6862744"/>
              <a:gd name="connsiteY1" fmla="*/ 5240223 h 11591639"/>
              <a:gd name="connsiteX2" fmla="*/ 4145656 w 6862744"/>
              <a:gd name="connsiteY2" fmla="*/ 5240223 h 11591639"/>
              <a:gd name="connsiteX3" fmla="*/ 4145656 w 6862744"/>
              <a:gd name="connsiteY3" fmla="*/ 5240222 h 11591639"/>
              <a:gd name="connsiteX4" fmla="*/ 6862744 w 6862744"/>
              <a:gd name="connsiteY4" fmla="*/ 5240222 h 11591639"/>
              <a:gd name="connsiteX5" fmla="*/ 4145656 w 6862744"/>
              <a:gd name="connsiteY5" fmla="*/ 2519152 h 11591639"/>
              <a:gd name="connsiteX6" fmla="*/ 4145656 w 6862744"/>
              <a:gd name="connsiteY6" fmla="*/ 1367198 h 11591639"/>
              <a:gd name="connsiteX7" fmla="*/ 2775863 w 6862744"/>
              <a:gd name="connsiteY7" fmla="*/ 0 h 11591639"/>
              <a:gd name="connsiteX8" fmla="*/ 0 w 6862744"/>
              <a:gd name="connsiteY8" fmla="*/ 0 h 11591639"/>
              <a:gd name="connsiteX9" fmla="*/ 0 w 6862744"/>
              <a:gd name="connsiteY9" fmla="*/ 11591639 h 11591639"/>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Lst>
            <a:rect l="l" t="t" r="r" b="b"/>
            <a:pathLst>
              <a:path w="6862744" h="11591639">
                <a:moveTo>
                  <a:pt x="6862744" y="11591639"/>
                </a:moveTo>
                <a:lnTo>
                  <a:pt x="6862744" y="5240223"/>
                </a:lnTo>
                <a:lnTo>
                  <a:pt x="4145656" y="5240223"/>
                </a:lnTo>
                <a:lnTo>
                  <a:pt x="4145656" y="5240222"/>
                </a:lnTo>
                <a:lnTo>
                  <a:pt x="6862744" y="5240222"/>
                </a:lnTo>
                <a:lnTo>
                  <a:pt x="4145656" y="2519152"/>
                </a:lnTo>
                <a:lnTo>
                  <a:pt x="4145656" y="1367198"/>
                </a:lnTo>
                <a:lnTo>
                  <a:pt x="2775863" y="0"/>
                </a:lnTo>
                <a:lnTo>
                  <a:pt x="0" y="0"/>
                </a:lnTo>
                <a:lnTo>
                  <a:pt x="0" y="11591639"/>
                </a:lnTo>
                <a:close/>
              </a:path>
            </a:pathLst>
          </a:custGeom>
          <a:pattFill prst="wdDnDiag">
            <a:fgClr>
              <a:schemeClr val="accent2"/>
            </a:fgClr>
            <a:bgClr>
              <a:schemeClr val="accent2">
                <a:lumMod val="75000"/>
              </a:schemeClr>
            </a:bgClr>
          </a:pattFill>
          <a:ln>
            <a:noFill/>
          </a:ln>
        </p:spPr>
        <p:style>
          <a:lnRef idx="2">
            <a:schemeClr val="accent1">
              <a:shade val="50000"/>
            </a:schemeClr>
          </a:lnRef>
          <a:fillRef idx="1">
            <a:schemeClr val="accent1"/>
          </a:fillRef>
          <a:effectRef idx="0">
            <a:schemeClr val="accent1"/>
          </a:effectRef>
          <a:fontRef idx="minor">
            <a:schemeClr val="lt1"/>
          </a:fontRef>
        </p:style>
        <p:txBody>
          <a:bodyPr wrap="square" rtlCol="0" anchor="ctr">
            <a:noAutofit/>
          </a:bodyPr>
          <a:lstStyle/>
          <a:p>
            <a:pPr algn="ctr"/>
            <a:endParaRPr lang="en-US" noProof="0" dirty="0"/>
          </a:p>
        </p:txBody>
      </p:sp>
      <p:sp>
        <p:nvSpPr>
          <p:cNvPr id="12" name="Freeform: Shape 11">
            <a:extLst>
              <a:ext uri="{FF2B5EF4-FFF2-40B4-BE49-F238E27FC236}">
                <a16:creationId xmlns:a16="http://schemas.microsoft.com/office/drawing/2014/main" id="{A5E2B3ED-9A49-40A7-B8A3-62595FE513F9}"/>
              </a:ext>
            </a:extLst>
          </p:cNvPr>
          <p:cNvSpPr/>
          <p:nvPr userDrawn="1"/>
        </p:nvSpPr>
        <p:spPr>
          <a:xfrm rot="16200000" flipV="1">
            <a:off x="2664629" y="-2664627"/>
            <a:ext cx="6862744" cy="12192000"/>
          </a:xfrm>
          <a:custGeom>
            <a:avLst/>
            <a:gdLst>
              <a:gd name="connsiteX0" fmla="*/ 6849744 w 6849744"/>
              <a:gd name="connsiteY0" fmla="*/ 12192000 h 12192000"/>
              <a:gd name="connsiteX1" fmla="*/ 6849744 w 6849744"/>
              <a:gd name="connsiteY1" fmla="*/ 5840584 h 12192000"/>
              <a:gd name="connsiteX2" fmla="*/ 4137803 w 6849744"/>
              <a:gd name="connsiteY2" fmla="*/ 5840584 h 12192000"/>
              <a:gd name="connsiteX3" fmla="*/ 4137803 w 6849744"/>
              <a:gd name="connsiteY3" fmla="*/ 5840583 h 12192000"/>
              <a:gd name="connsiteX4" fmla="*/ 6849744 w 6849744"/>
              <a:gd name="connsiteY4" fmla="*/ 5840583 h 12192000"/>
              <a:gd name="connsiteX5" fmla="*/ 4137803 w 6849744"/>
              <a:gd name="connsiteY5" fmla="*/ 3119513 h 12192000"/>
              <a:gd name="connsiteX6" fmla="*/ 4137803 w 6849744"/>
              <a:gd name="connsiteY6" fmla="*/ 1967559 h 12192000"/>
              <a:gd name="connsiteX7" fmla="*/ 2170243 w 6849744"/>
              <a:gd name="connsiteY7" fmla="*/ 0 h 12192000"/>
              <a:gd name="connsiteX8" fmla="*/ 0 w 6849744"/>
              <a:gd name="connsiteY8" fmla="*/ 0 h 12192000"/>
              <a:gd name="connsiteX9" fmla="*/ 0 w 6849744"/>
              <a:gd name="connsiteY9" fmla="*/ 12192000 h 12192000"/>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Lst>
            <a:rect l="l" t="t" r="r" b="b"/>
            <a:pathLst>
              <a:path w="6849744" h="12192000">
                <a:moveTo>
                  <a:pt x="6849744" y="12192000"/>
                </a:moveTo>
                <a:lnTo>
                  <a:pt x="6849744" y="5840584"/>
                </a:lnTo>
                <a:lnTo>
                  <a:pt x="4137803" y="5840584"/>
                </a:lnTo>
                <a:lnTo>
                  <a:pt x="4137803" y="5840583"/>
                </a:lnTo>
                <a:lnTo>
                  <a:pt x="6849744" y="5840583"/>
                </a:lnTo>
                <a:lnTo>
                  <a:pt x="4137803" y="3119513"/>
                </a:lnTo>
                <a:lnTo>
                  <a:pt x="4137803" y="1967559"/>
                </a:lnTo>
                <a:lnTo>
                  <a:pt x="2170243" y="0"/>
                </a:lnTo>
                <a:lnTo>
                  <a:pt x="0" y="0"/>
                </a:lnTo>
                <a:lnTo>
                  <a:pt x="0" y="12192000"/>
                </a:lnTo>
                <a:close/>
              </a:path>
            </a:pathLst>
          </a:custGeom>
          <a:pattFill prst="wdUpDiag">
            <a:fgClr>
              <a:schemeClr val="accent2"/>
            </a:fgClr>
            <a:bgClr>
              <a:schemeClr val="accent2">
                <a:lumMod val="50000"/>
              </a:schemeClr>
            </a:bgClr>
          </a:patt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noProof="0" dirty="0"/>
          </a:p>
        </p:txBody>
      </p:sp>
      <p:sp>
        <p:nvSpPr>
          <p:cNvPr id="8" name="Freeform: Shape 7">
            <a:extLst>
              <a:ext uri="{FF2B5EF4-FFF2-40B4-BE49-F238E27FC236}">
                <a16:creationId xmlns:a16="http://schemas.microsoft.com/office/drawing/2014/main" id="{1599AF7E-3E34-4597-AA72-9373A7FDB020}"/>
              </a:ext>
            </a:extLst>
          </p:cNvPr>
          <p:cNvSpPr/>
          <p:nvPr userDrawn="1"/>
        </p:nvSpPr>
        <p:spPr>
          <a:xfrm rot="16200000" flipV="1">
            <a:off x="2664628" y="-2664627"/>
            <a:ext cx="6862744" cy="12192000"/>
          </a:xfrm>
          <a:custGeom>
            <a:avLst/>
            <a:gdLst>
              <a:gd name="connsiteX0" fmla="*/ 6849744 w 6849744"/>
              <a:gd name="connsiteY0" fmla="*/ 12192000 h 12192000"/>
              <a:gd name="connsiteX1" fmla="*/ 6849744 w 6849744"/>
              <a:gd name="connsiteY1" fmla="*/ 5840584 h 12192000"/>
              <a:gd name="connsiteX2" fmla="*/ 4137803 w 6849744"/>
              <a:gd name="connsiteY2" fmla="*/ 5840584 h 12192000"/>
              <a:gd name="connsiteX3" fmla="*/ 4137803 w 6849744"/>
              <a:gd name="connsiteY3" fmla="*/ 5840583 h 12192000"/>
              <a:gd name="connsiteX4" fmla="*/ 6849744 w 6849744"/>
              <a:gd name="connsiteY4" fmla="*/ 5840583 h 12192000"/>
              <a:gd name="connsiteX5" fmla="*/ 4137803 w 6849744"/>
              <a:gd name="connsiteY5" fmla="*/ 3119513 h 12192000"/>
              <a:gd name="connsiteX6" fmla="*/ 4137803 w 6849744"/>
              <a:gd name="connsiteY6" fmla="*/ 1967559 h 12192000"/>
              <a:gd name="connsiteX7" fmla="*/ 2170243 w 6849744"/>
              <a:gd name="connsiteY7" fmla="*/ 0 h 12192000"/>
              <a:gd name="connsiteX8" fmla="*/ 0 w 6849744"/>
              <a:gd name="connsiteY8" fmla="*/ 0 h 12192000"/>
              <a:gd name="connsiteX9" fmla="*/ 0 w 6849744"/>
              <a:gd name="connsiteY9" fmla="*/ 12192000 h 12192000"/>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Lst>
            <a:rect l="l" t="t" r="r" b="b"/>
            <a:pathLst>
              <a:path w="6849744" h="12192000">
                <a:moveTo>
                  <a:pt x="6849744" y="12192000"/>
                </a:moveTo>
                <a:lnTo>
                  <a:pt x="6849744" y="5840584"/>
                </a:lnTo>
                <a:lnTo>
                  <a:pt x="4137803" y="5840584"/>
                </a:lnTo>
                <a:lnTo>
                  <a:pt x="4137803" y="5840583"/>
                </a:lnTo>
                <a:lnTo>
                  <a:pt x="6849744" y="5840583"/>
                </a:lnTo>
                <a:lnTo>
                  <a:pt x="4137803" y="3119513"/>
                </a:lnTo>
                <a:lnTo>
                  <a:pt x="4137803" y="1967559"/>
                </a:lnTo>
                <a:lnTo>
                  <a:pt x="2170243" y="0"/>
                </a:lnTo>
                <a:lnTo>
                  <a:pt x="0" y="0"/>
                </a:lnTo>
                <a:lnTo>
                  <a:pt x="0" y="12192000"/>
                </a:lnTo>
                <a:close/>
              </a:path>
            </a:pathLst>
          </a:custGeom>
          <a:solidFill>
            <a:schemeClr val="accent1">
              <a:lumMod val="50000"/>
              <a:alpha val="90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noProof="0" dirty="0"/>
          </a:p>
        </p:txBody>
      </p:sp>
      <p:sp>
        <p:nvSpPr>
          <p:cNvPr id="2" name="Title 1">
            <a:extLst>
              <a:ext uri="{FF2B5EF4-FFF2-40B4-BE49-F238E27FC236}">
                <a16:creationId xmlns:a16="http://schemas.microsoft.com/office/drawing/2014/main" id="{4A2DF563-7FAC-46B3-B24C-7E45CD89DA2B}"/>
              </a:ext>
            </a:extLst>
          </p:cNvPr>
          <p:cNvSpPr>
            <a:spLocks noGrp="1"/>
          </p:cNvSpPr>
          <p:nvPr>
            <p:ph type="title"/>
          </p:nvPr>
        </p:nvSpPr>
        <p:spPr>
          <a:xfrm>
            <a:off x="444500" y="542925"/>
            <a:ext cx="11214100" cy="535531"/>
          </a:xfrm>
        </p:spPr>
        <p:txBody>
          <a:bodyPr vert="horz" wrap="square" lIns="91440" tIns="45720" rIns="91440" bIns="45720" rtlCol="0" anchor="t">
            <a:spAutoFit/>
          </a:bodyPr>
          <a:lstStyle>
            <a:lvl1pPr>
              <a:defRPr lang="en-GB" sz="3200" b="1" spc="-70" baseline="0" dirty="0">
                <a:solidFill>
                  <a:schemeClr val="bg1"/>
                </a:solidFill>
                <a:latin typeface="+mj-lt"/>
              </a:defRPr>
            </a:lvl1pPr>
          </a:lstStyle>
          <a:p>
            <a:pPr lvl="0"/>
            <a:r>
              <a:rPr lang="en-US" noProof="0"/>
              <a:t>Click to edit Master title style</a:t>
            </a:r>
          </a:p>
        </p:txBody>
      </p:sp>
      <p:grpSp>
        <p:nvGrpSpPr>
          <p:cNvPr id="15" name="Group 14">
            <a:extLst>
              <a:ext uri="{FF2B5EF4-FFF2-40B4-BE49-F238E27FC236}">
                <a16:creationId xmlns:a16="http://schemas.microsoft.com/office/drawing/2014/main" id="{7732E1E7-45E3-4264-8F26-66758696DD1E}"/>
              </a:ext>
            </a:extLst>
          </p:cNvPr>
          <p:cNvGrpSpPr/>
          <p:nvPr userDrawn="1"/>
        </p:nvGrpSpPr>
        <p:grpSpPr>
          <a:xfrm rot="16200000">
            <a:off x="499388" y="-322655"/>
            <a:ext cx="535531" cy="645309"/>
            <a:chOff x="10945855" y="7317026"/>
            <a:chExt cx="2483924" cy="2993104"/>
          </a:xfrm>
        </p:grpSpPr>
        <p:sp>
          <p:nvSpPr>
            <p:cNvPr id="16" name="Freeform: Shape 15">
              <a:extLst>
                <a:ext uri="{FF2B5EF4-FFF2-40B4-BE49-F238E27FC236}">
                  <a16:creationId xmlns:a16="http://schemas.microsoft.com/office/drawing/2014/main" id="{2E3DF883-8093-49FA-81E1-E5D77F086A25}"/>
                </a:ext>
              </a:extLst>
            </p:cNvPr>
            <p:cNvSpPr/>
            <p:nvPr/>
          </p:nvSpPr>
          <p:spPr>
            <a:xfrm rot="2700000">
              <a:off x="10945855" y="7826207"/>
              <a:ext cx="2483923" cy="2483924"/>
            </a:xfrm>
            <a:custGeom>
              <a:avLst/>
              <a:gdLst>
                <a:gd name="connsiteX0" fmla="*/ 754341 w 754341"/>
                <a:gd name="connsiteY0" fmla="*/ 754341 h 754341"/>
                <a:gd name="connsiteX1" fmla="*/ 0 w 754341"/>
                <a:gd name="connsiteY1" fmla="*/ 754341 h 754341"/>
                <a:gd name="connsiteX2" fmla="*/ 0 w 754341"/>
                <a:gd name="connsiteY2" fmla="*/ 0 h 754341"/>
              </a:gdLst>
              <a:ahLst/>
              <a:cxnLst>
                <a:cxn ang="0">
                  <a:pos x="connsiteX0" y="connsiteY0"/>
                </a:cxn>
                <a:cxn ang="0">
                  <a:pos x="connsiteX1" y="connsiteY1"/>
                </a:cxn>
                <a:cxn ang="0">
                  <a:pos x="connsiteX2" y="connsiteY2"/>
                </a:cxn>
              </a:cxnLst>
              <a:rect l="l" t="t" r="r" b="b"/>
              <a:pathLst>
                <a:path w="754341" h="754341">
                  <a:moveTo>
                    <a:pt x="754341" y="754341"/>
                  </a:moveTo>
                  <a:lnTo>
                    <a:pt x="0" y="754341"/>
                  </a:lnTo>
                  <a:lnTo>
                    <a:pt x="0" y="0"/>
                  </a:lnTo>
                  <a:close/>
                </a:path>
              </a:pathLst>
            </a:custGeom>
            <a:solidFill>
              <a:schemeClr val="accent1">
                <a:lumMod val="50000"/>
              </a:schemeClr>
            </a:solidFill>
            <a:ln>
              <a:noFill/>
            </a:ln>
            <a:effectLst/>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noProof="0" dirty="0"/>
            </a:p>
          </p:txBody>
        </p:sp>
        <p:sp>
          <p:nvSpPr>
            <p:cNvPr id="17" name="Freeform: Shape 16">
              <a:extLst>
                <a:ext uri="{FF2B5EF4-FFF2-40B4-BE49-F238E27FC236}">
                  <a16:creationId xmlns:a16="http://schemas.microsoft.com/office/drawing/2014/main" id="{18944C90-37E5-4BBE-89FF-060627168050}"/>
                </a:ext>
              </a:extLst>
            </p:cNvPr>
            <p:cNvSpPr/>
            <p:nvPr/>
          </p:nvSpPr>
          <p:spPr>
            <a:xfrm rot="8100000" flipH="1">
              <a:off x="10986797" y="7317026"/>
              <a:ext cx="2402031" cy="2402032"/>
            </a:xfrm>
            <a:custGeom>
              <a:avLst/>
              <a:gdLst>
                <a:gd name="connsiteX0" fmla="*/ 754341 w 754341"/>
                <a:gd name="connsiteY0" fmla="*/ 754341 h 754341"/>
                <a:gd name="connsiteX1" fmla="*/ 0 w 754341"/>
                <a:gd name="connsiteY1" fmla="*/ 754341 h 754341"/>
                <a:gd name="connsiteX2" fmla="*/ 0 w 754341"/>
                <a:gd name="connsiteY2" fmla="*/ 0 h 754341"/>
              </a:gdLst>
              <a:ahLst/>
              <a:cxnLst>
                <a:cxn ang="0">
                  <a:pos x="connsiteX0" y="connsiteY0"/>
                </a:cxn>
                <a:cxn ang="0">
                  <a:pos x="connsiteX1" y="connsiteY1"/>
                </a:cxn>
                <a:cxn ang="0">
                  <a:pos x="connsiteX2" y="connsiteY2"/>
                </a:cxn>
              </a:cxnLst>
              <a:rect l="l" t="t" r="r" b="b"/>
              <a:pathLst>
                <a:path w="754341" h="754341">
                  <a:moveTo>
                    <a:pt x="754341" y="754341"/>
                  </a:moveTo>
                  <a:lnTo>
                    <a:pt x="0" y="754341"/>
                  </a:lnTo>
                  <a:lnTo>
                    <a:pt x="0" y="0"/>
                  </a:lnTo>
                  <a:close/>
                </a:path>
              </a:pathLst>
            </a:custGeom>
            <a:pattFill prst="dkHorz">
              <a:fgClr>
                <a:schemeClr val="accent1">
                  <a:lumMod val="60000"/>
                  <a:lumOff val="40000"/>
                </a:schemeClr>
              </a:fgClr>
              <a:bgClr>
                <a:schemeClr val="accent2">
                  <a:lumMod val="50000"/>
                </a:schemeClr>
              </a:bgClr>
            </a:pattFill>
            <a:ln>
              <a:noFill/>
            </a:ln>
            <a:effectLst/>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noProof="0" dirty="0"/>
            </a:p>
          </p:txBody>
        </p:sp>
      </p:grpSp>
      <p:grpSp>
        <p:nvGrpSpPr>
          <p:cNvPr id="6" name="Group 5">
            <a:extLst>
              <a:ext uri="{FF2B5EF4-FFF2-40B4-BE49-F238E27FC236}">
                <a16:creationId xmlns:a16="http://schemas.microsoft.com/office/drawing/2014/main" id="{D9EBF8BB-A805-4DDB-B459-082F99815B95}"/>
              </a:ext>
            </a:extLst>
          </p:cNvPr>
          <p:cNvGrpSpPr/>
          <p:nvPr userDrawn="1"/>
        </p:nvGrpSpPr>
        <p:grpSpPr>
          <a:xfrm>
            <a:off x="-1" y="1357409"/>
            <a:ext cx="12192001" cy="4846320"/>
            <a:chOff x="-1" y="1357409"/>
            <a:chExt cx="12192001" cy="4917518"/>
          </a:xfrm>
        </p:grpSpPr>
        <p:sp>
          <p:nvSpPr>
            <p:cNvPr id="19" name="Rectangle: Single Corner Snipped 18">
              <a:extLst>
                <a:ext uri="{FF2B5EF4-FFF2-40B4-BE49-F238E27FC236}">
                  <a16:creationId xmlns:a16="http://schemas.microsoft.com/office/drawing/2014/main" id="{5D638788-DD47-45E7-939A-FA108A818173}"/>
                </a:ext>
              </a:extLst>
            </p:cNvPr>
            <p:cNvSpPr/>
            <p:nvPr userDrawn="1"/>
          </p:nvSpPr>
          <p:spPr>
            <a:xfrm flipV="1">
              <a:off x="-1" y="1357409"/>
              <a:ext cx="12192000" cy="4917518"/>
            </a:xfrm>
            <a:prstGeom prst="snip1Rect">
              <a:avLst>
                <a:gd name="adj" fmla="val 0"/>
              </a:avLst>
            </a:prstGeom>
            <a:pattFill prst="dkVert">
              <a:fgClr>
                <a:srgbClr val="0C4360"/>
              </a:fgClr>
              <a:bgClr>
                <a:schemeClr val="accent2">
                  <a:lumMod val="50000"/>
                </a:schemeClr>
              </a:bgClr>
            </a:patt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noProof="0" dirty="0"/>
            </a:p>
          </p:txBody>
        </p:sp>
        <p:sp>
          <p:nvSpPr>
            <p:cNvPr id="3" name="Rectangle: Single Corner Snipped 2">
              <a:extLst>
                <a:ext uri="{FF2B5EF4-FFF2-40B4-BE49-F238E27FC236}">
                  <a16:creationId xmlns:a16="http://schemas.microsoft.com/office/drawing/2014/main" id="{74BDECEF-EEFE-4332-B3B2-BDE4F82C10FC}"/>
                </a:ext>
              </a:extLst>
            </p:cNvPr>
            <p:cNvSpPr/>
            <p:nvPr userDrawn="1"/>
          </p:nvSpPr>
          <p:spPr>
            <a:xfrm flipV="1">
              <a:off x="-1" y="1357409"/>
              <a:ext cx="12192001" cy="4917518"/>
            </a:xfrm>
            <a:prstGeom prst="snip1Rect">
              <a:avLst>
                <a:gd name="adj" fmla="val 19670"/>
              </a:avLst>
            </a:prstGeom>
            <a:solidFill>
              <a:schemeClr val="accent1">
                <a:lumMod val="50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noProof="0" dirty="0"/>
            </a:p>
          </p:txBody>
        </p:sp>
      </p:grpSp>
      <p:sp>
        <p:nvSpPr>
          <p:cNvPr id="20" name="Picture Placeholder 8">
            <a:extLst>
              <a:ext uri="{FF2B5EF4-FFF2-40B4-BE49-F238E27FC236}">
                <a16:creationId xmlns:a16="http://schemas.microsoft.com/office/drawing/2014/main" id="{6D00E6B4-1CBE-404E-B943-5F1832320C1C}"/>
              </a:ext>
            </a:extLst>
          </p:cNvPr>
          <p:cNvSpPr>
            <a:spLocks noGrp="1"/>
          </p:cNvSpPr>
          <p:nvPr>
            <p:ph type="pic" sz="quarter" idx="13"/>
          </p:nvPr>
        </p:nvSpPr>
        <p:spPr>
          <a:xfrm>
            <a:off x="978212" y="2096716"/>
            <a:ext cx="1259505" cy="1259505"/>
          </a:xfrm>
          <a:prstGeom prst="ellipse">
            <a:avLst/>
          </a:prstGeom>
          <a:pattFill prst="wdUpDiag">
            <a:fgClr>
              <a:srgbClr val="0C4360"/>
            </a:fgClr>
            <a:bgClr>
              <a:schemeClr val="accent1">
                <a:lumMod val="50000"/>
              </a:schemeClr>
            </a:bgClr>
          </a:pattFill>
          <a:ln w="38100">
            <a:solidFill>
              <a:schemeClr val="accent2"/>
            </a:solidFill>
          </a:ln>
        </p:spPr>
        <p:txBody>
          <a:bodyPr/>
          <a:lstStyle>
            <a:lvl1pPr marL="0" indent="0">
              <a:buNone/>
              <a:defRPr>
                <a:solidFill>
                  <a:schemeClr val="tx1">
                    <a:alpha val="0"/>
                  </a:schemeClr>
                </a:solidFill>
              </a:defRPr>
            </a:lvl1pPr>
          </a:lstStyle>
          <a:p>
            <a:r>
              <a:rPr lang="en-US" noProof="0"/>
              <a:t>Click icon to add picture</a:t>
            </a:r>
            <a:endParaRPr lang="en-US" noProof="0" dirty="0"/>
          </a:p>
        </p:txBody>
      </p:sp>
      <p:sp>
        <p:nvSpPr>
          <p:cNvPr id="21" name="Picture Placeholder 8">
            <a:extLst>
              <a:ext uri="{FF2B5EF4-FFF2-40B4-BE49-F238E27FC236}">
                <a16:creationId xmlns:a16="http://schemas.microsoft.com/office/drawing/2014/main" id="{7CD59BFD-62BE-4E33-92A5-B84A2A9A8D3B}"/>
              </a:ext>
            </a:extLst>
          </p:cNvPr>
          <p:cNvSpPr>
            <a:spLocks noGrp="1"/>
          </p:cNvSpPr>
          <p:nvPr>
            <p:ph type="pic" sz="quarter" idx="14"/>
          </p:nvPr>
        </p:nvSpPr>
        <p:spPr>
          <a:xfrm>
            <a:off x="3222230" y="2096716"/>
            <a:ext cx="1259505" cy="1259505"/>
          </a:xfrm>
          <a:prstGeom prst="ellipse">
            <a:avLst/>
          </a:prstGeom>
          <a:pattFill prst="wdUpDiag">
            <a:fgClr>
              <a:srgbClr val="0C4360"/>
            </a:fgClr>
            <a:bgClr>
              <a:schemeClr val="accent1">
                <a:lumMod val="50000"/>
              </a:schemeClr>
            </a:bgClr>
          </a:pattFill>
          <a:ln w="38100">
            <a:solidFill>
              <a:schemeClr val="accent2"/>
            </a:solidFill>
          </a:ln>
        </p:spPr>
        <p:txBody>
          <a:bodyPr/>
          <a:lstStyle>
            <a:lvl1pPr marL="0" indent="0">
              <a:buNone/>
              <a:defRPr>
                <a:solidFill>
                  <a:schemeClr val="tx1">
                    <a:alpha val="0"/>
                  </a:schemeClr>
                </a:solidFill>
              </a:defRPr>
            </a:lvl1pPr>
          </a:lstStyle>
          <a:p>
            <a:r>
              <a:rPr lang="en-US" noProof="0"/>
              <a:t>Click icon to add picture</a:t>
            </a:r>
            <a:endParaRPr lang="en-US" noProof="0" dirty="0"/>
          </a:p>
        </p:txBody>
      </p:sp>
      <p:sp>
        <p:nvSpPr>
          <p:cNvPr id="22" name="Picture Placeholder 8">
            <a:extLst>
              <a:ext uri="{FF2B5EF4-FFF2-40B4-BE49-F238E27FC236}">
                <a16:creationId xmlns:a16="http://schemas.microsoft.com/office/drawing/2014/main" id="{60DC5978-55B8-421D-91B4-29F8210A7B2C}"/>
              </a:ext>
            </a:extLst>
          </p:cNvPr>
          <p:cNvSpPr>
            <a:spLocks noGrp="1"/>
          </p:cNvSpPr>
          <p:nvPr>
            <p:ph type="pic" sz="quarter" idx="15"/>
          </p:nvPr>
        </p:nvSpPr>
        <p:spPr>
          <a:xfrm>
            <a:off x="5466248" y="2096716"/>
            <a:ext cx="1259505" cy="1259505"/>
          </a:xfrm>
          <a:prstGeom prst="ellipse">
            <a:avLst/>
          </a:prstGeom>
          <a:pattFill prst="wdUpDiag">
            <a:fgClr>
              <a:srgbClr val="0C4360"/>
            </a:fgClr>
            <a:bgClr>
              <a:schemeClr val="accent1">
                <a:lumMod val="50000"/>
              </a:schemeClr>
            </a:bgClr>
          </a:pattFill>
          <a:ln w="38100">
            <a:solidFill>
              <a:schemeClr val="accent2"/>
            </a:solidFill>
          </a:ln>
        </p:spPr>
        <p:txBody>
          <a:bodyPr/>
          <a:lstStyle>
            <a:lvl1pPr marL="0" indent="0">
              <a:buNone/>
              <a:defRPr>
                <a:solidFill>
                  <a:schemeClr val="tx1">
                    <a:alpha val="0"/>
                  </a:schemeClr>
                </a:solidFill>
              </a:defRPr>
            </a:lvl1pPr>
          </a:lstStyle>
          <a:p>
            <a:r>
              <a:rPr lang="en-US" noProof="0"/>
              <a:t>Click icon to add picture</a:t>
            </a:r>
            <a:endParaRPr lang="en-US" noProof="0" dirty="0"/>
          </a:p>
        </p:txBody>
      </p:sp>
      <p:sp>
        <p:nvSpPr>
          <p:cNvPr id="23" name="Picture Placeholder 8">
            <a:extLst>
              <a:ext uri="{FF2B5EF4-FFF2-40B4-BE49-F238E27FC236}">
                <a16:creationId xmlns:a16="http://schemas.microsoft.com/office/drawing/2014/main" id="{BE3FB8C3-2C7E-4C59-8BD5-53FA2772DB56}"/>
              </a:ext>
            </a:extLst>
          </p:cNvPr>
          <p:cNvSpPr>
            <a:spLocks noGrp="1"/>
          </p:cNvSpPr>
          <p:nvPr>
            <p:ph type="pic" sz="quarter" idx="16"/>
          </p:nvPr>
        </p:nvSpPr>
        <p:spPr>
          <a:xfrm>
            <a:off x="7710266" y="2096716"/>
            <a:ext cx="1259505" cy="1259505"/>
          </a:xfrm>
          <a:prstGeom prst="ellipse">
            <a:avLst/>
          </a:prstGeom>
          <a:pattFill prst="wdUpDiag">
            <a:fgClr>
              <a:srgbClr val="0C4360"/>
            </a:fgClr>
            <a:bgClr>
              <a:schemeClr val="accent1">
                <a:lumMod val="50000"/>
              </a:schemeClr>
            </a:bgClr>
          </a:pattFill>
          <a:ln w="38100">
            <a:solidFill>
              <a:schemeClr val="accent2"/>
            </a:solidFill>
          </a:ln>
        </p:spPr>
        <p:txBody>
          <a:bodyPr/>
          <a:lstStyle>
            <a:lvl1pPr marL="0" indent="0">
              <a:buNone/>
              <a:defRPr>
                <a:solidFill>
                  <a:schemeClr val="tx1">
                    <a:alpha val="0"/>
                  </a:schemeClr>
                </a:solidFill>
              </a:defRPr>
            </a:lvl1pPr>
          </a:lstStyle>
          <a:p>
            <a:r>
              <a:rPr lang="en-US" noProof="0"/>
              <a:t>Click icon to add picture</a:t>
            </a:r>
            <a:endParaRPr lang="en-US" noProof="0" dirty="0"/>
          </a:p>
        </p:txBody>
      </p:sp>
      <p:sp>
        <p:nvSpPr>
          <p:cNvPr id="24" name="Picture Placeholder 8">
            <a:extLst>
              <a:ext uri="{FF2B5EF4-FFF2-40B4-BE49-F238E27FC236}">
                <a16:creationId xmlns:a16="http://schemas.microsoft.com/office/drawing/2014/main" id="{FD8FA9DA-C36B-4889-B88F-28B5829E53E2}"/>
              </a:ext>
            </a:extLst>
          </p:cNvPr>
          <p:cNvSpPr>
            <a:spLocks noGrp="1"/>
          </p:cNvSpPr>
          <p:nvPr>
            <p:ph type="pic" sz="quarter" idx="17"/>
          </p:nvPr>
        </p:nvSpPr>
        <p:spPr>
          <a:xfrm>
            <a:off x="9954283" y="2096716"/>
            <a:ext cx="1259505" cy="1259505"/>
          </a:xfrm>
          <a:prstGeom prst="ellipse">
            <a:avLst/>
          </a:prstGeom>
          <a:pattFill prst="wdUpDiag">
            <a:fgClr>
              <a:srgbClr val="0C4360"/>
            </a:fgClr>
            <a:bgClr>
              <a:schemeClr val="accent1">
                <a:lumMod val="50000"/>
              </a:schemeClr>
            </a:bgClr>
          </a:pattFill>
          <a:ln w="38100">
            <a:solidFill>
              <a:schemeClr val="accent2"/>
            </a:solidFill>
          </a:ln>
        </p:spPr>
        <p:txBody>
          <a:bodyPr/>
          <a:lstStyle>
            <a:lvl1pPr marL="0" indent="0">
              <a:buNone/>
              <a:defRPr>
                <a:solidFill>
                  <a:schemeClr val="tx1">
                    <a:alpha val="0"/>
                  </a:schemeClr>
                </a:solidFill>
              </a:defRPr>
            </a:lvl1pPr>
          </a:lstStyle>
          <a:p>
            <a:r>
              <a:rPr lang="en-US" noProof="0"/>
              <a:t>Click icon to add picture</a:t>
            </a:r>
            <a:endParaRPr lang="en-US" noProof="0" dirty="0"/>
          </a:p>
        </p:txBody>
      </p:sp>
      <p:sp>
        <p:nvSpPr>
          <p:cNvPr id="26" name="Text Placeholder 22">
            <a:extLst>
              <a:ext uri="{FF2B5EF4-FFF2-40B4-BE49-F238E27FC236}">
                <a16:creationId xmlns:a16="http://schemas.microsoft.com/office/drawing/2014/main" id="{2A19101D-7C37-42BF-8167-5391EA65EC3A}"/>
              </a:ext>
            </a:extLst>
          </p:cNvPr>
          <p:cNvSpPr>
            <a:spLocks noGrp="1"/>
          </p:cNvSpPr>
          <p:nvPr>
            <p:ph type="body" sz="quarter" idx="18"/>
          </p:nvPr>
        </p:nvSpPr>
        <p:spPr>
          <a:xfrm>
            <a:off x="719894" y="4240093"/>
            <a:ext cx="1776140" cy="1463040"/>
          </a:xfrm>
        </p:spPr>
        <p:txBody>
          <a:bodyPr lIns="0" tIns="0" rIns="0" bIns="0">
            <a:noAutofit/>
          </a:bodyPr>
          <a:lstStyle>
            <a:lvl1pPr marL="0" indent="0" algn="ctr">
              <a:lnSpc>
                <a:spcPct val="100000"/>
              </a:lnSpc>
              <a:spcBef>
                <a:spcPts val="600"/>
              </a:spcBef>
              <a:spcAft>
                <a:spcPts val="400"/>
              </a:spcAft>
              <a:buNone/>
              <a:defRPr sz="1400">
                <a:solidFill>
                  <a:schemeClr val="bg1"/>
                </a:solidFill>
                <a:latin typeface="+mn-lt"/>
                <a:cs typeface="Arial" panose="020B0604020202020204" pitchFamily="34" charset="0"/>
              </a:defRPr>
            </a:lvl1pPr>
            <a:lvl2pPr>
              <a:lnSpc>
                <a:spcPct val="100000"/>
              </a:lnSpc>
              <a:spcBef>
                <a:spcPts val="600"/>
              </a:spcBef>
              <a:spcAft>
                <a:spcPts val="400"/>
              </a:spcAft>
              <a:defRPr sz="1600">
                <a:solidFill>
                  <a:schemeClr val="bg1"/>
                </a:solidFill>
                <a:latin typeface="Arial" panose="020B0604020202020204" pitchFamily="34" charset="0"/>
                <a:cs typeface="Arial" panose="020B0604020202020204" pitchFamily="34" charset="0"/>
              </a:defRPr>
            </a:lvl2pPr>
            <a:lvl3pPr>
              <a:lnSpc>
                <a:spcPct val="100000"/>
              </a:lnSpc>
              <a:spcBef>
                <a:spcPts val="600"/>
              </a:spcBef>
              <a:spcAft>
                <a:spcPts val="400"/>
              </a:spcAft>
              <a:defRPr sz="1400">
                <a:solidFill>
                  <a:schemeClr val="bg1"/>
                </a:solidFill>
                <a:latin typeface="Arial" panose="020B0604020202020204" pitchFamily="34" charset="0"/>
                <a:cs typeface="Arial" panose="020B0604020202020204" pitchFamily="34" charset="0"/>
              </a:defRPr>
            </a:lvl3pPr>
            <a:lvl4pPr>
              <a:defRPr sz="1400">
                <a:solidFill>
                  <a:schemeClr val="bg1"/>
                </a:solidFill>
                <a:latin typeface="Arial" panose="020B0604020202020204" pitchFamily="34" charset="0"/>
                <a:cs typeface="Arial" panose="020B0604020202020204" pitchFamily="34" charset="0"/>
              </a:defRPr>
            </a:lvl4pPr>
            <a:lvl5pPr>
              <a:defRPr sz="1400">
                <a:solidFill>
                  <a:schemeClr val="bg1"/>
                </a:solidFill>
                <a:latin typeface="Arial" panose="020B0604020202020204" pitchFamily="34" charset="0"/>
                <a:cs typeface="Arial" panose="020B0604020202020204" pitchFamily="34" charset="0"/>
              </a:defRPr>
            </a:lvl5pPr>
          </a:lstStyle>
          <a:p>
            <a:pPr lvl="0"/>
            <a:r>
              <a:rPr lang="en-US" noProof="0"/>
              <a:t>Edit Master text styles</a:t>
            </a:r>
          </a:p>
        </p:txBody>
      </p:sp>
      <p:sp>
        <p:nvSpPr>
          <p:cNvPr id="27" name="Text Placeholder 22">
            <a:extLst>
              <a:ext uri="{FF2B5EF4-FFF2-40B4-BE49-F238E27FC236}">
                <a16:creationId xmlns:a16="http://schemas.microsoft.com/office/drawing/2014/main" id="{05F72315-51A9-431C-B80A-45E4FB1D6BD6}"/>
              </a:ext>
            </a:extLst>
          </p:cNvPr>
          <p:cNvSpPr>
            <a:spLocks noGrp="1"/>
          </p:cNvSpPr>
          <p:nvPr>
            <p:ph type="body" sz="quarter" idx="19"/>
          </p:nvPr>
        </p:nvSpPr>
        <p:spPr>
          <a:xfrm>
            <a:off x="2963912" y="4240093"/>
            <a:ext cx="1776140" cy="1463040"/>
          </a:xfrm>
        </p:spPr>
        <p:txBody>
          <a:bodyPr lIns="0" tIns="0" rIns="0" bIns="0">
            <a:noAutofit/>
          </a:bodyPr>
          <a:lstStyle>
            <a:lvl1pPr marL="0" indent="0" algn="ctr">
              <a:lnSpc>
                <a:spcPct val="100000"/>
              </a:lnSpc>
              <a:spcBef>
                <a:spcPts val="600"/>
              </a:spcBef>
              <a:spcAft>
                <a:spcPts val="400"/>
              </a:spcAft>
              <a:buNone/>
              <a:defRPr sz="1400">
                <a:solidFill>
                  <a:schemeClr val="bg1"/>
                </a:solidFill>
                <a:latin typeface="+mn-lt"/>
                <a:cs typeface="Arial" panose="020B0604020202020204" pitchFamily="34" charset="0"/>
              </a:defRPr>
            </a:lvl1pPr>
            <a:lvl2pPr>
              <a:lnSpc>
                <a:spcPct val="100000"/>
              </a:lnSpc>
              <a:spcBef>
                <a:spcPts val="600"/>
              </a:spcBef>
              <a:spcAft>
                <a:spcPts val="400"/>
              </a:spcAft>
              <a:defRPr sz="1600">
                <a:solidFill>
                  <a:schemeClr val="bg1"/>
                </a:solidFill>
                <a:latin typeface="Arial" panose="020B0604020202020204" pitchFamily="34" charset="0"/>
                <a:cs typeface="Arial" panose="020B0604020202020204" pitchFamily="34" charset="0"/>
              </a:defRPr>
            </a:lvl2pPr>
            <a:lvl3pPr>
              <a:lnSpc>
                <a:spcPct val="100000"/>
              </a:lnSpc>
              <a:spcBef>
                <a:spcPts val="600"/>
              </a:spcBef>
              <a:spcAft>
                <a:spcPts val="400"/>
              </a:spcAft>
              <a:defRPr sz="1400">
                <a:solidFill>
                  <a:schemeClr val="bg1"/>
                </a:solidFill>
                <a:latin typeface="Arial" panose="020B0604020202020204" pitchFamily="34" charset="0"/>
                <a:cs typeface="Arial" panose="020B0604020202020204" pitchFamily="34" charset="0"/>
              </a:defRPr>
            </a:lvl3pPr>
            <a:lvl4pPr>
              <a:defRPr sz="1400">
                <a:solidFill>
                  <a:schemeClr val="bg1"/>
                </a:solidFill>
                <a:latin typeface="Arial" panose="020B0604020202020204" pitchFamily="34" charset="0"/>
                <a:cs typeface="Arial" panose="020B0604020202020204" pitchFamily="34" charset="0"/>
              </a:defRPr>
            </a:lvl4pPr>
            <a:lvl5pPr>
              <a:defRPr sz="1400">
                <a:solidFill>
                  <a:schemeClr val="bg1"/>
                </a:solidFill>
                <a:latin typeface="Arial" panose="020B0604020202020204" pitchFamily="34" charset="0"/>
                <a:cs typeface="Arial" panose="020B0604020202020204" pitchFamily="34" charset="0"/>
              </a:defRPr>
            </a:lvl5pPr>
          </a:lstStyle>
          <a:p>
            <a:pPr lvl="0"/>
            <a:r>
              <a:rPr lang="en-US" noProof="0"/>
              <a:t>Edit Master text styles</a:t>
            </a:r>
          </a:p>
        </p:txBody>
      </p:sp>
      <p:sp>
        <p:nvSpPr>
          <p:cNvPr id="28" name="Text Placeholder 22">
            <a:extLst>
              <a:ext uri="{FF2B5EF4-FFF2-40B4-BE49-F238E27FC236}">
                <a16:creationId xmlns:a16="http://schemas.microsoft.com/office/drawing/2014/main" id="{883D1F0C-34F1-46E1-B178-E4AB82B14631}"/>
              </a:ext>
            </a:extLst>
          </p:cNvPr>
          <p:cNvSpPr>
            <a:spLocks noGrp="1"/>
          </p:cNvSpPr>
          <p:nvPr>
            <p:ph type="body" sz="quarter" idx="20"/>
          </p:nvPr>
        </p:nvSpPr>
        <p:spPr>
          <a:xfrm>
            <a:off x="5207930" y="4240093"/>
            <a:ext cx="1776140" cy="1463040"/>
          </a:xfrm>
        </p:spPr>
        <p:txBody>
          <a:bodyPr lIns="0" tIns="0" rIns="0" bIns="0">
            <a:noAutofit/>
          </a:bodyPr>
          <a:lstStyle>
            <a:lvl1pPr marL="0" indent="0" algn="ctr">
              <a:lnSpc>
                <a:spcPct val="100000"/>
              </a:lnSpc>
              <a:spcBef>
                <a:spcPts val="600"/>
              </a:spcBef>
              <a:spcAft>
                <a:spcPts val="400"/>
              </a:spcAft>
              <a:buNone/>
              <a:defRPr sz="1400">
                <a:solidFill>
                  <a:schemeClr val="bg1"/>
                </a:solidFill>
                <a:latin typeface="+mn-lt"/>
                <a:cs typeface="Arial" panose="020B0604020202020204" pitchFamily="34" charset="0"/>
              </a:defRPr>
            </a:lvl1pPr>
            <a:lvl2pPr>
              <a:lnSpc>
                <a:spcPct val="100000"/>
              </a:lnSpc>
              <a:spcBef>
                <a:spcPts val="600"/>
              </a:spcBef>
              <a:spcAft>
                <a:spcPts val="400"/>
              </a:spcAft>
              <a:defRPr sz="1600">
                <a:solidFill>
                  <a:schemeClr val="bg1"/>
                </a:solidFill>
                <a:latin typeface="Arial" panose="020B0604020202020204" pitchFamily="34" charset="0"/>
                <a:cs typeface="Arial" panose="020B0604020202020204" pitchFamily="34" charset="0"/>
              </a:defRPr>
            </a:lvl2pPr>
            <a:lvl3pPr>
              <a:lnSpc>
                <a:spcPct val="100000"/>
              </a:lnSpc>
              <a:spcBef>
                <a:spcPts val="600"/>
              </a:spcBef>
              <a:spcAft>
                <a:spcPts val="400"/>
              </a:spcAft>
              <a:defRPr sz="1400">
                <a:solidFill>
                  <a:schemeClr val="bg1"/>
                </a:solidFill>
                <a:latin typeface="Arial" panose="020B0604020202020204" pitchFamily="34" charset="0"/>
                <a:cs typeface="Arial" panose="020B0604020202020204" pitchFamily="34" charset="0"/>
              </a:defRPr>
            </a:lvl3pPr>
            <a:lvl4pPr>
              <a:defRPr sz="1400">
                <a:solidFill>
                  <a:schemeClr val="bg1"/>
                </a:solidFill>
                <a:latin typeface="Arial" panose="020B0604020202020204" pitchFamily="34" charset="0"/>
                <a:cs typeface="Arial" panose="020B0604020202020204" pitchFamily="34" charset="0"/>
              </a:defRPr>
            </a:lvl4pPr>
            <a:lvl5pPr>
              <a:defRPr sz="1400">
                <a:solidFill>
                  <a:schemeClr val="bg1"/>
                </a:solidFill>
                <a:latin typeface="Arial" panose="020B0604020202020204" pitchFamily="34" charset="0"/>
                <a:cs typeface="Arial" panose="020B0604020202020204" pitchFamily="34" charset="0"/>
              </a:defRPr>
            </a:lvl5pPr>
          </a:lstStyle>
          <a:p>
            <a:pPr lvl="0"/>
            <a:r>
              <a:rPr lang="en-US" noProof="0"/>
              <a:t>Edit Master text styles</a:t>
            </a:r>
          </a:p>
        </p:txBody>
      </p:sp>
      <p:sp>
        <p:nvSpPr>
          <p:cNvPr id="29" name="Text Placeholder 22">
            <a:extLst>
              <a:ext uri="{FF2B5EF4-FFF2-40B4-BE49-F238E27FC236}">
                <a16:creationId xmlns:a16="http://schemas.microsoft.com/office/drawing/2014/main" id="{7202A849-DF14-40E7-B38D-1185F72603EC}"/>
              </a:ext>
            </a:extLst>
          </p:cNvPr>
          <p:cNvSpPr>
            <a:spLocks noGrp="1"/>
          </p:cNvSpPr>
          <p:nvPr>
            <p:ph type="body" sz="quarter" idx="21"/>
          </p:nvPr>
        </p:nvSpPr>
        <p:spPr>
          <a:xfrm>
            <a:off x="7451948" y="4240093"/>
            <a:ext cx="1776140" cy="1463040"/>
          </a:xfrm>
        </p:spPr>
        <p:txBody>
          <a:bodyPr lIns="0" tIns="0" rIns="0" bIns="0">
            <a:noAutofit/>
          </a:bodyPr>
          <a:lstStyle>
            <a:lvl1pPr marL="0" indent="0" algn="ctr">
              <a:lnSpc>
                <a:spcPct val="100000"/>
              </a:lnSpc>
              <a:spcBef>
                <a:spcPts val="600"/>
              </a:spcBef>
              <a:spcAft>
                <a:spcPts val="400"/>
              </a:spcAft>
              <a:buNone/>
              <a:defRPr sz="1400">
                <a:solidFill>
                  <a:schemeClr val="bg1"/>
                </a:solidFill>
                <a:latin typeface="+mn-lt"/>
                <a:cs typeface="Arial" panose="020B0604020202020204" pitchFamily="34" charset="0"/>
              </a:defRPr>
            </a:lvl1pPr>
            <a:lvl2pPr>
              <a:lnSpc>
                <a:spcPct val="100000"/>
              </a:lnSpc>
              <a:spcBef>
                <a:spcPts val="600"/>
              </a:spcBef>
              <a:spcAft>
                <a:spcPts val="400"/>
              </a:spcAft>
              <a:defRPr sz="1600">
                <a:solidFill>
                  <a:schemeClr val="bg1"/>
                </a:solidFill>
                <a:latin typeface="Arial" panose="020B0604020202020204" pitchFamily="34" charset="0"/>
                <a:cs typeface="Arial" panose="020B0604020202020204" pitchFamily="34" charset="0"/>
              </a:defRPr>
            </a:lvl2pPr>
            <a:lvl3pPr>
              <a:lnSpc>
                <a:spcPct val="100000"/>
              </a:lnSpc>
              <a:spcBef>
                <a:spcPts val="600"/>
              </a:spcBef>
              <a:spcAft>
                <a:spcPts val="400"/>
              </a:spcAft>
              <a:defRPr sz="1400">
                <a:solidFill>
                  <a:schemeClr val="bg1"/>
                </a:solidFill>
                <a:latin typeface="Arial" panose="020B0604020202020204" pitchFamily="34" charset="0"/>
                <a:cs typeface="Arial" panose="020B0604020202020204" pitchFamily="34" charset="0"/>
              </a:defRPr>
            </a:lvl3pPr>
            <a:lvl4pPr>
              <a:defRPr sz="1400">
                <a:solidFill>
                  <a:schemeClr val="bg1"/>
                </a:solidFill>
                <a:latin typeface="Arial" panose="020B0604020202020204" pitchFamily="34" charset="0"/>
                <a:cs typeface="Arial" panose="020B0604020202020204" pitchFamily="34" charset="0"/>
              </a:defRPr>
            </a:lvl4pPr>
            <a:lvl5pPr>
              <a:defRPr sz="1400">
                <a:solidFill>
                  <a:schemeClr val="bg1"/>
                </a:solidFill>
                <a:latin typeface="Arial" panose="020B0604020202020204" pitchFamily="34" charset="0"/>
                <a:cs typeface="Arial" panose="020B0604020202020204" pitchFamily="34" charset="0"/>
              </a:defRPr>
            </a:lvl5pPr>
          </a:lstStyle>
          <a:p>
            <a:pPr lvl="0"/>
            <a:r>
              <a:rPr lang="en-US" noProof="0"/>
              <a:t>Edit Master text styles</a:t>
            </a:r>
          </a:p>
        </p:txBody>
      </p:sp>
      <p:sp>
        <p:nvSpPr>
          <p:cNvPr id="30" name="Text Placeholder 22">
            <a:extLst>
              <a:ext uri="{FF2B5EF4-FFF2-40B4-BE49-F238E27FC236}">
                <a16:creationId xmlns:a16="http://schemas.microsoft.com/office/drawing/2014/main" id="{CCFC1ADF-AC11-4CCD-AC2D-478B6FFEA5EA}"/>
              </a:ext>
            </a:extLst>
          </p:cNvPr>
          <p:cNvSpPr>
            <a:spLocks noGrp="1"/>
          </p:cNvSpPr>
          <p:nvPr>
            <p:ph type="body" sz="quarter" idx="22"/>
          </p:nvPr>
        </p:nvSpPr>
        <p:spPr>
          <a:xfrm>
            <a:off x="9695965" y="4240093"/>
            <a:ext cx="1776140" cy="1463040"/>
          </a:xfrm>
        </p:spPr>
        <p:txBody>
          <a:bodyPr lIns="0" tIns="0" rIns="0" bIns="0">
            <a:noAutofit/>
          </a:bodyPr>
          <a:lstStyle>
            <a:lvl1pPr marL="0" indent="0" algn="ctr">
              <a:lnSpc>
                <a:spcPct val="100000"/>
              </a:lnSpc>
              <a:spcBef>
                <a:spcPts val="600"/>
              </a:spcBef>
              <a:spcAft>
                <a:spcPts val="400"/>
              </a:spcAft>
              <a:buNone/>
              <a:defRPr sz="1400">
                <a:solidFill>
                  <a:schemeClr val="bg1"/>
                </a:solidFill>
                <a:latin typeface="+mn-lt"/>
                <a:cs typeface="Arial" panose="020B0604020202020204" pitchFamily="34" charset="0"/>
              </a:defRPr>
            </a:lvl1pPr>
            <a:lvl2pPr>
              <a:lnSpc>
                <a:spcPct val="100000"/>
              </a:lnSpc>
              <a:spcBef>
                <a:spcPts val="600"/>
              </a:spcBef>
              <a:spcAft>
                <a:spcPts val="400"/>
              </a:spcAft>
              <a:defRPr sz="1600">
                <a:solidFill>
                  <a:schemeClr val="bg1"/>
                </a:solidFill>
                <a:latin typeface="Arial" panose="020B0604020202020204" pitchFamily="34" charset="0"/>
                <a:cs typeface="Arial" panose="020B0604020202020204" pitchFamily="34" charset="0"/>
              </a:defRPr>
            </a:lvl2pPr>
            <a:lvl3pPr>
              <a:lnSpc>
                <a:spcPct val="100000"/>
              </a:lnSpc>
              <a:spcBef>
                <a:spcPts val="600"/>
              </a:spcBef>
              <a:spcAft>
                <a:spcPts val="400"/>
              </a:spcAft>
              <a:defRPr sz="1400">
                <a:solidFill>
                  <a:schemeClr val="bg1"/>
                </a:solidFill>
                <a:latin typeface="Arial" panose="020B0604020202020204" pitchFamily="34" charset="0"/>
                <a:cs typeface="Arial" panose="020B0604020202020204" pitchFamily="34" charset="0"/>
              </a:defRPr>
            </a:lvl3pPr>
            <a:lvl4pPr>
              <a:defRPr sz="1400">
                <a:solidFill>
                  <a:schemeClr val="bg1"/>
                </a:solidFill>
                <a:latin typeface="Arial" panose="020B0604020202020204" pitchFamily="34" charset="0"/>
                <a:cs typeface="Arial" panose="020B0604020202020204" pitchFamily="34" charset="0"/>
              </a:defRPr>
            </a:lvl4pPr>
            <a:lvl5pPr>
              <a:defRPr sz="1400">
                <a:solidFill>
                  <a:schemeClr val="bg1"/>
                </a:solidFill>
                <a:latin typeface="Arial" panose="020B0604020202020204" pitchFamily="34" charset="0"/>
                <a:cs typeface="Arial" panose="020B0604020202020204" pitchFamily="34" charset="0"/>
              </a:defRPr>
            </a:lvl5pPr>
          </a:lstStyle>
          <a:p>
            <a:pPr lvl="0"/>
            <a:r>
              <a:rPr lang="en-US" noProof="0"/>
              <a:t>Edit Master text styles</a:t>
            </a:r>
          </a:p>
        </p:txBody>
      </p:sp>
      <p:cxnSp>
        <p:nvCxnSpPr>
          <p:cNvPr id="7" name="Straight Connector 6">
            <a:extLst>
              <a:ext uri="{FF2B5EF4-FFF2-40B4-BE49-F238E27FC236}">
                <a16:creationId xmlns:a16="http://schemas.microsoft.com/office/drawing/2014/main" id="{2B4CB326-DA0E-488E-B236-7017E8438FBB}"/>
              </a:ext>
            </a:extLst>
          </p:cNvPr>
          <p:cNvCxnSpPr/>
          <p:nvPr userDrawn="1"/>
        </p:nvCxnSpPr>
        <p:spPr>
          <a:xfrm>
            <a:off x="1242354" y="3825022"/>
            <a:ext cx="731221" cy="0"/>
          </a:xfrm>
          <a:prstGeom prst="line">
            <a:avLst/>
          </a:prstGeom>
          <a:ln w="38100" cap="rnd">
            <a:solidFill>
              <a:schemeClr val="accent2"/>
            </a:solidFill>
          </a:ln>
        </p:spPr>
        <p:style>
          <a:lnRef idx="1">
            <a:schemeClr val="accent1"/>
          </a:lnRef>
          <a:fillRef idx="0">
            <a:schemeClr val="accent1"/>
          </a:fillRef>
          <a:effectRef idx="0">
            <a:schemeClr val="accent1"/>
          </a:effectRef>
          <a:fontRef idx="minor">
            <a:schemeClr val="tx1"/>
          </a:fontRef>
        </p:style>
      </p:cxnSp>
      <p:cxnSp>
        <p:nvCxnSpPr>
          <p:cNvPr id="31" name="Straight Connector 30">
            <a:extLst>
              <a:ext uri="{FF2B5EF4-FFF2-40B4-BE49-F238E27FC236}">
                <a16:creationId xmlns:a16="http://schemas.microsoft.com/office/drawing/2014/main" id="{9366B533-7212-4A36-9CE2-D6302E721F8F}"/>
              </a:ext>
            </a:extLst>
          </p:cNvPr>
          <p:cNvCxnSpPr/>
          <p:nvPr userDrawn="1"/>
        </p:nvCxnSpPr>
        <p:spPr>
          <a:xfrm>
            <a:off x="3486372" y="3825022"/>
            <a:ext cx="731221" cy="0"/>
          </a:xfrm>
          <a:prstGeom prst="line">
            <a:avLst/>
          </a:prstGeom>
          <a:ln w="38100" cap="rnd">
            <a:solidFill>
              <a:schemeClr val="accent2"/>
            </a:solidFill>
          </a:ln>
        </p:spPr>
        <p:style>
          <a:lnRef idx="1">
            <a:schemeClr val="accent1"/>
          </a:lnRef>
          <a:fillRef idx="0">
            <a:schemeClr val="accent1"/>
          </a:fillRef>
          <a:effectRef idx="0">
            <a:schemeClr val="accent1"/>
          </a:effectRef>
          <a:fontRef idx="minor">
            <a:schemeClr val="tx1"/>
          </a:fontRef>
        </p:style>
      </p:cxnSp>
      <p:cxnSp>
        <p:nvCxnSpPr>
          <p:cNvPr id="32" name="Straight Connector 31">
            <a:extLst>
              <a:ext uri="{FF2B5EF4-FFF2-40B4-BE49-F238E27FC236}">
                <a16:creationId xmlns:a16="http://schemas.microsoft.com/office/drawing/2014/main" id="{AD7474CD-E230-4E14-8274-5E20F673F401}"/>
              </a:ext>
            </a:extLst>
          </p:cNvPr>
          <p:cNvCxnSpPr/>
          <p:nvPr userDrawn="1"/>
        </p:nvCxnSpPr>
        <p:spPr>
          <a:xfrm>
            <a:off x="5730390" y="3825022"/>
            <a:ext cx="731221" cy="0"/>
          </a:xfrm>
          <a:prstGeom prst="line">
            <a:avLst/>
          </a:prstGeom>
          <a:ln w="38100" cap="rnd">
            <a:solidFill>
              <a:schemeClr val="accent2"/>
            </a:solidFill>
          </a:ln>
        </p:spPr>
        <p:style>
          <a:lnRef idx="1">
            <a:schemeClr val="accent1"/>
          </a:lnRef>
          <a:fillRef idx="0">
            <a:schemeClr val="accent1"/>
          </a:fillRef>
          <a:effectRef idx="0">
            <a:schemeClr val="accent1"/>
          </a:effectRef>
          <a:fontRef idx="minor">
            <a:schemeClr val="tx1"/>
          </a:fontRef>
        </p:style>
      </p:cxnSp>
      <p:cxnSp>
        <p:nvCxnSpPr>
          <p:cNvPr id="33" name="Straight Connector 32">
            <a:extLst>
              <a:ext uri="{FF2B5EF4-FFF2-40B4-BE49-F238E27FC236}">
                <a16:creationId xmlns:a16="http://schemas.microsoft.com/office/drawing/2014/main" id="{6BF71FCE-6F39-4D2F-82BE-7D9F1D2ED59F}"/>
              </a:ext>
            </a:extLst>
          </p:cNvPr>
          <p:cNvCxnSpPr/>
          <p:nvPr userDrawn="1"/>
        </p:nvCxnSpPr>
        <p:spPr>
          <a:xfrm>
            <a:off x="7974408" y="3825022"/>
            <a:ext cx="731221" cy="0"/>
          </a:xfrm>
          <a:prstGeom prst="line">
            <a:avLst/>
          </a:prstGeom>
          <a:ln w="38100" cap="rnd">
            <a:solidFill>
              <a:schemeClr val="accent2"/>
            </a:solidFill>
          </a:ln>
        </p:spPr>
        <p:style>
          <a:lnRef idx="1">
            <a:schemeClr val="accent1"/>
          </a:lnRef>
          <a:fillRef idx="0">
            <a:schemeClr val="accent1"/>
          </a:fillRef>
          <a:effectRef idx="0">
            <a:schemeClr val="accent1"/>
          </a:effectRef>
          <a:fontRef idx="minor">
            <a:schemeClr val="tx1"/>
          </a:fontRef>
        </p:style>
      </p:cxnSp>
      <p:cxnSp>
        <p:nvCxnSpPr>
          <p:cNvPr id="34" name="Straight Connector 33">
            <a:extLst>
              <a:ext uri="{FF2B5EF4-FFF2-40B4-BE49-F238E27FC236}">
                <a16:creationId xmlns:a16="http://schemas.microsoft.com/office/drawing/2014/main" id="{AE97AC7A-17D9-4F42-9DD0-94FE4FC6BF19}"/>
              </a:ext>
            </a:extLst>
          </p:cNvPr>
          <p:cNvCxnSpPr/>
          <p:nvPr userDrawn="1"/>
        </p:nvCxnSpPr>
        <p:spPr>
          <a:xfrm>
            <a:off x="10218425" y="3825022"/>
            <a:ext cx="731221" cy="0"/>
          </a:xfrm>
          <a:prstGeom prst="line">
            <a:avLst/>
          </a:prstGeom>
          <a:ln w="38100" cap="rnd">
            <a:solidFill>
              <a:schemeClr val="accent2"/>
            </a:solidFill>
          </a:ln>
        </p:spPr>
        <p:style>
          <a:lnRef idx="1">
            <a:schemeClr val="accent1"/>
          </a:lnRef>
          <a:fillRef idx="0">
            <a:schemeClr val="accent1"/>
          </a:fillRef>
          <a:effectRef idx="0">
            <a:schemeClr val="accent1"/>
          </a:effectRef>
          <a:fontRef idx="minor">
            <a:schemeClr val="tx1"/>
          </a:fontRef>
        </p:style>
      </p:cxnSp>
      <p:sp>
        <p:nvSpPr>
          <p:cNvPr id="35" name="Freeform: Shape 34">
            <a:extLst>
              <a:ext uri="{FF2B5EF4-FFF2-40B4-BE49-F238E27FC236}">
                <a16:creationId xmlns:a16="http://schemas.microsoft.com/office/drawing/2014/main" id="{62EEBF51-DCAD-4335-85E9-52801031A1BF}"/>
              </a:ext>
            </a:extLst>
          </p:cNvPr>
          <p:cNvSpPr/>
          <p:nvPr userDrawn="1"/>
        </p:nvSpPr>
        <p:spPr>
          <a:xfrm flipH="1">
            <a:off x="10782300" y="5448297"/>
            <a:ext cx="1409700" cy="1409703"/>
          </a:xfrm>
          <a:custGeom>
            <a:avLst/>
            <a:gdLst>
              <a:gd name="connsiteX0" fmla="*/ 754341 w 754341"/>
              <a:gd name="connsiteY0" fmla="*/ 754341 h 754341"/>
              <a:gd name="connsiteX1" fmla="*/ 0 w 754341"/>
              <a:gd name="connsiteY1" fmla="*/ 754341 h 754341"/>
              <a:gd name="connsiteX2" fmla="*/ 0 w 754341"/>
              <a:gd name="connsiteY2" fmla="*/ 0 h 754341"/>
            </a:gdLst>
            <a:ahLst/>
            <a:cxnLst>
              <a:cxn ang="0">
                <a:pos x="connsiteX0" y="connsiteY0"/>
              </a:cxn>
              <a:cxn ang="0">
                <a:pos x="connsiteX1" y="connsiteY1"/>
              </a:cxn>
              <a:cxn ang="0">
                <a:pos x="connsiteX2" y="connsiteY2"/>
              </a:cxn>
            </a:cxnLst>
            <a:rect l="l" t="t" r="r" b="b"/>
            <a:pathLst>
              <a:path w="754341" h="754341">
                <a:moveTo>
                  <a:pt x="754341" y="754341"/>
                </a:moveTo>
                <a:lnTo>
                  <a:pt x="0" y="754341"/>
                </a:lnTo>
                <a:lnTo>
                  <a:pt x="0" y="0"/>
                </a:lnTo>
                <a:close/>
              </a:path>
            </a:pathLst>
          </a:custGeom>
          <a:pattFill prst="dkHorz">
            <a:fgClr>
              <a:schemeClr val="accent2">
                <a:lumMod val="50000"/>
              </a:schemeClr>
            </a:fgClr>
            <a:bgClr>
              <a:schemeClr val="accent2"/>
            </a:bgClr>
          </a:pattFill>
          <a:ln>
            <a:noFill/>
          </a:ln>
          <a:effectLst/>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noProof="0" dirty="0"/>
          </a:p>
        </p:txBody>
      </p:sp>
      <p:sp>
        <p:nvSpPr>
          <p:cNvPr id="5" name="Slide Number Placeholder 4">
            <a:extLst>
              <a:ext uri="{FF2B5EF4-FFF2-40B4-BE49-F238E27FC236}">
                <a16:creationId xmlns:a16="http://schemas.microsoft.com/office/drawing/2014/main" id="{87B51822-97FF-47A7-8E4E-A0F79B4EB237}"/>
              </a:ext>
            </a:extLst>
          </p:cNvPr>
          <p:cNvSpPr>
            <a:spLocks noGrp="1"/>
          </p:cNvSpPr>
          <p:nvPr>
            <p:ph type="sldNum" sz="quarter" idx="12"/>
          </p:nvPr>
        </p:nvSpPr>
        <p:spPr>
          <a:xfrm>
            <a:off x="11252200" y="6315075"/>
            <a:ext cx="406400" cy="365125"/>
          </a:xfrm>
        </p:spPr>
        <p:txBody>
          <a:bodyPr/>
          <a:lstStyle>
            <a:lvl1pPr>
              <a:defRPr sz="1000">
                <a:solidFill>
                  <a:schemeClr val="bg1"/>
                </a:solidFill>
                <a:latin typeface="Trade Gothic LT Pro" panose="020B0503040303020004" pitchFamily="34" charset="0"/>
              </a:defRPr>
            </a:lvl1pPr>
          </a:lstStyle>
          <a:p>
            <a:fld id="{C263D6C4-4840-40CC-AC84-17E24B3B7BDE}" type="slidenum">
              <a:rPr lang="en-US" noProof="0" smtClean="0"/>
              <a:pPr/>
              <a:t>‹#›</a:t>
            </a:fld>
            <a:endParaRPr lang="en-US" noProof="0" dirty="0"/>
          </a:p>
        </p:txBody>
      </p:sp>
    </p:spTree>
    <p:extLst>
      <p:ext uri="{BB962C8B-B14F-4D97-AF65-F5344CB8AC3E}">
        <p14:creationId xmlns:p14="http://schemas.microsoft.com/office/powerpoint/2010/main" val="476266371"/>
      </p:ext>
    </p:extLst>
  </p:cSld>
  <p:clrMapOvr>
    <a:masterClrMapping/>
  </p:clrMapOvr>
</p:sldLayout>
</file>

<file path=ppt/slideLayouts/slideLayout12.xml><?xml version="1.0" encoding="utf-8"?>
<p:sldLayout xmlns:a="http://schemas.openxmlformats.org/drawingml/2006/main" xmlns:r="http://schemas.openxmlformats.org/officeDocument/2006/relationships" xmlns:p="http://schemas.openxmlformats.org/presentationml/2006/main" preserve="1" userDrawn="1">
  <p:cSld name="Photo + 3 Section">
    <p:bg>
      <p:bgPr>
        <a:solidFill>
          <a:schemeClr val="accent2"/>
        </a:solidFill>
        <a:effectLst/>
      </p:bgPr>
    </p:bg>
    <p:spTree>
      <p:nvGrpSpPr>
        <p:cNvPr id="1" name=""/>
        <p:cNvGrpSpPr/>
        <p:nvPr/>
      </p:nvGrpSpPr>
      <p:grpSpPr>
        <a:xfrm>
          <a:off x="0" y="0"/>
          <a:ext cx="0" cy="0"/>
          <a:chOff x="0" y="0"/>
          <a:chExt cx="0" cy="0"/>
        </a:xfrm>
      </p:grpSpPr>
      <p:sp>
        <p:nvSpPr>
          <p:cNvPr id="11" name="Rectangle 10">
            <a:extLst>
              <a:ext uri="{FF2B5EF4-FFF2-40B4-BE49-F238E27FC236}">
                <a16:creationId xmlns:a16="http://schemas.microsoft.com/office/drawing/2014/main" id="{EB3E033F-4449-40FA-BC85-BD2712D313DD}"/>
              </a:ext>
            </a:extLst>
          </p:cNvPr>
          <p:cNvSpPr/>
          <p:nvPr userDrawn="1"/>
        </p:nvSpPr>
        <p:spPr>
          <a:xfrm>
            <a:off x="0" y="0"/>
            <a:ext cx="12192000" cy="6884191"/>
          </a:xfrm>
          <a:prstGeom prst="rect">
            <a:avLst/>
          </a:prstGeom>
          <a:solidFill>
            <a:schemeClr val="accent2">
              <a:lumMod val="75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noProof="0" dirty="0"/>
          </a:p>
        </p:txBody>
      </p:sp>
      <p:sp>
        <p:nvSpPr>
          <p:cNvPr id="10" name="Freeform: Shape 9">
            <a:extLst>
              <a:ext uri="{FF2B5EF4-FFF2-40B4-BE49-F238E27FC236}">
                <a16:creationId xmlns:a16="http://schemas.microsoft.com/office/drawing/2014/main" id="{63D26743-0505-444C-80B3-E88EE87DF72B}"/>
              </a:ext>
            </a:extLst>
          </p:cNvPr>
          <p:cNvSpPr/>
          <p:nvPr userDrawn="1"/>
        </p:nvSpPr>
        <p:spPr>
          <a:xfrm>
            <a:off x="0" y="0"/>
            <a:ext cx="12192001" cy="6884191"/>
          </a:xfrm>
          <a:custGeom>
            <a:avLst/>
            <a:gdLst>
              <a:gd name="connsiteX0" fmla="*/ 0 w 12192001"/>
              <a:gd name="connsiteY0" fmla="*/ 0 h 6884191"/>
              <a:gd name="connsiteX1" fmla="*/ 7540222 w 12192001"/>
              <a:gd name="connsiteY1" fmla="*/ 0 h 6884191"/>
              <a:gd name="connsiteX2" fmla="*/ 10260629 w 12192001"/>
              <a:gd name="connsiteY2" fmla="*/ 2725573 h 6884191"/>
              <a:gd name="connsiteX3" fmla="*/ 11286710 w 12192001"/>
              <a:gd name="connsiteY3" fmla="*/ 2725573 h 6884191"/>
              <a:gd name="connsiteX4" fmla="*/ 12192000 w 12192001"/>
              <a:gd name="connsiteY4" fmla="*/ 3632581 h 6884191"/>
              <a:gd name="connsiteX5" fmla="*/ 12192001 w 12192001"/>
              <a:gd name="connsiteY5" fmla="*/ 6884191 h 6884191"/>
              <a:gd name="connsiteX6" fmla="*/ 0 w 12192001"/>
              <a:gd name="connsiteY6" fmla="*/ 6884191 h 6884191"/>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Lst>
            <a:rect l="l" t="t" r="r" b="b"/>
            <a:pathLst>
              <a:path w="12192001" h="6884191">
                <a:moveTo>
                  <a:pt x="0" y="0"/>
                </a:moveTo>
                <a:lnTo>
                  <a:pt x="7540222" y="0"/>
                </a:lnTo>
                <a:lnTo>
                  <a:pt x="10260629" y="2725573"/>
                </a:lnTo>
                <a:lnTo>
                  <a:pt x="11286710" y="2725573"/>
                </a:lnTo>
                <a:lnTo>
                  <a:pt x="12192000" y="3632581"/>
                </a:lnTo>
                <a:lnTo>
                  <a:pt x="12192001" y="6884191"/>
                </a:lnTo>
                <a:lnTo>
                  <a:pt x="0" y="6884191"/>
                </a:lnTo>
                <a:close/>
              </a:path>
            </a:pathLst>
          </a:custGeom>
          <a:solidFill>
            <a:schemeClr val="accent2">
              <a:alpha val="74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wrap="square" rtlCol="0" anchor="ctr">
            <a:noAutofit/>
          </a:bodyPr>
          <a:lstStyle/>
          <a:p>
            <a:pPr algn="ctr"/>
            <a:endParaRPr lang="en-US" noProof="0" dirty="0"/>
          </a:p>
        </p:txBody>
      </p:sp>
      <p:sp>
        <p:nvSpPr>
          <p:cNvPr id="18" name="Freeform: Shape 17">
            <a:extLst>
              <a:ext uri="{FF2B5EF4-FFF2-40B4-BE49-F238E27FC236}">
                <a16:creationId xmlns:a16="http://schemas.microsoft.com/office/drawing/2014/main" id="{E37145E9-AC61-47D5-9288-8789940F81B6}"/>
              </a:ext>
            </a:extLst>
          </p:cNvPr>
          <p:cNvSpPr/>
          <p:nvPr userDrawn="1"/>
        </p:nvSpPr>
        <p:spPr>
          <a:xfrm rot="16200000" flipV="1">
            <a:off x="2964809" y="-2364446"/>
            <a:ext cx="6862744" cy="11591639"/>
          </a:xfrm>
          <a:custGeom>
            <a:avLst/>
            <a:gdLst>
              <a:gd name="connsiteX0" fmla="*/ 6862744 w 6862744"/>
              <a:gd name="connsiteY0" fmla="*/ 11591639 h 11591639"/>
              <a:gd name="connsiteX1" fmla="*/ 6862744 w 6862744"/>
              <a:gd name="connsiteY1" fmla="*/ 5240223 h 11591639"/>
              <a:gd name="connsiteX2" fmla="*/ 4145656 w 6862744"/>
              <a:gd name="connsiteY2" fmla="*/ 5240223 h 11591639"/>
              <a:gd name="connsiteX3" fmla="*/ 4145656 w 6862744"/>
              <a:gd name="connsiteY3" fmla="*/ 5240222 h 11591639"/>
              <a:gd name="connsiteX4" fmla="*/ 6862744 w 6862744"/>
              <a:gd name="connsiteY4" fmla="*/ 5240222 h 11591639"/>
              <a:gd name="connsiteX5" fmla="*/ 4145656 w 6862744"/>
              <a:gd name="connsiteY5" fmla="*/ 2519152 h 11591639"/>
              <a:gd name="connsiteX6" fmla="*/ 4145656 w 6862744"/>
              <a:gd name="connsiteY6" fmla="*/ 1367198 h 11591639"/>
              <a:gd name="connsiteX7" fmla="*/ 2775863 w 6862744"/>
              <a:gd name="connsiteY7" fmla="*/ 0 h 11591639"/>
              <a:gd name="connsiteX8" fmla="*/ 0 w 6862744"/>
              <a:gd name="connsiteY8" fmla="*/ 0 h 11591639"/>
              <a:gd name="connsiteX9" fmla="*/ 0 w 6862744"/>
              <a:gd name="connsiteY9" fmla="*/ 11591639 h 11591639"/>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Lst>
            <a:rect l="l" t="t" r="r" b="b"/>
            <a:pathLst>
              <a:path w="6862744" h="11591639">
                <a:moveTo>
                  <a:pt x="6862744" y="11591639"/>
                </a:moveTo>
                <a:lnTo>
                  <a:pt x="6862744" y="5240223"/>
                </a:lnTo>
                <a:lnTo>
                  <a:pt x="4145656" y="5240223"/>
                </a:lnTo>
                <a:lnTo>
                  <a:pt x="4145656" y="5240222"/>
                </a:lnTo>
                <a:lnTo>
                  <a:pt x="6862744" y="5240222"/>
                </a:lnTo>
                <a:lnTo>
                  <a:pt x="4145656" y="2519152"/>
                </a:lnTo>
                <a:lnTo>
                  <a:pt x="4145656" y="1367198"/>
                </a:lnTo>
                <a:lnTo>
                  <a:pt x="2775863" y="0"/>
                </a:lnTo>
                <a:lnTo>
                  <a:pt x="0" y="0"/>
                </a:lnTo>
                <a:lnTo>
                  <a:pt x="0" y="11591639"/>
                </a:lnTo>
                <a:close/>
              </a:path>
            </a:pathLst>
          </a:custGeom>
          <a:pattFill prst="wdDnDiag">
            <a:fgClr>
              <a:schemeClr val="accent2"/>
            </a:fgClr>
            <a:bgClr>
              <a:schemeClr val="accent2">
                <a:lumMod val="75000"/>
              </a:schemeClr>
            </a:bgClr>
          </a:pattFill>
          <a:ln>
            <a:noFill/>
          </a:ln>
        </p:spPr>
        <p:style>
          <a:lnRef idx="2">
            <a:schemeClr val="accent1">
              <a:shade val="50000"/>
            </a:schemeClr>
          </a:lnRef>
          <a:fillRef idx="1">
            <a:schemeClr val="accent1"/>
          </a:fillRef>
          <a:effectRef idx="0">
            <a:schemeClr val="accent1"/>
          </a:effectRef>
          <a:fontRef idx="minor">
            <a:schemeClr val="lt1"/>
          </a:fontRef>
        </p:style>
        <p:txBody>
          <a:bodyPr wrap="square" rtlCol="0" anchor="ctr">
            <a:noAutofit/>
          </a:bodyPr>
          <a:lstStyle/>
          <a:p>
            <a:pPr algn="ctr"/>
            <a:endParaRPr lang="en-US" noProof="0" dirty="0"/>
          </a:p>
        </p:txBody>
      </p:sp>
      <p:sp>
        <p:nvSpPr>
          <p:cNvPr id="12" name="Freeform: Shape 11">
            <a:extLst>
              <a:ext uri="{FF2B5EF4-FFF2-40B4-BE49-F238E27FC236}">
                <a16:creationId xmlns:a16="http://schemas.microsoft.com/office/drawing/2014/main" id="{A5E2B3ED-9A49-40A7-B8A3-62595FE513F9}"/>
              </a:ext>
            </a:extLst>
          </p:cNvPr>
          <p:cNvSpPr/>
          <p:nvPr userDrawn="1"/>
        </p:nvSpPr>
        <p:spPr>
          <a:xfrm rot="16200000" flipV="1">
            <a:off x="2664629" y="-2664627"/>
            <a:ext cx="6862744" cy="12192000"/>
          </a:xfrm>
          <a:custGeom>
            <a:avLst/>
            <a:gdLst>
              <a:gd name="connsiteX0" fmla="*/ 6849744 w 6849744"/>
              <a:gd name="connsiteY0" fmla="*/ 12192000 h 12192000"/>
              <a:gd name="connsiteX1" fmla="*/ 6849744 w 6849744"/>
              <a:gd name="connsiteY1" fmla="*/ 5840584 h 12192000"/>
              <a:gd name="connsiteX2" fmla="*/ 4137803 w 6849744"/>
              <a:gd name="connsiteY2" fmla="*/ 5840584 h 12192000"/>
              <a:gd name="connsiteX3" fmla="*/ 4137803 w 6849744"/>
              <a:gd name="connsiteY3" fmla="*/ 5840583 h 12192000"/>
              <a:gd name="connsiteX4" fmla="*/ 6849744 w 6849744"/>
              <a:gd name="connsiteY4" fmla="*/ 5840583 h 12192000"/>
              <a:gd name="connsiteX5" fmla="*/ 4137803 w 6849744"/>
              <a:gd name="connsiteY5" fmla="*/ 3119513 h 12192000"/>
              <a:gd name="connsiteX6" fmla="*/ 4137803 w 6849744"/>
              <a:gd name="connsiteY6" fmla="*/ 1967559 h 12192000"/>
              <a:gd name="connsiteX7" fmla="*/ 2170243 w 6849744"/>
              <a:gd name="connsiteY7" fmla="*/ 0 h 12192000"/>
              <a:gd name="connsiteX8" fmla="*/ 0 w 6849744"/>
              <a:gd name="connsiteY8" fmla="*/ 0 h 12192000"/>
              <a:gd name="connsiteX9" fmla="*/ 0 w 6849744"/>
              <a:gd name="connsiteY9" fmla="*/ 12192000 h 12192000"/>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Lst>
            <a:rect l="l" t="t" r="r" b="b"/>
            <a:pathLst>
              <a:path w="6849744" h="12192000">
                <a:moveTo>
                  <a:pt x="6849744" y="12192000"/>
                </a:moveTo>
                <a:lnTo>
                  <a:pt x="6849744" y="5840584"/>
                </a:lnTo>
                <a:lnTo>
                  <a:pt x="4137803" y="5840584"/>
                </a:lnTo>
                <a:lnTo>
                  <a:pt x="4137803" y="5840583"/>
                </a:lnTo>
                <a:lnTo>
                  <a:pt x="6849744" y="5840583"/>
                </a:lnTo>
                <a:lnTo>
                  <a:pt x="4137803" y="3119513"/>
                </a:lnTo>
                <a:lnTo>
                  <a:pt x="4137803" y="1967559"/>
                </a:lnTo>
                <a:lnTo>
                  <a:pt x="2170243" y="0"/>
                </a:lnTo>
                <a:lnTo>
                  <a:pt x="0" y="0"/>
                </a:lnTo>
                <a:lnTo>
                  <a:pt x="0" y="12192000"/>
                </a:lnTo>
                <a:close/>
              </a:path>
            </a:pathLst>
          </a:custGeom>
          <a:pattFill prst="wdUpDiag">
            <a:fgClr>
              <a:schemeClr val="accent2"/>
            </a:fgClr>
            <a:bgClr>
              <a:schemeClr val="accent2">
                <a:lumMod val="50000"/>
              </a:schemeClr>
            </a:bgClr>
          </a:patt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noProof="0" dirty="0"/>
          </a:p>
        </p:txBody>
      </p:sp>
      <p:sp>
        <p:nvSpPr>
          <p:cNvPr id="8" name="Freeform: Shape 7">
            <a:extLst>
              <a:ext uri="{FF2B5EF4-FFF2-40B4-BE49-F238E27FC236}">
                <a16:creationId xmlns:a16="http://schemas.microsoft.com/office/drawing/2014/main" id="{1599AF7E-3E34-4597-AA72-9373A7FDB020}"/>
              </a:ext>
            </a:extLst>
          </p:cNvPr>
          <p:cNvSpPr/>
          <p:nvPr userDrawn="1"/>
        </p:nvSpPr>
        <p:spPr>
          <a:xfrm rot="16200000" flipV="1">
            <a:off x="2664628" y="-2664627"/>
            <a:ext cx="6862744" cy="12192000"/>
          </a:xfrm>
          <a:custGeom>
            <a:avLst/>
            <a:gdLst>
              <a:gd name="connsiteX0" fmla="*/ 6849744 w 6849744"/>
              <a:gd name="connsiteY0" fmla="*/ 12192000 h 12192000"/>
              <a:gd name="connsiteX1" fmla="*/ 6849744 w 6849744"/>
              <a:gd name="connsiteY1" fmla="*/ 5840584 h 12192000"/>
              <a:gd name="connsiteX2" fmla="*/ 4137803 w 6849744"/>
              <a:gd name="connsiteY2" fmla="*/ 5840584 h 12192000"/>
              <a:gd name="connsiteX3" fmla="*/ 4137803 w 6849744"/>
              <a:gd name="connsiteY3" fmla="*/ 5840583 h 12192000"/>
              <a:gd name="connsiteX4" fmla="*/ 6849744 w 6849744"/>
              <a:gd name="connsiteY4" fmla="*/ 5840583 h 12192000"/>
              <a:gd name="connsiteX5" fmla="*/ 4137803 w 6849744"/>
              <a:gd name="connsiteY5" fmla="*/ 3119513 h 12192000"/>
              <a:gd name="connsiteX6" fmla="*/ 4137803 w 6849744"/>
              <a:gd name="connsiteY6" fmla="*/ 1967559 h 12192000"/>
              <a:gd name="connsiteX7" fmla="*/ 2170243 w 6849744"/>
              <a:gd name="connsiteY7" fmla="*/ 0 h 12192000"/>
              <a:gd name="connsiteX8" fmla="*/ 0 w 6849744"/>
              <a:gd name="connsiteY8" fmla="*/ 0 h 12192000"/>
              <a:gd name="connsiteX9" fmla="*/ 0 w 6849744"/>
              <a:gd name="connsiteY9" fmla="*/ 12192000 h 12192000"/>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Lst>
            <a:rect l="l" t="t" r="r" b="b"/>
            <a:pathLst>
              <a:path w="6849744" h="12192000">
                <a:moveTo>
                  <a:pt x="6849744" y="12192000"/>
                </a:moveTo>
                <a:lnTo>
                  <a:pt x="6849744" y="5840584"/>
                </a:lnTo>
                <a:lnTo>
                  <a:pt x="4137803" y="5840584"/>
                </a:lnTo>
                <a:lnTo>
                  <a:pt x="4137803" y="5840583"/>
                </a:lnTo>
                <a:lnTo>
                  <a:pt x="6849744" y="5840583"/>
                </a:lnTo>
                <a:lnTo>
                  <a:pt x="4137803" y="3119513"/>
                </a:lnTo>
                <a:lnTo>
                  <a:pt x="4137803" y="1967559"/>
                </a:lnTo>
                <a:lnTo>
                  <a:pt x="2170243" y="0"/>
                </a:lnTo>
                <a:lnTo>
                  <a:pt x="0" y="0"/>
                </a:lnTo>
                <a:lnTo>
                  <a:pt x="0" y="12192000"/>
                </a:lnTo>
                <a:close/>
              </a:path>
            </a:pathLst>
          </a:custGeom>
          <a:solidFill>
            <a:schemeClr val="accent1">
              <a:lumMod val="50000"/>
              <a:alpha val="90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noProof="0" dirty="0"/>
          </a:p>
        </p:txBody>
      </p:sp>
      <p:sp>
        <p:nvSpPr>
          <p:cNvPr id="2" name="Title 1">
            <a:extLst>
              <a:ext uri="{FF2B5EF4-FFF2-40B4-BE49-F238E27FC236}">
                <a16:creationId xmlns:a16="http://schemas.microsoft.com/office/drawing/2014/main" id="{4A2DF563-7FAC-46B3-B24C-7E45CD89DA2B}"/>
              </a:ext>
            </a:extLst>
          </p:cNvPr>
          <p:cNvSpPr>
            <a:spLocks noGrp="1"/>
          </p:cNvSpPr>
          <p:nvPr>
            <p:ph type="title"/>
          </p:nvPr>
        </p:nvSpPr>
        <p:spPr>
          <a:xfrm>
            <a:off x="444500" y="542925"/>
            <a:ext cx="11214100" cy="535531"/>
          </a:xfrm>
        </p:spPr>
        <p:txBody>
          <a:bodyPr vert="horz" wrap="square" lIns="91440" tIns="45720" rIns="91440" bIns="45720" rtlCol="0" anchor="t">
            <a:spAutoFit/>
          </a:bodyPr>
          <a:lstStyle>
            <a:lvl1pPr>
              <a:defRPr lang="en-GB" sz="3200" b="1" spc="-70" baseline="0" dirty="0">
                <a:solidFill>
                  <a:schemeClr val="bg1"/>
                </a:solidFill>
                <a:latin typeface="+mj-lt"/>
              </a:defRPr>
            </a:lvl1pPr>
          </a:lstStyle>
          <a:p>
            <a:pPr lvl="0"/>
            <a:r>
              <a:rPr lang="en-US" noProof="0"/>
              <a:t>Click to edit Master title style</a:t>
            </a:r>
          </a:p>
        </p:txBody>
      </p:sp>
      <p:grpSp>
        <p:nvGrpSpPr>
          <p:cNvPr id="15" name="Group 14">
            <a:extLst>
              <a:ext uri="{FF2B5EF4-FFF2-40B4-BE49-F238E27FC236}">
                <a16:creationId xmlns:a16="http://schemas.microsoft.com/office/drawing/2014/main" id="{7732E1E7-45E3-4264-8F26-66758696DD1E}"/>
              </a:ext>
            </a:extLst>
          </p:cNvPr>
          <p:cNvGrpSpPr/>
          <p:nvPr userDrawn="1"/>
        </p:nvGrpSpPr>
        <p:grpSpPr>
          <a:xfrm rot="16200000">
            <a:off x="499388" y="-322655"/>
            <a:ext cx="535531" cy="645309"/>
            <a:chOff x="10945855" y="7317026"/>
            <a:chExt cx="2483924" cy="2993104"/>
          </a:xfrm>
        </p:grpSpPr>
        <p:sp>
          <p:nvSpPr>
            <p:cNvPr id="16" name="Freeform: Shape 15">
              <a:extLst>
                <a:ext uri="{FF2B5EF4-FFF2-40B4-BE49-F238E27FC236}">
                  <a16:creationId xmlns:a16="http://schemas.microsoft.com/office/drawing/2014/main" id="{2E3DF883-8093-49FA-81E1-E5D77F086A25}"/>
                </a:ext>
              </a:extLst>
            </p:cNvPr>
            <p:cNvSpPr/>
            <p:nvPr/>
          </p:nvSpPr>
          <p:spPr>
            <a:xfrm rot="2700000">
              <a:off x="10945855" y="7826207"/>
              <a:ext cx="2483923" cy="2483924"/>
            </a:xfrm>
            <a:custGeom>
              <a:avLst/>
              <a:gdLst>
                <a:gd name="connsiteX0" fmla="*/ 754341 w 754341"/>
                <a:gd name="connsiteY0" fmla="*/ 754341 h 754341"/>
                <a:gd name="connsiteX1" fmla="*/ 0 w 754341"/>
                <a:gd name="connsiteY1" fmla="*/ 754341 h 754341"/>
                <a:gd name="connsiteX2" fmla="*/ 0 w 754341"/>
                <a:gd name="connsiteY2" fmla="*/ 0 h 754341"/>
              </a:gdLst>
              <a:ahLst/>
              <a:cxnLst>
                <a:cxn ang="0">
                  <a:pos x="connsiteX0" y="connsiteY0"/>
                </a:cxn>
                <a:cxn ang="0">
                  <a:pos x="connsiteX1" y="connsiteY1"/>
                </a:cxn>
                <a:cxn ang="0">
                  <a:pos x="connsiteX2" y="connsiteY2"/>
                </a:cxn>
              </a:cxnLst>
              <a:rect l="l" t="t" r="r" b="b"/>
              <a:pathLst>
                <a:path w="754341" h="754341">
                  <a:moveTo>
                    <a:pt x="754341" y="754341"/>
                  </a:moveTo>
                  <a:lnTo>
                    <a:pt x="0" y="754341"/>
                  </a:lnTo>
                  <a:lnTo>
                    <a:pt x="0" y="0"/>
                  </a:lnTo>
                  <a:close/>
                </a:path>
              </a:pathLst>
            </a:custGeom>
            <a:solidFill>
              <a:schemeClr val="accent1">
                <a:lumMod val="50000"/>
              </a:schemeClr>
            </a:solidFill>
            <a:ln>
              <a:noFill/>
            </a:ln>
            <a:effectLst/>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noProof="0" dirty="0"/>
            </a:p>
          </p:txBody>
        </p:sp>
        <p:sp>
          <p:nvSpPr>
            <p:cNvPr id="17" name="Freeform: Shape 16">
              <a:extLst>
                <a:ext uri="{FF2B5EF4-FFF2-40B4-BE49-F238E27FC236}">
                  <a16:creationId xmlns:a16="http://schemas.microsoft.com/office/drawing/2014/main" id="{18944C90-37E5-4BBE-89FF-060627168050}"/>
                </a:ext>
              </a:extLst>
            </p:cNvPr>
            <p:cNvSpPr/>
            <p:nvPr/>
          </p:nvSpPr>
          <p:spPr>
            <a:xfrm rot="8100000" flipH="1">
              <a:off x="10986797" y="7317026"/>
              <a:ext cx="2402031" cy="2402032"/>
            </a:xfrm>
            <a:custGeom>
              <a:avLst/>
              <a:gdLst>
                <a:gd name="connsiteX0" fmla="*/ 754341 w 754341"/>
                <a:gd name="connsiteY0" fmla="*/ 754341 h 754341"/>
                <a:gd name="connsiteX1" fmla="*/ 0 w 754341"/>
                <a:gd name="connsiteY1" fmla="*/ 754341 h 754341"/>
                <a:gd name="connsiteX2" fmla="*/ 0 w 754341"/>
                <a:gd name="connsiteY2" fmla="*/ 0 h 754341"/>
              </a:gdLst>
              <a:ahLst/>
              <a:cxnLst>
                <a:cxn ang="0">
                  <a:pos x="connsiteX0" y="connsiteY0"/>
                </a:cxn>
                <a:cxn ang="0">
                  <a:pos x="connsiteX1" y="connsiteY1"/>
                </a:cxn>
                <a:cxn ang="0">
                  <a:pos x="connsiteX2" y="connsiteY2"/>
                </a:cxn>
              </a:cxnLst>
              <a:rect l="l" t="t" r="r" b="b"/>
              <a:pathLst>
                <a:path w="754341" h="754341">
                  <a:moveTo>
                    <a:pt x="754341" y="754341"/>
                  </a:moveTo>
                  <a:lnTo>
                    <a:pt x="0" y="754341"/>
                  </a:lnTo>
                  <a:lnTo>
                    <a:pt x="0" y="0"/>
                  </a:lnTo>
                  <a:close/>
                </a:path>
              </a:pathLst>
            </a:custGeom>
            <a:pattFill prst="dkHorz">
              <a:fgClr>
                <a:schemeClr val="accent1">
                  <a:lumMod val="60000"/>
                  <a:lumOff val="40000"/>
                </a:schemeClr>
              </a:fgClr>
              <a:bgClr>
                <a:schemeClr val="accent2">
                  <a:lumMod val="50000"/>
                </a:schemeClr>
              </a:bgClr>
            </a:pattFill>
            <a:ln>
              <a:noFill/>
            </a:ln>
            <a:effectLst/>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noProof="0" dirty="0"/>
            </a:p>
          </p:txBody>
        </p:sp>
      </p:grpSp>
      <p:grpSp>
        <p:nvGrpSpPr>
          <p:cNvPr id="6" name="Group 5">
            <a:extLst>
              <a:ext uri="{FF2B5EF4-FFF2-40B4-BE49-F238E27FC236}">
                <a16:creationId xmlns:a16="http://schemas.microsoft.com/office/drawing/2014/main" id="{D9EBF8BB-A805-4DDB-B459-082F99815B95}"/>
              </a:ext>
            </a:extLst>
          </p:cNvPr>
          <p:cNvGrpSpPr/>
          <p:nvPr userDrawn="1"/>
        </p:nvGrpSpPr>
        <p:grpSpPr>
          <a:xfrm>
            <a:off x="-1" y="1357409"/>
            <a:ext cx="12192001" cy="4846320"/>
            <a:chOff x="-1" y="1357409"/>
            <a:chExt cx="12192001" cy="4917518"/>
          </a:xfrm>
        </p:grpSpPr>
        <p:sp>
          <p:nvSpPr>
            <p:cNvPr id="19" name="Rectangle: Single Corner Snipped 18">
              <a:extLst>
                <a:ext uri="{FF2B5EF4-FFF2-40B4-BE49-F238E27FC236}">
                  <a16:creationId xmlns:a16="http://schemas.microsoft.com/office/drawing/2014/main" id="{5D638788-DD47-45E7-939A-FA108A818173}"/>
                </a:ext>
              </a:extLst>
            </p:cNvPr>
            <p:cNvSpPr/>
            <p:nvPr userDrawn="1"/>
          </p:nvSpPr>
          <p:spPr>
            <a:xfrm flipV="1">
              <a:off x="-1" y="1357409"/>
              <a:ext cx="12192000" cy="4917518"/>
            </a:xfrm>
            <a:prstGeom prst="snip1Rect">
              <a:avLst>
                <a:gd name="adj" fmla="val 0"/>
              </a:avLst>
            </a:prstGeom>
            <a:pattFill prst="dkVert">
              <a:fgClr>
                <a:srgbClr val="0C4360"/>
              </a:fgClr>
              <a:bgClr>
                <a:schemeClr val="accent2">
                  <a:lumMod val="50000"/>
                </a:schemeClr>
              </a:bgClr>
            </a:patt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noProof="0" dirty="0"/>
            </a:p>
          </p:txBody>
        </p:sp>
        <p:sp>
          <p:nvSpPr>
            <p:cNvPr id="3" name="Rectangle: Single Corner Snipped 2">
              <a:extLst>
                <a:ext uri="{FF2B5EF4-FFF2-40B4-BE49-F238E27FC236}">
                  <a16:creationId xmlns:a16="http://schemas.microsoft.com/office/drawing/2014/main" id="{74BDECEF-EEFE-4332-B3B2-BDE4F82C10FC}"/>
                </a:ext>
              </a:extLst>
            </p:cNvPr>
            <p:cNvSpPr/>
            <p:nvPr userDrawn="1"/>
          </p:nvSpPr>
          <p:spPr>
            <a:xfrm flipV="1">
              <a:off x="-1" y="1357409"/>
              <a:ext cx="12192001" cy="4917518"/>
            </a:xfrm>
            <a:prstGeom prst="snip1Rect">
              <a:avLst>
                <a:gd name="adj" fmla="val 19670"/>
              </a:avLst>
            </a:prstGeom>
            <a:solidFill>
              <a:schemeClr val="accent1">
                <a:lumMod val="50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noProof="0" dirty="0"/>
            </a:p>
          </p:txBody>
        </p:sp>
      </p:grpSp>
      <p:sp>
        <p:nvSpPr>
          <p:cNvPr id="26" name="Text Placeholder 22">
            <a:extLst>
              <a:ext uri="{FF2B5EF4-FFF2-40B4-BE49-F238E27FC236}">
                <a16:creationId xmlns:a16="http://schemas.microsoft.com/office/drawing/2014/main" id="{2A19101D-7C37-42BF-8167-5391EA65EC3A}"/>
              </a:ext>
            </a:extLst>
          </p:cNvPr>
          <p:cNvSpPr>
            <a:spLocks noGrp="1"/>
          </p:cNvSpPr>
          <p:nvPr>
            <p:ph type="body" sz="quarter" idx="18"/>
          </p:nvPr>
        </p:nvSpPr>
        <p:spPr>
          <a:xfrm>
            <a:off x="542094" y="4240093"/>
            <a:ext cx="3293306" cy="1463040"/>
          </a:xfrm>
        </p:spPr>
        <p:txBody>
          <a:bodyPr lIns="0" tIns="0" rIns="0" bIns="0">
            <a:noAutofit/>
          </a:bodyPr>
          <a:lstStyle>
            <a:lvl1pPr marL="0" indent="0" algn="l">
              <a:lnSpc>
                <a:spcPct val="100000"/>
              </a:lnSpc>
              <a:spcBef>
                <a:spcPts val="600"/>
              </a:spcBef>
              <a:spcAft>
                <a:spcPts val="400"/>
              </a:spcAft>
              <a:buNone/>
              <a:defRPr sz="1400">
                <a:solidFill>
                  <a:schemeClr val="bg1"/>
                </a:solidFill>
                <a:latin typeface="+mn-lt"/>
                <a:cs typeface="Arial" panose="020B0604020202020204" pitchFamily="34" charset="0"/>
              </a:defRPr>
            </a:lvl1pPr>
            <a:lvl2pPr>
              <a:lnSpc>
                <a:spcPct val="100000"/>
              </a:lnSpc>
              <a:spcBef>
                <a:spcPts val="600"/>
              </a:spcBef>
              <a:spcAft>
                <a:spcPts val="400"/>
              </a:spcAft>
              <a:defRPr sz="1600">
                <a:solidFill>
                  <a:schemeClr val="bg1"/>
                </a:solidFill>
                <a:latin typeface="Arial" panose="020B0604020202020204" pitchFamily="34" charset="0"/>
                <a:cs typeface="Arial" panose="020B0604020202020204" pitchFamily="34" charset="0"/>
              </a:defRPr>
            </a:lvl2pPr>
            <a:lvl3pPr>
              <a:lnSpc>
                <a:spcPct val="100000"/>
              </a:lnSpc>
              <a:spcBef>
                <a:spcPts val="600"/>
              </a:spcBef>
              <a:spcAft>
                <a:spcPts val="400"/>
              </a:spcAft>
              <a:defRPr sz="1400">
                <a:solidFill>
                  <a:schemeClr val="bg1"/>
                </a:solidFill>
                <a:latin typeface="Arial" panose="020B0604020202020204" pitchFamily="34" charset="0"/>
                <a:cs typeface="Arial" panose="020B0604020202020204" pitchFamily="34" charset="0"/>
              </a:defRPr>
            </a:lvl3pPr>
            <a:lvl4pPr>
              <a:defRPr sz="1400">
                <a:solidFill>
                  <a:schemeClr val="bg1"/>
                </a:solidFill>
                <a:latin typeface="Arial" panose="020B0604020202020204" pitchFamily="34" charset="0"/>
                <a:cs typeface="Arial" panose="020B0604020202020204" pitchFamily="34" charset="0"/>
              </a:defRPr>
            </a:lvl4pPr>
            <a:lvl5pPr>
              <a:defRPr sz="1400">
                <a:solidFill>
                  <a:schemeClr val="bg1"/>
                </a:solidFill>
                <a:latin typeface="Arial" panose="020B0604020202020204" pitchFamily="34" charset="0"/>
                <a:cs typeface="Arial" panose="020B0604020202020204" pitchFamily="34" charset="0"/>
              </a:defRPr>
            </a:lvl5pPr>
          </a:lstStyle>
          <a:p>
            <a:pPr lvl="0"/>
            <a:r>
              <a:rPr lang="en-US" noProof="0"/>
              <a:t>Edit Master text styles</a:t>
            </a:r>
          </a:p>
        </p:txBody>
      </p:sp>
      <p:sp>
        <p:nvSpPr>
          <p:cNvPr id="35" name="Freeform: Shape 34">
            <a:extLst>
              <a:ext uri="{FF2B5EF4-FFF2-40B4-BE49-F238E27FC236}">
                <a16:creationId xmlns:a16="http://schemas.microsoft.com/office/drawing/2014/main" id="{62EEBF51-DCAD-4335-85E9-52801031A1BF}"/>
              </a:ext>
            </a:extLst>
          </p:cNvPr>
          <p:cNvSpPr/>
          <p:nvPr userDrawn="1"/>
        </p:nvSpPr>
        <p:spPr>
          <a:xfrm flipH="1">
            <a:off x="10782300" y="5448297"/>
            <a:ext cx="1409700" cy="1409703"/>
          </a:xfrm>
          <a:custGeom>
            <a:avLst/>
            <a:gdLst>
              <a:gd name="connsiteX0" fmla="*/ 754341 w 754341"/>
              <a:gd name="connsiteY0" fmla="*/ 754341 h 754341"/>
              <a:gd name="connsiteX1" fmla="*/ 0 w 754341"/>
              <a:gd name="connsiteY1" fmla="*/ 754341 h 754341"/>
              <a:gd name="connsiteX2" fmla="*/ 0 w 754341"/>
              <a:gd name="connsiteY2" fmla="*/ 0 h 754341"/>
            </a:gdLst>
            <a:ahLst/>
            <a:cxnLst>
              <a:cxn ang="0">
                <a:pos x="connsiteX0" y="connsiteY0"/>
              </a:cxn>
              <a:cxn ang="0">
                <a:pos x="connsiteX1" y="connsiteY1"/>
              </a:cxn>
              <a:cxn ang="0">
                <a:pos x="connsiteX2" y="connsiteY2"/>
              </a:cxn>
            </a:cxnLst>
            <a:rect l="l" t="t" r="r" b="b"/>
            <a:pathLst>
              <a:path w="754341" h="754341">
                <a:moveTo>
                  <a:pt x="754341" y="754341"/>
                </a:moveTo>
                <a:lnTo>
                  <a:pt x="0" y="754341"/>
                </a:lnTo>
                <a:lnTo>
                  <a:pt x="0" y="0"/>
                </a:lnTo>
                <a:close/>
              </a:path>
            </a:pathLst>
          </a:custGeom>
          <a:pattFill prst="dkHorz">
            <a:fgClr>
              <a:schemeClr val="accent2">
                <a:lumMod val="50000"/>
              </a:schemeClr>
            </a:fgClr>
            <a:bgClr>
              <a:schemeClr val="accent2"/>
            </a:bgClr>
          </a:pattFill>
          <a:ln>
            <a:noFill/>
          </a:ln>
          <a:effectLst/>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noProof="0" dirty="0"/>
          </a:p>
        </p:txBody>
      </p:sp>
      <p:sp>
        <p:nvSpPr>
          <p:cNvPr id="5" name="Slide Number Placeholder 4">
            <a:extLst>
              <a:ext uri="{FF2B5EF4-FFF2-40B4-BE49-F238E27FC236}">
                <a16:creationId xmlns:a16="http://schemas.microsoft.com/office/drawing/2014/main" id="{87B51822-97FF-47A7-8E4E-A0F79B4EB237}"/>
              </a:ext>
            </a:extLst>
          </p:cNvPr>
          <p:cNvSpPr>
            <a:spLocks noGrp="1"/>
          </p:cNvSpPr>
          <p:nvPr>
            <p:ph type="sldNum" sz="quarter" idx="12"/>
          </p:nvPr>
        </p:nvSpPr>
        <p:spPr>
          <a:xfrm>
            <a:off x="11252200" y="6315075"/>
            <a:ext cx="406400" cy="365125"/>
          </a:xfrm>
        </p:spPr>
        <p:txBody>
          <a:bodyPr/>
          <a:lstStyle>
            <a:lvl1pPr>
              <a:defRPr sz="1000">
                <a:solidFill>
                  <a:schemeClr val="bg1"/>
                </a:solidFill>
                <a:latin typeface="Trade Gothic LT Pro" panose="020B0503040303020004" pitchFamily="34" charset="0"/>
              </a:defRPr>
            </a:lvl1pPr>
          </a:lstStyle>
          <a:p>
            <a:fld id="{C263D6C4-4840-40CC-AC84-17E24B3B7BDE}" type="slidenum">
              <a:rPr lang="en-US" noProof="0" smtClean="0"/>
              <a:pPr/>
              <a:t>‹#›</a:t>
            </a:fld>
            <a:endParaRPr lang="en-US" noProof="0" dirty="0"/>
          </a:p>
        </p:txBody>
      </p:sp>
      <p:sp>
        <p:nvSpPr>
          <p:cNvPr id="13" name="Picture Placeholder 12">
            <a:extLst>
              <a:ext uri="{FF2B5EF4-FFF2-40B4-BE49-F238E27FC236}">
                <a16:creationId xmlns:a16="http://schemas.microsoft.com/office/drawing/2014/main" id="{231B97CF-FD24-4932-8459-893B1AC73D33}"/>
              </a:ext>
            </a:extLst>
          </p:cNvPr>
          <p:cNvSpPr>
            <a:spLocks noGrp="1"/>
          </p:cNvSpPr>
          <p:nvPr>
            <p:ph type="pic" sz="quarter" idx="19" hasCustomPrompt="1"/>
          </p:nvPr>
        </p:nvSpPr>
        <p:spPr>
          <a:xfrm>
            <a:off x="-2" y="1352575"/>
            <a:ext cx="12192002" cy="2289897"/>
          </a:xfrm>
        </p:spPr>
        <p:txBody>
          <a:bodyPr anchor="ctr">
            <a:normAutofit/>
          </a:bodyPr>
          <a:lstStyle>
            <a:lvl1pPr marL="0" indent="0" algn="ctr">
              <a:buNone/>
              <a:defRPr sz="1400">
                <a:solidFill>
                  <a:schemeClr val="accent2"/>
                </a:solidFill>
                <a:latin typeface="Trade Gothic LT Pro" panose="020B0503040303020004" pitchFamily="34" charset="0"/>
              </a:defRPr>
            </a:lvl1pPr>
          </a:lstStyle>
          <a:p>
            <a:r>
              <a:rPr lang="en-US" noProof="0" dirty="0"/>
              <a:t>Insert image</a:t>
            </a:r>
          </a:p>
        </p:txBody>
      </p:sp>
      <p:sp>
        <p:nvSpPr>
          <p:cNvPr id="36" name="Text Placeholder 22">
            <a:extLst>
              <a:ext uri="{FF2B5EF4-FFF2-40B4-BE49-F238E27FC236}">
                <a16:creationId xmlns:a16="http://schemas.microsoft.com/office/drawing/2014/main" id="{642D3CE0-C3B4-4F3F-A650-AB452B3AD4BA}"/>
              </a:ext>
            </a:extLst>
          </p:cNvPr>
          <p:cNvSpPr>
            <a:spLocks noGrp="1"/>
          </p:cNvSpPr>
          <p:nvPr>
            <p:ph type="body" sz="quarter" idx="20"/>
          </p:nvPr>
        </p:nvSpPr>
        <p:spPr>
          <a:xfrm>
            <a:off x="4444169" y="4240093"/>
            <a:ext cx="3293306" cy="1463040"/>
          </a:xfrm>
        </p:spPr>
        <p:txBody>
          <a:bodyPr lIns="0" tIns="0" rIns="0" bIns="0">
            <a:noAutofit/>
          </a:bodyPr>
          <a:lstStyle>
            <a:lvl1pPr marL="0" indent="0" algn="l">
              <a:lnSpc>
                <a:spcPct val="100000"/>
              </a:lnSpc>
              <a:spcBef>
                <a:spcPts val="600"/>
              </a:spcBef>
              <a:spcAft>
                <a:spcPts val="400"/>
              </a:spcAft>
              <a:buNone/>
              <a:defRPr sz="1400">
                <a:solidFill>
                  <a:schemeClr val="bg1"/>
                </a:solidFill>
                <a:latin typeface="+mn-lt"/>
                <a:cs typeface="Arial" panose="020B0604020202020204" pitchFamily="34" charset="0"/>
              </a:defRPr>
            </a:lvl1pPr>
            <a:lvl2pPr>
              <a:lnSpc>
                <a:spcPct val="100000"/>
              </a:lnSpc>
              <a:spcBef>
                <a:spcPts val="600"/>
              </a:spcBef>
              <a:spcAft>
                <a:spcPts val="400"/>
              </a:spcAft>
              <a:defRPr sz="1600">
                <a:solidFill>
                  <a:schemeClr val="bg1"/>
                </a:solidFill>
                <a:latin typeface="Arial" panose="020B0604020202020204" pitchFamily="34" charset="0"/>
                <a:cs typeface="Arial" panose="020B0604020202020204" pitchFamily="34" charset="0"/>
              </a:defRPr>
            </a:lvl2pPr>
            <a:lvl3pPr>
              <a:lnSpc>
                <a:spcPct val="100000"/>
              </a:lnSpc>
              <a:spcBef>
                <a:spcPts val="600"/>
              </a:spcBef>
              <a:spcAft>
                <a:spcPts val="400"/>
              </a:spcAft>
              <a:defRPr sz="1400">
                <a:solidFill>
                  <a:schemeClr val="bg1"/>
                </a:solidFill>
                <a:latin typeface="Arial" panose="020B0604020202020204" pitchFamily="34" charset="0"/>
                <a:cs typeface="Arial" panose="020B0604020202020204" pitchFamily="34" charset="0"/>
              </a:defRPr>
            </a:lvl3pPr>
            <a:lvl4pPr>
              <a:defRPr sz="1400">
                <a:solidFill>
                  <a:schemeClr val="bg1"/>
                </a:solidFill>
                <a:latin typeface="Arial" panose="020B0604020202020204" pitchFamily="34" charset="0"/>
                <a:cs typeface="Arial" panose="020B0604020202020204" pitchFamily="34" charset="0"/>
              </a:defRPr>
            </a:lvl4pPr>
            <a:lvl5pPr>
              <a:defRPr sz="1400">
                <a:solidFill>
                  <a:schemeClr val="bg1"/>
                </a:solidFill>
                <a:latin typeface="Arial" panose="020B0604020202020204" pitchFamily="34" charset="0"/>
                <a:cs typeface="Arial" panose="020B0604020202020204" pitchFamily="34" charset="0"/>
              </a:defRPr>
            </a:lvl5pPr>
          </a:lstStyle>
          <a:p>
            <a:pPr lvl="0"/>
            <a:r>
              <a:rPr lang="en-US" noProof="0"/>
              <a:t>Edit Master text styles</a:t>
            </a:r>
          </a:p>
        </p:txBody>
      </p:sp>
      <p:sp>
        <p:nvSpPr>
          <p:cNvPr id="37" name="Text Placeholder 22">
            <a:extLst>
              <a:ext uri="{FF2B5EF4-FFF2-40B4-BE49-F238E27FC236}">
                <a16:creationId xmlns:a16="http://schemas.microsoft.com/office/drawing/2014/main" id="{DBED2BB0-CDAD-40EE-8B35-C66DF45EE29D}"/>
              </a:ext>
            </a:extLst>
          </p:cNvPr>
          <p:cNvSpPr>
            <a:spLocks noGrp="1"/>
          </p:cNvSpPr>
          <p:nvPr>
            <p:ph type="body" sz="quarter" idx="21"/>
          </p:nvPr>
        </p:nvSpPr>
        <p:spPr>
          <a:xfrm>
            <a:off x="8346244" y="4240093"/>
            <a:ext cx="3293306" cy="1463040"/>
          </a:xfrm>
        </p:spPr>
        <p:txBody>
          <a:bodyPr lIns="0" tIns="0" rIns="0" bIns="0">
            <a:noAutofit/>
          </a:bodyPr>
          <a:lstStyle>
            <a:lvl1pPr marL="0" indent="0" algn="l">
              <a:lnSpc>
                <a:spcPct val="100000"/>
              </a:lnSpc>
              <a:spcBef>
                <a:spcPts val="600"/>
              </a:spcBef>
              <a:spcAft>
                <a:spcPts val="400"/>
              </a:spcAft>
              <a:buNone/>
              <a:defRPr sz="1400">
                <a:solidFill>
                  <a:schemeClr val="bg1"/>
                </a:solidFill>
                <a:latin typeface="+mn-lt"/>
                <a:cs typeface="Arial" panose="020B0604020202020204" pitchFamily="34" charset="0"/>
              </a:defRPr>
            </a:lvl1pPr>
            <a:lvl2pPr>
              <a:lnSpc>
                <a:spcPct val="100000"/>
              </a:lnSpc>
              <a:spcBef>
                <a:spcPts val="600"/>
              </a:spcBef>
              <a:spcAft>
                <a:spcPts val="400"/>
              </a:spcAft>
              <a:defRPr sz="1600">
                <a:solidFill>
                  <a:schemeClr val="bg1"/>
                </a:solidFill>
                <a:latin typeface="Arial" panose="020B0604020202020204" pitchFamily="34" charset="0"/>
                <a:cs typeface="Arial" panose="020B0604020202020204" pitchFamily="34" charset="0"/>
              </a:defRPr>
            </a:lvl2pPr>
            <a:lvl3pPr>
              <a:lnSpc>
                <a:spcPct val="100000"/>
              </a:lnSpc>
              <a:spcBef>
                <a:spcPts val="600"/>
              </a:spcBef>
              <a:spcAft>
                <a:spcPts val="400"/>
              </a:spcAft>
              <a:defRPr sz="1400">
                <a:solidFill>
                  <a:schemeClr val="bg1"/>
                </a:solidFill>
                <a:latin typeface="Arial" panose="020B0604020202020204" pitchFamily="34" charset="0"/>
                <a:cs typeface="Arial" panose="020B0604020202020204" pitchFamily="34" charset="0"/>
              </a:defRPr>
            </a:lvl3pPr>
            <a:lvl4pPr>
              <a:defRPr sz="1400">
                <a:solidFill>
                  <a:schemeClr val="bg1"/>
                </a:solidFill>
                <a:latin typeface="Arial" panose="020B0604020202020204" pitchFamily="34" charset="0"/>
                <a:cs typeface="Arial" panose="020B0604020202020204" pitchFamily="34" charset="0"/>
              </a:defRPr>
            </a:lvl4pPr>
            <a:lvl5pPr>
              <a:defRPr sz="1400">
                <a:solidFill>
                  <a:schemeClr val="bg1"/>
                </a:solidFill>
                <a:latin typeface="Arial" panose="020B0604020202020204" pitchFamily="34" charset="0"/>
                <a:cs typeface="Arial" panose="020B0604020202020204" pitchFamily="34" charset="0"/>
              </a:defRPr>
            </a:lvl5pPr>
          </a:lstStyle>
          <a:p>
            <a:pPr lvl="0"/>
            <a:r>
              <a:rPr lang="en-US" noProof="0"/>
              <a:t>Edit Master text styles</a:t>
            </a:r>
          </a:p>
        </p:txBody>
      </p:sp>
    </p:spTree>
    <p:extLst>
      <p:ext uri="{BB962C8B-B14F-4D97-AF65-F5344CB8AC3E}">
        <p14:creationId xmlns:p14="http://schemas.microsoft.com/office/powerpoint/2010/main" val="1544745716"/>
      </p:ext>
    </p:extLst>
  </p:cSld>
  <p:clrMapOvr>
    <a:masterClrMapping/>
  </p:clrMapOvr>
</p:sldLayout>
</file>

<file path=ppt/slideLayouts/slideLayout13.xml><?xml version="1.0" encoding="utf-8"?>
<p:sldLayout xmlns:a="http://schemas.openxmlformats.org/drawingml/2006/main" xmlns:r="http://schemas.openxmlformats.org/officeDocument/2006/relationships" xmlns:p="http://schemas.openxmlformats.org/presentationml/2006/main" preserve="1" userDrawn="1">
  <p:cSld name="Photo + Text">
    <p:bg>
      <p:bgPr>
        <a:solidFill>
          <a:schemeClr val="accent2"/>
        </a:solidFill>
        <a:effectLst/>
      </p:bgPr>
    </p:bg>
    <p:spTree>
      <p:nvGrpSpPr>
        <p:cNvPr id="1" name=""/>
        <p:cNvGrpSpPr/>
        <p:nvPr/>
      </p:nvGrpSpPr>
      <p:grpSpPr>
        <a:xfrm>
          <a:off x="0" y="0"/>
          <a:ext cx="0" cy="0"/>
          <a:chOff x="0" y="0"/>
          <a:chExt cx="0" cy="0"/>
        </a:xfrm>
      </p:grpSpPr>
      <p:sp>
        <p:nvSpPr>
          <p:cNvPr id="11" name="Rectangle 10">
            <a:extLst>
              <a:ext uri="{FF2B5EF4-FFF2-40B4-BE49-F238E27FC236}">
                <a16:creationId xmlns:a16="http://schemas.microsoft.com/office/drawing/2014/main" id="{EB3E033F-4449-40FA-BC85-BD2712D313DD}"/>
              </a:ext>
            </a:extLst>
          </p:cNvPr>
          <p:cNvSpPr/>
          <p:nvPr userDrawn="1"/>
        </p:nvSpPr>
        <p:spPr>
          <a:xfrm>
            <a:off x="0" y="0"/>
            <a:ext cx="12192000" cy="6884191"/>
          </a:xfrm>
          <a:prstGeom prst="rect">
            <a:avLst/>
          </a:prstGeom>
          <a:solidFill>
            <a:schemeClr val="accent2">
              <a:lumMod val="75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noProof="0" dirty="0"/>
          </a:p>
        </p:txBody>
      </p:sp>
      <p:sp>
        <p:nvSpPr>
          <p:cNvPr id="10" name="Freeform: Shape 9">
            <a:extLst>
              <a:ext uri="{FF2B5EF4-FFF2-40B4-BE49-F238E27FC236}">
                <a16:creationId xmlns:a16="http://schemas.microsoft.com/office/drawing/2014/main" id="{63D26743-0505-444C-80B3-E88EE87DF72B}"/>
              </a:ext>
            </a:extLst>
          </p:cNvPr>
          <p:cNvSpPr/>
          <p:nvPr userDrawn="1"/>
        </p:nvSpPr>
        <p:spPr>
          <a:xfrm>
            <a:off x="0" y="0"/>
            <a:ext cx="12192001" cy="6884191"/>
          </a:xfrm>
          <a:custGeom>
            <a:avLst/>
            <a:gdLst>
              <a:gd name="connsiteX0" fmla="*/ 0 w 12192001"/>
              <a:gd name="connsiteY0" fmla="*/ 0 h 6884191"/>
              <a:gd name="connsiteX1" fmla="*/ 7540222 w 12192001"/>
              <a:gd name="connsiteY1" fmla="*/ 0 h 6884191"/>
              <a:gd name="connsiteX2" fmla="*/ 10260629 w 12192001"/>
              <a:gd name="connsiteY2" fmla="*/ 2725573 h 6884191"/>
              <a:gd name="connsiteX3" fmla="*/ 11286710 w 12192001"/>
              <a:gd name="connsiteY3" fmla="*/ 2725573 h 6884191"/>
              <a:gd name="connsiteX4" fmla="*/ 12192000 w 12192001"/>
              <a:gd name="connsiteY4" fmla="*/ 3632581 h 6884191"/>
              <a:gd name="connsiteX5" fmla="*/ 12192001 w 12192001"/>
              <a:gd name="connsiteY5" fmla="*/ 6884191 h 6884191"/>
              <a:gd name="connsiteX6" fmla="*/ 0 w 12192001"/>
              <a:gd name="connsiteY6" fmla="*/ 6884191 h 6884191"/>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Lst>
            <a:rect l="l" t="t" r="r" b="b"/>
            <a:pathLst>
              <a:path w="12192001" h="6884191">
                <a:moveTo>
                  <a:pt x="0" y="0"/>
                </a:moveTo>
                <a:lnTo>
                  <a:pt x="7540222" y="0"/>
                </a:lnTo>
                <a:lnTo>
                  <a:pt x="10260629" y="2725573"/>
                </a:lnTo>
                <a:lnTo>
                  <a:pt x="11286710" y="2725573"/>
                </a:lnTo>
                <a:lnTo>
                  <a:pt x="12192000" y="3632581"/>
                </a:lnTo>
                <a:lnTo>
                  <a:pt x="12192001" y="6884191"/>
                </a:lnTo>
                <a:lnTo>
                  <a:pt x="0" y="6884191"/>
                </a:lnTo>
                <a:close/>
              </a:path>
            </a:pathLst>
          </a:custGeom>
          <a:solidFill>
            <a:schemeClr val="accent2">
              <a:alpha val="74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wrap="square" rtlCol="0" anchor="ctr">
            <a:noAutofit/>
          </a:bodyPr>
          <a:lstStyle/>
          <a:p>
            <a:pPr algn="ctr"/>
            <a:endParaRPr lang="en-US" noProof="0" dirty="0"/>
          </a:p>
        </p:txBody>
      </p:sp>
      <p:sp>
        <p:nvSpPr>
          <p:cNvPr id="18" name="Freeform: Shape 17">
            <a:extLst>
              <a:ext uri="{FF2B5EF4-FFF2-40B4-BE49-F238E27FC236}">
                <a16:creationId xmlns:a16="http://schemas.microsoft.com/office/drawing/2014/main" id="{E37145E9-AC61-47D5-9288-8789940F81B6}"/>
              </a:ext>
            </a:extLst>
          </p:cNvPr>
          <p:cNvSpPr/>
          <p:nvPr userDrawn="1"/>
        </p:nvSpPr>
        <p:spPr>
          <a:xfrm rot="16200000" flipV="1">
            <a:off x="2964809" y="-2364446"/>
            <a:ext cx="6862744" cy="11591639"/>
          </a:xfrm>
          <a:custGeom>
            <a:avLst/>
            <a:gdLst>
              <a:gd name="connsiteX0" fmla="*/ 6862744 w 6862744"/>
              <a:gd name="connsiteY0" fmla="*/ 11591639 h 11591639"/>
              <a:gd name="connsiteX1" fmla="*/ 6862744 w 6862744"/>
              <a:gd name="connsiteY1" fmla="*/ 5240223 h 11591639"/>
              <a:gd name="connsiteX2" fmla="*/ 4145656 w 6862744"/>
              <a:gd name="connsiteY2" fmla="*/ 5240223 h 11591639"/>
              <a:gd name="connsiteX3" fmla="*/ 4145656 w 6862744"/>
              <a:gd name="connsiteY3" fmla="*/ 5240222 h 11591639"/>
              <a:gd name="connsiteX4" fmla="*/ 6862744 w 6862744"/>
              <a:gd name="connsiteY4" fmla="*/ 5240222 h 11591639"/>
              <a:gd name="connsiteX5" fmla="*/ 4145656 w 6862744"/>
              <a:gd name="connsiteY5" fmla="*/ 2519152 h 11591639"/>
              <a:gd name="connsiteX6" fmla="*/ 4145656 w 6862744"/>
              <a:gd name="connsiteY6" fmla="*/ 1367198 h 11591639"/>
              <a:gd name="connsiteX7" fmla="*/ 2775863 w 6862744"/>
              <a:gd name="connsiteY7" fmla="*/ 0 h 11591639"/>
              <a:gd name="connsiteX8" fmla="*/ 0 w 6862744"/>
              <a:gd name="connsiteY8" fmla="*/ 0 h 11591639"/>
              <a:gd name="connsiteX9" fmla="*/ 0 w 6862744"/>
              <a:gd name="connsiteY9" fmla="*/ 11591639 h 11591639"/>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Lst>
            <a:rect l="l" t="t" r="r" b="b"/>
            <a:pathLst>
              <a:path w="6862744" h="11591639">
                <a:moveTo>
                  <a:pt x="6862744" y="11591639"/>
                </a:moveTo>
                <a:lnTo>
                  <a:pt x="6862744" y="5240223"/>
                </a:lnTo>
                <a:lnTo>
                  <a:pt x="4145656" y="5240223"/>
                </a:lnTo>
                <a:lnTo>
                  <a:pt x="4145656" y="5240222"/>
                </a:lnTo>
                <a:lnTo>
                  <a:pt x="6862744" y="5240222"/>
                </a:lnTo>
                <a:lnTo>
                  <a:pt x="4145656" y="2519152"/>
                </a:lnTo>
                <a:lnTo>
                  <a:pt x="4145656" y="1367198"/>
                </a:lnTo>
                <a:lnTo>
                  <a:pt x="2775863" y="0"/>
                </a:lnTo>
                <a:lnTo>
                  <a:pt x="0" y="0"/>
                </a:lnTo>
                <a:lnTo>
                  <a:pt x="0" y="11591639"/>
                </a:lnTo>
                <a:close/>
              </a:path>
            </a:pathLst>
          </a:custGeom>
          <a:pattFill prst="wdDnDiag">
            <a:fgClr>
              <a:schemeClr val="accent2"/>
            </a:fgClr>
            <a:bgClr>
              <a:schemeClr val="accent2">
                <a:lumMod val="75000"/>
              </a:schemeClr>
            </a:bgClr>
          </a:pattFill>
          <a:ln>
            <a:noFill/>
          </a:ln>
        </p:spPr>
        <p:style>
          <a:lnRef idx="2">
            <a:schemeClr val="accent1">
              <a:shade val="50000"/>
            </a:schemeClr>
          </a:lnRef>
          <a:fillRef idx="1">
            <a:schemeClr val="accent1"/>
          </a:fillRef>
          <a:effectRef idx="0">
            <a:schemeClr val="accent1"/>
          </a:effectRef>
          <a:fontRef idx="minor">
            <a:schemeClr val="lt1"/>
          </a:fontRef>
        </p:style>
        <p:txBody>
          <a:bodyPr wrap="square" rtlCol="0" anchor="ctr">
            <a:noAutofit/>
          </a:bodyPr>
          <a:lstStyle/>
          <a:p>
            <a:pPr algn="ctr"/>
            <a:endParaRPr lang="en-US" noProof="0" dirty="0"/>
          </a:p>
        </p:txBody>
      </p:sp>
      <p:sp>
        <p:nvSpPr>
          <p:cNvPr id="12" name="Freeform: Shape 11">
            <a:extLst>
              <a:ext uri="{FF2B5EF4-FFF2-40B4-BE49-F238E27FC236}">
                <a16:creationId xmlns:a16="http://schemas.microsoft.com/office/drawing/2014/main" id="{A5E2B3ED-9A49-40A7-B8A3-62595FE513F9}"/>
              </a:ext>
            </a:extLst>
          </p:cNvPr>
          <p:cNvSpPr/>
          <p:nvPr userDrawn="1"/>
        </p:nvSpPr>
        <p:spPr>
          <a:xfrm rot="16200000" flipV="1">
            <a:off x="2664629" y="-2664627"/>
            <a:ext cx="6862744" cy="12192000"/>
          </a:xfrm>
          <a:custGeom>
            <a:avLst/>
            <a:gdLst>
              <a:gd name="connsiteX0" fmla="*/ 6849744 w 6849744"/>
              <a:gd name="connsiteY0" fmla="*/ 12192000 h 12192000"/>
              <a:gd name="connsiteX1" fmla="*/ 6849744 w 6849744"/>
              <a:gd name="connsiteY1" fmla="*/ 5840584 h 12192000"/>
              <a:gd name="connsiteX2" fmla="*/ 4137803 w 6849744"/>
              <a:gd name="connsiteY2" fmla="*/ 5840584 h 12192000"/>
              <a:gd name="connsiteX3" fmla="*/ 4137803 w 6849744"/>
              <a:gd name="connsiteY3" fmla="*/ 5840583 h 12192000"/>
              <a:gd name="connsiteX4" fmla="*/ 6849744 w 6849744"/>
              <a:gd name="connsiteY4" fmla="*/ 5840583 h 12192000"/>
              <a:gd name="connsiteX5" fmla="*/ 4137803 w 6849744"/>
              <a:gd name="connsiteY5" fmla="*/ 3119513 h 12192000"/>
              <a:gd name="connsiteX6" fmla="*/ 4137803 w 6849744"/>
              <a:gd name="connsiteY6" fmla="*/ 1967559 h 12192000"/>
              <a:gd name="connsiteX7" fmla="*/ 2170243 w 6849744"/>
              <a:gd name="connsiteY7" fmla="*/ 0 h 12192000"/>
              <a:gd name="connsiteX8" fmla="*/ 0 w 6849744"/>
              <a:gd name="connsiteY8" fmla="*/ 0 h 12192000"/>
              <a:gd name="connsiteX9" fmla="*/ 0 w 6849744"/>
              <a:gd name="connsiteY9" fmla="*/ 12192000 h 12192000"/>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Lst>
            <a:rect l="l" t="t" r="r" b="b"/>
            <a:pathLst>
              <a:path w="6849744" h="12192000">
                <a:moveTo>
                  <a:pt x="6849744" y="12192000"/>
                </a:moveTo>
                <a:lnTo>
                  <a:pt x="6849744" y="5840584"/>
                </a:lnTo>
                <a:lnTo>
                  <a:pt x="4137803" y="5840584"/>
                </a:lnTo>
                <a:lnTo>
                  <a:pt x="4137803" y="5840583"/>
                </a:lnTo>
                <a:lnTo>
                  <a:pt x="6849744" y="5840583"/>
                </a:lnTo>
                <a:lnTo>
                  <a:pt x="4137803" y="3119513"/>
                </a:lnTo>
                <a:lnTo>
                  <a:pt x="4137803" y="1967559"/>
                </a:lnTo>
                <a:lnTo>
                  <a:pt x="2170243" y="0"/>
                </a:lnTo>
                <a:lnTo>
                  <a:pt x="0" y="0"/>
                </a:lnTo>
                <a:lnTo>
                  <a:pt x="0" y="12192000"/>
                </a:lnTo>
                <a:close/>
              </a:path>
            </a:pathLst>
          </a:custGeom>
          <a:pattFill prst="wdUpDiag">
            <a:fgClr>
              <a:schemeClr val="accent2"/>
            </a:fgClr>
            <a:bgClr>
              <a:schemeClr val="accent2">
                <a:lumMod val="50000"/>
              </a:schemeClr>
            </a:bgClr>
          </a:patt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noProof="0" dirty="0"/>
          </a:p>
        </p:txBody>
      </p:sp>
      <p:sp>
        <p:nvSpPr>
          <p:cNvPr id="8" name="Freeform: Shape 7">
            <a:extLst>
              <a:ext uri="{FF2B5EF4-FFF2-40B4-BE49-F238E27FC236}">
                <a16:creationId xmlns:a16="http://schemas.microsoft.com/office/drawing/2014/main" id="{1599AF7E-3E34-4597-AA72-9373A7FDB020}"/>
              </a:ext>
            </a:extLst>
          </p:cNvPr>
          <p:cNvSpPr/>
          <p:nvPr userDrawn="1"/>
        </p:nvSpPr>
        <p:spPr>
          <a:xfrm rot="16200000" flipV="1">
            <a:off x="2664628" y="-2664627"/>
            <a:ext cx="6862744" cy="12192000"/>
          </a:xfrm>
          <a:custGeom>
            <a:avLst/>
            <a:gdLst>
              <a:gd name="connsiteX0" fmla="*/ 6849744 w 6849744"/>
              <a:gd name="connsiteY0" fmla="*/ 12192000 h 12192000"/>
              <a:gd name="connsiteX1" fmla="*/ 6849744 w 6849744"/>
              <a:gd name="connsiteY1" fmla="*/ 5840584 h 12192000"/>
              <a:gd name="connsiteX2" fmla="*/ 4137803 w 6849744"/>
              <a:gd name="connsiteY2" fmla="*/ 5840584 h 12192000"/>
              <a:gd name="connsiteX3" fmla="*/ 4137803 w 6849744"/>
              <a:gd name="connsiteY3" fmla="*/ 5840583 h 12192000"/>
              <a:gd name="connsiteX4" fmla="*/ 6849744 w 6849744"/>
              <a:gd name="connsiteY4" fmla="*/ 5840583 h 12192000"/>
              <a:gd name="connsiteX5" fmla="*/ 4137803 w 6849744"/>
              <a:gd name="connsiteY5" fmla="*/ 3119513 h 12192000"/>
              <a:gd name="connsiteX6" fmla="*/ 4137803 w 6849744"/>
              <a:gd name="connsiteY6" fmla="*/ 1967559 h 12192000"/>
              <a:gd name="connsiteX7" fmla="*/ 2170243 w 6849744"/>
              <a:gd name="connsiteY7" fmla="*/ 0 h 12192000"/>
              <a:gd name="connsiteX8" fmla="*/ 0 w 6849744"/>
              <a:gd name="connsiteY8" fmla="*/ 0 h 12192000"/>
              <a:gd name="connsiteX9" fmla="*/ 0 w 6849744"/>
              <a:gd name="connsiteY9" fmla="*/ 12192000 h 12192000"/>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Lst>
            <a:rect l="l" t="t" r="r" b="b"/>
            <a:pathLst>
              <a:path w="6849744" h="12192000">
                <a:moveTo>
                  <a:pt x="6849744" y="12192000"/>
                </a:moveTo>
                <a:lnTo>
                  <a:pt x="6849744" y="5840584"/>
                </a:lnTo>
                <a:lnTo>
                  <a:pt x="4137803" y="5840584"/>
                </a:lnTo>
                <a:lnTo>
                  <a:pt x="4137803" y="5840583"/>
                </a:lnTo>
                <a:lnTo>
                  <a:pt x="6849744" y="5840583"/>
                </a:lnTo>
                <a:lnTo>
                  <a:pt x="4137803" y="3119513"/>
                </a:lnTo>
                <a:lnTo>
                  <a:pt x="4137803" y="1967559"/>
                </a:lnTo>
                <a:lnTo>
                  <a:pt x="2170243" y="0"/>
                </a:lnTo>
                <a:lnTo>
                  <a:pt x="0" y="0"/>
                </a:lnTo>
                <a:lnTo>
                  <a:pt x="0" y="12192000"/>
                </a:lnTo>
                <a:close/>
              </a:path>
            </a:pathLst>
          </a:custGeom>
          <a:solidFill>
            <a:schemeClr val="accent1">
              <a:lumMod val="50000"/>
              <a:alpha val="90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noProof="0" dirty="0"/>
          </a:p>
        </p:txBody>
      </p:sp>
      <p:sp>
        <p:nvSpPr>
          <p:cNvPr id="2" name="Title 1">
            <a:extLst>
              <a:ext uri="{FF2B5EF4-FFF2-40B4-BE49-F238E27FC236}">
                <a16:creationId xmlns:a16="http://schemas.microsoft.com/office/drawing/2014/main" id="{4A2DF563-7FAC-46B3-B24C-7E45CD89DA2B}"/>
              </a:ext>
            </a:extLst>
          </p:cNvPr>
          <p:cNvSpPr>
            <a:spLocks noGrp="1"/>
          </p:cNvSpPr>
          <p:nvPr>
            <p:ph type="title"/>
          </p:nvPr>
        </p:nvSpPr>
        <p:spPr>
          <a:xfrm>
            <a:off x="444500" y="542925"/>
            <a:ext cx="11214100" cy="535531"/>
          </a:xfrm>
        </p:spPr>
        <p:txBody>
          <a:bodyPr vert="horz" wrap="square" lIns="91440" tIns="45720" rIns="91440" bIns="45720" rtlCol="0" anchor="t">
            <a:spAutoFit/>
          </a:bodyPr>
          <a:lstStyle>
            <a:lvl1pPr>
              <a:defRPr lang="en-GB" sz="3200" b="1" spc="-70" baseline="0" dirty="0">
                <a:solidFill>
                  <a:schemeClr val="bg1"/>
                </a:solidFill>
                <a:latin typeface="+mj-lt"/>
              </a:defRPr>
            </a:lvl1pPr>
          </a:lstStyle>
          <a:p>
            <a:pPr lvl="0"/>
            <a:r>
              <a:rPr lang="en-US" noProof="0"/>
              <a:t>Click to edit Master title style</a:t>
            </a:r>
          </a:p>
        </p:txBody>
      </p:sp>
      <p:grpSp>
        <p:nvGrpSpPr>
          <p:cNvPr id="15" name="Group 14">
            <a:extLst>
              <a:ext uri="{FF2B5EF4-FFF2-40B4-BE49-F238E27FC236}">
                <a16:creationId xmlns:a16="http://schemas.microsoft.com/office/drawing/2014/main" id="{7732E1E7-45E3-4264-8F26-66758696DD1E}"/>
              </a:ext>
            </a:extLst>
          </p:cNvPr>
          <p:cNvGrpSpPr/>
          <p:nvPr userDrawn="1"/>
        </p:nvGrpSpPr>
        <p:grpSpPr>
          <a:xfrm rot="16200000">
            <a:off x="499388" y="-322655"/>
            <a:ext cx="535531" cy="645309"/>
            <a:chOff x="10945855" y="7317026"/>
            <a:chExt cx="2483924" cy="2993104"/>
          </a:xfrm>
        </p:grpSpPr>
        <p:sp>
          <p:nvSpPr>
            <p:cNvPr id="16" name="Freeform: Shape 15">
              <a:extLst>
                <a:ext uri="{FF2B5EF4-FFF2-40B4-BE49-F238E27FC236}">
                  <a16:creationId xmlns:a16="http://schemas.microsoft.com/office/drawing/2014/main" id="{2E3DF883-8093-49FA-81E1-E5D77F086A25}"/>
                </a:ext>
              </a:extLst>
            </p:cNvPr>
            <p:cNvSpPr/>
            <p:nvPr/>
          </p:nvSpPr>
          <p:spPr>
            <a:xfrm rot="2700000">
              <a:off x="10945855" y="7826207"/>
              <a:ext cx="2483923" cy="2483924"/>
            </a:xfrm>
            <a:custGeom>
              <a:avLst/>
              <a:gdLst>
                <a:gd name="connsiteX0" fmla="*/ 754341 w 754341"/>
                <a:gd name="connsiteY0" fmla="*/ 754341 h 754341"/>
                <a:gd name="connsiteX1" fmla="*/ 0 w 754341"/>
                <a:gd name="connsiteY1" fmla="*/ 754341 h 754341"/>
                <a:gd name="connsiteX2" fmla="*/ 0 w 754341"/>
                <a:gd name="connsiteY2" fmla="*/ 0 h 754341"/>
              </a:gdLst>
              <a:ahLst/>
              <a:cxnLst>
                <a:cxn ang="0">
                  <a:pos x="connsiteX0" y="connsiteY0"/>
                </a:cxn>
                <a:cxn ang="0">
                  <a:pos x="connsiteX1" y="connsiteY1"/>
                </a:cxn>
                <a:cxn ang="0">
                  <a:pos x="connsiteX2" y="connsiteY2"/>
                </a:cxn>
              </a:cxnLst>
              <a:rect l="l" t="t" r="r" b="b"/>
              <a:pathLst>
                <a:path w="754341" h="754341">
                  <a:moveTo>
                    <a:pt x="754341" y="754341"/>
                  </a:moveTo>
                  <a:lnTo>
                    <a:pt x="0" y="754341"/>
                  </a:lnTo>
                  <a:lnTo>
                    <a:pt x="0" y="0"/>
                  </a:lnTo>
                  <a:close/>
                </a:path>
              </a:pathLst>
            </a:custGeom>
            <a:solidFill>
              <a:schemeClr val="accent1">
                <a:lumMod val="50000"/>
              </a:schemeClr>
            </a:solidFill>
            <a:ln>
              <a:noFill/>
            </a:ln>
            <a:effectLst/>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noProof="0" dirty="0"/>
            </a:p>
          </p:txBody>
        </p:sp>
        <p:sp>
          <p:nvSpPr>
            <p:cNvPr id="17" name="Freeform: Shape 16">
              <a:extLst>
                <a:ext uri="{FF2B5EF4-FFF2-40B4-BE49-F238E27FC236}">
                  <a16:creationId xmlns:a16="http://schemas.microsoft.com/office/drawing/2014/main" id="{18944C90-37E5-4BBE-89FF-060627168050}"/>
                </a:ext>
              </a:extLst>
            </p:cNvPr>
            <p:cNvSpPr/>
            <p:nvPr/>
          </p:nvSpPr>
          <p:spPr>
            <a:xfrm rot="8100000" flipH="1">
              <a:off x="10986797" y="7317026"/>
              <a:ext cx="2402031" cy="2402032"/>
            </a:xfrm>
            <a:custGeom>
              <a:avLst/>
              <a:gdLst>
                <a:gd name="connsiteX0" fmla="*/ 754341 w 754341"/>
                <a:gd name="connsiteY0" fmla="*/ 754341 h 754341"/>
                <a:gd name="connsiteX1" fmla="*/ 0 w 754341"/>
                <a:gd name="connsiteY1" fmla="*/ 754341 h 754341"/>
                <a:gd name="connsiteX2" fmla="*/ 0 w 754341"/>
                <a:gd name="connsiteY2" fmla="*/ 0 h 754341"/>
              </a:gdLst>
              <a:ahLst/>
              <a:cxnLst>
                <a:cxn ang="0">
                  <a:pos x="connsiteX0" y="connsiteY0"/>
                </a:cxn>
                <a:cxn ang="0">
                  <a:pos x="connsiteX1" y="connsiteY1"/>
                </a:cxn>
                <a:cxn ang="0">
                  <a:pos x="connsiteX2" y="connsiteY2"/>
                </a:cxn>
              </a:cxnLst>
              <a:rect l="l" t="t" r="r" b="b"/>
              <a:pathLst>
                <a:path w="754341" h="754341">
                  <a:moveTo>
                    <a:pt x="754341" y="754341"/>
                  </a:moveTo>
                  <a:lnTo>
                    <a:pt x="0" y="754341"/>
                  </a:lnTo>
                  <a:lnTo>
                    <a:pt x="0" y="0"/>
                  </a:lnTo>
                  <a:close/>
                </a:path>
              </a:pathLst>
            </a:custGeom>
            <a:pattFill prst="dkHorz">
              <a:fgClr>
                <a:schemeClr val="accent1">
                  <a:lumMod val="60000"/>
                  <a:lumOff val="40000"/>
                </a:schemeClr>
              </a:fgClr>
              <a:bgClr>
                <a:schemeClr val="accent2">
                  <a:lumMod val="50000"/>
                </a:schemeClr>
              </a:bgClr>
            </a:pattFill>
            <a:ln>
              <a:noFill/>
            </a:ln>
            <a:effectLst/>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noProof="0" dirty="0"/>
            </a:p>
          </p:txBody>
        </p:sp>
      </p:grpSp>
      <p:grpSp>
        <p:nvGrpSpPr>
          <p:cNvPr id="6" name="Group 5">
            <a:extLst>
              <a:ext uri="{FF2B5EF4-FFF2-40B4-BE49-F238E27FC236}">
                <a16:creationId xmlns:a16="http://schemas.microsoft.com/office/drawing/2014/main" id="{D9EBF8BB-A805-4DDB-B459-082F99815B95}"/>
              </a:ext>
            </a:extLst>
          </p:cNvPr>
          <p:cNvGrpSpPr/>
          <p:nvPr userDrawn="1"/>
        </p:nvGrpSpPr>
        <p:grpSpPr>
          <a:xfrm>
            <a:off x="-1" y="1357409"/>
            <a:ext cx="12192001" cy="4846320"/>
            <a:chOff x="-1" y="1357409"/>
            <a:chExt cx="12192001" cy="4917518"/>
          </a:xfrm>
        </p:grpSpPr>
        <p:sp>
          <p:nvSpPr>
            <p:cNvPr id="19" name="Rectangle: Single Corner Snipped 18">
              <a:extLst>
                <a:ext uri="{FF2B5EF4-FFF2-40B4-BE49-F238E27FC236}">
                  <a16:creationId xmlns:a16="http://schemas.microsoft.com/office/drawing/2014/main" id="{5D638788-DD47-45E7-939A-FA108A818173}"/>
                </a:ext>
              </a:extLst>
            </p:cNvPr>
            <p:cNvSpPr/>
            <p:nvPr userDrawn="1"/>
          </p:nvSpPr>
          <p:spPr>
            <a:xfrm flipV="1">
              <a:off x="-1" y="1357409"/>
              <a:ext cx="12192000" cy="4917518"/>
            </a:xfrm>
            <a:prstGeom prst="snip1Rect">
              <a:avLst>
                <a:gd name="adj" fmla="val 0"/>
              </a:avLst>
            </a:prstGeom>
            <a:pattFill prst="dkVert">
              <a:fgClr>
                <a:srgbClr val="0C4360"/>
              </a:fgClr>
              <a:bgClr>
                <a:schemeClr val="accent2">
                  <a:lumMod val="50000"/>
                </a:schemeClr>
              </a:bgClr>
            </a:patt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noProof="0" dirty="0"/>
            </a:p>
          </p:txBody>
        </p:sp>
        <p:sp>
          <p:nvSpPr>
            <p:cNvPr id="3" name="Rectangle: Single Corner Snipped 2">
              <a:extLst>
                <a:ext uri="{FF2B5EF4-FFF2-40B4-BE49-F238E27FC236}">
                  <a16:creationId xmlns:a16="http://schemas.microsoft.com/office/drawing/2014/main" id="{74BDECEF-EEFE-4332-B3B2-BDE4F82C10FC}"/>
                </a:ext>
              </a:extLst>
            </p:cNvPr>
            <p:cNvSpPr/>
            <p:nvPr userDrawn="1"/>
          </p:nvSpPr>
          <p:spPr>
            <a:xfrm flipV="1">
              <a:off x="-1" y="1357409"/>
              <a:ext cx="12192001" cy="4917518"/>
            </a:xfrm>
            <a:prstGeom prst="snip1Rect">
              <a:avLst>
                <a:gd name="adj" fmla="val 19670"/>
              </a:avLst>
            </a:prstGeom>
            <a:solidFill>
              <a:schemeClr val="accent1">
                <a:lumMod val="50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noProof="0" dirty="0"/>
            </a:p>
          </p:txBody>
        </p:sp>
      </p:grpSp>
      <p:sp>
        <p:nvSpPr>
          <p:cNvPr id="26" name="Text Placeholder 22">
            <a:extLst>
              <a:ext uri="{FF2B5EF4-FFF2-40B4-BE49-F238E27FC236}">
                <a16:creationId xmlns:a16="http://schemas.microsoft.com/office/drawing/2014/main" id="{2A19101D-7C37-42BF-8167-5391EA65EC3A}"/>
              </a:ext>
            </a:extLst>
          </p:cNvPr>
          <p:cNvSpPr>
            <a:spLocks noGrp="1"/>
          </p:cNvSpPr>
          <p:nvPr>
            <p:ph type="body" sz="quarter" idx="18"/>
          </p:nvPr>
        </p:nvSpPr>
        <p:spPr>
          <a:xfrm>
            <a:off x="542094" y="4240093"/>
            <a:ext cx="9402006" cy="1463040"/>
          </a:xfrm>
        </p:spPr>
        <p:txBody>
          <a:bodyPr lIns="0" tIns="0" rIns="0" bIns="0">
            <a:noAutofit/>
          </a:bodyPr>
          <a:lstStyle>
            <a:lvl1pPr marL="0" indent="0" algn="l">
              <a:lnSpc>
                <a:spcPct val="100000"/>
              </a:lnSpc>
              <a:spcBef>
                <a:spcPts val="300"/>
              </a:spcBef>
              <a:spcAft>
                <a:spcPts val="300"/>
              </a:spcAft>
              <a:buNone/>
              <a:defRPr sz="1400">
                <a:solidFill>
                  <a:schemeClr val="bg1"/>
                </a:solidFill>
                <a:latin typeface="+mn-lt"/>
                <a:cs typeface="Arial" panose="020B0604020202020204" pitchFamily="34" charset="0"/>
              </a:defRPr>
            </a:lvl1pPr>
            <a:lvl2pPr>
              <a:lnSpc>
                <a:spcPct val="100000"/>
              </a:lnSpc>
              <a:spcBef>
                <a:spcPts val="600"/>
              </a:spcBef>
              <a:spcAft>
                <a:spcPts val="400"/>
              </a:spcAft>
              <a:defRPr sz="1600">
                <a:solidFill>
                  <a:schemeClr val="bg1"/>
                </a:solidFill>
                <a:latin typeface="Arial" panose="020B0604020202020204" pitchFamily="34" charset="0"/>
                <a:cs typeface="Arial" panose="020B0604020202020204" pitchFamily="34" charset="0"/>
              </a:defRPr>
            </a:lvl2pPr>
            <a:lvl3pPr>
              <a:lnSpc>
                <a:spcPct val="100000"/>
              </a:lnSpc>
              <a:spcBef>
                <a:spcPts val="600"/>
              </a:spcBef>
              <a:spcAft>
                <a:spcPts val="400"/>
              </a:spcAft>
              <a:defRPr sz="1400">
                <a:solidFill>
                  <a:schemeClr val="bg1"/>
                </a:solidFill>
                <a:latin typeface="Arial" panose="020B0604020202020204" pitchFamily="34" charset="0"/>
                <a:cs typeface="Arial" panose="020B0604020202020204" pitchFamily="34" charset="0"/>
              </a:defRPr>
            </a:lvl3pPr>
            <a:lvl4pPr>
              <a:defRPr sz="1400">
                <a:solidFill>
                  <a:schemeClr val="bg1"/>
                </a:solidFill>
                <a:latin typeface="Arial" panose="020B0604020202020204" pitchFamily="34" charset="0"/>
                <a:cs typeface="Arial" panose="020B0604020202020204" pitchFamily="34" charset="0"/>
              </a:defRPr>
            </a:lvl4pPr>
            <a:lvl5pPr>
              <a:defRPr sz="1400">
                <a:solidFill>
                  <a:schemeClr val="bg1"/>
                </a:solidFill>
                <a:latin typeface="Arial" panose="020B0604020202020204" pitchFamily="34" charset="0"/>
                <a:cs typeface="Arial" panose="020B0604020202020204" pitchFamily="34" charset="0"/>
              </a:defRPr>
            </a:lvl5pPr>
          </a:lstStyle>
          <a:p>
            <a:pPr lvl="0"/>
            <a:r>
              <a:rPr lang="en-US" noProof="0"/>
              <a:t>Edit Master text styles</a:t>
            </a:r>
          </a:p>
        </p:txBody>
      </p:sp>
      <p:sp>
        <p:nvSpPr>
          <p:cNvPr id="35" name="Freeform: Shape 34">
            <a:extLst>
              <a:ext uri="{FF2B5EF4-FFF2-40B4-BE49-F238E27FC236}">
                <a16:creationId xmlns:a16="http://schemas.microsoft.com/office/drawing/2014/main" id="{62EEBF51-DCAD-4335-85E9-52801031A1BF}"/>
              </a:ext>
            </a:extLst>
          </p:cNvPr>
          <p:cNvSpPr/>
          <p:nvPr userDrawn="1"/>
        </p:nvSpPr>
        <p:spPr>
          <a:xfrm flipH="1">
            <a:off x="10782300" y="5448297"/>
            <a:ext cx="1409700" cy="1409703"/>
          </a:xfrm>
          <a:custGeom>
            <a:avLst/>
            <a:gdLst>
              <a:gd name="connsiteX0" fmla="*/ 754341 w 754341"/>
              <a:gd name="connsiteY0" fmla="*/ 754341 h 754341"/>
              <a:gd name="connsiteX1" fmla="*/ 0 w 754341"/>
              <a:gd name="connsiteY1" fmla="*/ 754341 h 754341"/>
              <a:gd name="connsiteX2" fmla="*/ 0 w 754341"/>
              <a:gd name="connsiteY2" fmla="*/ 0 h 754341"/>
            </a:gdLst>
            <a:ahLst/>
            <a:cxnLst>
              <a:cxn ang="0">
                <a:pos x="connsiteX0" y="connsiteY0"/>
              </a:cxn>
              <a:cxn ang="0">
                <a:pos x="connsiteX1" y="connsiteY1"/>
              </a:cxn>
              <a:cxn ang="0">
                <a:pos x="connsiteX2" y="connsiteY2"/>
              </a:cxn>
            </a:cxnLst>
            <a:rect l="l" t="t" r="r" b="b"/>
            <a:pathLst>
              <a:path w="754341" h="754341">
                <a:moveTo>
                  <a:pt x="754341" y="754341"/>
                </a:moveTo>
                <a:lnTo>
                  <a:pt x="0" y="754341"/>
                </a:lnTo>
                <a:lnTo>
                  <a:pt x="0" y="0"/>
                </a:lnTo>
                <a:close/>
              </a:path>
            </a:pathLst>
          </a:custGeom>
          <a:pattFill prst="dkHorz">
            <a:fgClr>
              <a:schemeClr val="accent2">
                <a:lumMod val="50000"/>
              </a:schemeClr>
            </a:fgClr>
            <a:bgClr>
              <a:schemeClr val="accent2"/>
            </a:bgClr>
          </a:pattFill>
          <a:ln>
            <a:noFill/>
          </a:ln>
          <a:effectLst/>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noProof="0" dirty="0"/>
          </a:p>
        </p:txBody>
      </p:sp>
      <p:sp>
        <p:nvSpPr>
          <p:cNvPr id="5" name="Slide Number Placeholder 4">
            <a:extLst>
              <a:ext uri="{FF2B5EF4-FFF2-40B4-BE49-F238E27FC236}">
                <a16:creationId xmlns:a16="http://schemas.microsoft.com/office/drawing/2014/main" id="{87B51822-97FF-47A7-8E4E-A0F79B4EB237}"/>
              </a:ext>
            </a:extLst>
          </p:cNvPr>
          <p:cNvSpPr>
            <a:spLocks noGrp="1"/>
          </p:cNvSpPr>
          <p:nvPr>
            <p:ph type="sldNum" sz="quarter" idx="12"/>
          </p:nvPr>
        </p:nvSpPr>
        <p:spPr>
          <a:xfrm>
            <a:off x="11252200" y="6315075"/>
            <a:ext cx="406400" cy="365125"/>
          </a:xfrm>
        </p:spPr>
        <p:txBody>
          <a:bodyPr/>
          <a:lstStyle>
            <a:lvl1pPr>
              <a:defRPr sz="1000">
                <a:solidFill>
                  <a:schemeClr val="bg1"/>
                </a:solidFill>
                <a:latin typeface="Trade Gothic LT Pro" panose="020B0503040303020004" pitchFamily="34" charset="0"/>
              </a:defRPr>
            </a:lvl1pPr>
          </a:lstStyle>
          <a:p>
            <a:fld id="{C263D6C4-4840-40CC-AC84-17E24B3B7BDE}" type="slidenum">
              <a:rPr lang="en-US" noProof="0" smtClean="0"/>
              <a:pPr/>
              <a:t>‹#›</a:t>
            </a:fld>
            <a:endParaRPr lang="en-US" noProof="0" dirty="0"/>
          </a:p>
        </p:txBody>
      </p:sp>
      <p:sp>
        <p:nvSpPr>
          <p:cNvPr id="13" name="Picture Placeholder 12">
            <a:extLst>
              <a:ext uri="{FF2B5EF4-FFF2-40B4-BE49-F238E27FC236}">
                <a16:creationId xmlns:a16="http://schemas.microsoft.com/office/drawing/2014/main" id="{231B97CF-FD24-4932-8459-893B1AC73D33}"/>
              </a:ext>
            </a:extLst>
          </p:cNvPr>
          <p:cNvSpPr>
            <a:spLocks noGrp="1"/>
          </p:cNvSpPr>
          <p:nvPr>
            <p:ph type="pic" sz="quarter" idx="19" hasCustomPrompt="1"/>
          </p:nvPr>
        </p:nvSpPr>
        <p:spPr>
          <a:xfrm>
            <a:off x="-2" y="1352575"/>
            <a:ext cx="12192002" cy="2289897"/>
          </a:xfrm>
        </p:spPr>
        <p:txBody>
          <a:bodyPr anchor="ctr">
            <a:normAutofit/>
          </a:bodyPr>
          <a:lstStyle>
            <a:lvl1pPr marL="0" indent="0" algn="ctr">
              <a:buNone/>
              <a:defRPr sz="1400">
                <a:solidFill>
                  <a:schemeClr val="accent2"/>
                </a:solidFill>
                <a:latin typeface="Trade Gothic LT Pro" panose="020B0503040303020004" pitchFamily="34" charset="0"/>
              </a:defRPr>
            </a:lvl1pPr>
          </a:lstStyle>
          <a:p>
            <a:r>
              <a:rPr lang="en-US" noProof="0" dirty="0"/>
              <a:t>Insert image</a:t>
            </a:r>
          </a:p>
        </p:txBody>
      </p:sp>
    </p:spTree>
    <p:extLst>
      <p:ext uri="{BB962C8B-B14F-4D97-AF65-F5344CB8AC3E}">
        <p14:creationId xmlns:p14="http://schemas.microsoft.com/office/powerpoint/2010/main" val="2486826778"/>
      </p:ext>
    </p:extLst>
  </p:cSld>
  <p:clrMapOvr>
    <a:masterClrMapping/>
  </p:clrMapOvr>
</p:sldLayout>
</file>

<file path=ppt/slideLayouts/slideLayout14.xml><?xml version="1.0" encoding="utf-8"?>
<p:sldLayout xmlns:a="http://schemas.openxmlformats.org/drawingml/2006/main" xmlns:r="http://schemas.openxmlformats.org/officeDocument/2006/relationships" xmlns:p="http://schemas.openxmlformats.org/presentationml/2006/main" preserve="1" userDrawn="1">
  <p:cSld name="Picture with Caption">
    <p:bg>
      <p:bgPr>
        <a:solidFill>
          <a:schemeClr val="accent2"/>
        </a:solidFill>
        <a:effectLst/>
      </p:bgPr>
    </p:bg>
    <p:spTree>
      <p:nvGrpSpPr>
        <p:cNvPr id="1" name=""/>
        <p:cNvGrpSpPr/>
        <p:nvPr/>
      </p:nvGrpSpPr>
      <p:grpSpPr>
        <a:xfrm>
          <a:off x="0" y="0"/>
          <a:ext cx="0" cy="0"/>
          <a:chOff x="0" y="0"/>
          <a:chExt cx="0" cy="0"/>
        </a:xfrm>
      </p:grpSpPr>
      <p:sp>
        <p:nvSpPr>
          <p:cNvPr id="11" name="Rectangle 10">
            <a:extLst>
              <a:ext uri="{FF2B5EF4-FFF2-40B4-BE49-F238E27FC236}">
                <a16:creationId xmlns:a16="http://schemas.microsoft.com/office/drawing/2014/main" id="{EB3E033F-4449-40FA-BC85-BD2712D313DD}"/>
              </a:ext>
            </a:extLst>
          </p:cNvPr>
          <p:cNvSpPr/>
          <p:nvPr userDrawn="1"/>
        </p:nvSpPr>
        <p:spPr>
          <a:xfrm>
            <a:off x="0" y="0"/>
            <a:ext cx="12192000" cy="6884191"/>
          </a:xfrm>
          <a:prstGeom prst="rect">
            <a:avLst/>
          </a:prstGeom>
          <a:solidFill>
            <a:schemeClr val="accent2">
              <a:lumMod val="75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noProof="0" dirty="0"/>
          </a:p>
        </p:txBody>
      </p:sp>
      <p:sp>
        <p:nvSpPr>
          <p:cNvPr id="10" name="Freeform: Shape 9">
            <a:extLst>
              <a:ext uri="{FF2B5EF4-FFF2-40B4-BE49-F238E27FC236}">
                <a16:creationId xmlns:a16="http://schemas.microsoft.com/office/drawing/2014/main" id="{63D26743-0505-444C-80B3-E88EE87DF72B}"/>
              </a:ext>
            </a:extLst>
          </p:cNvPr>
          <p:cNvSpPr/>
          <p:nvPr userDrawn="1"/>
        </p:nvSpPr>
        <p:spPr>
          <a:xfrm>
            <a:off x="0" y="0"/>
            <a:ext cx="12192001" cy="6884191"/>
          </a:xfrm>
          <a:custGeom>
            <a:avLst/>
            <a:gdLst>
              <a:gd name="connsiteX0" fmla="*/ 0 w 12192001"/>
              <a:gd name="connsiteY0" fmla="*/ 0 h 6884191"/>
              <a:gd name="connsiteX1" fmla="*/ 7540222 w 12192001"/>
              <a:gd name="connsiteY1" fmla="*/ 0 h 6884191"/>
              <a:gd name="connsiteX2" fmla="*/ 10260629 w 12192001"/>
              <a:gd name="connsiteY2" fmla="*/ 2725573 h 6884191"/>
              <a:gd name="connsiteX3" fmla="*/ 11286710 w 12192001"/>
              <a:gd name="connsiteY3" fmla="*/ 2725573 h 6884191"/>
              <a:gd name="connsiteX4" fmla="*/ 12192000 w 12192001"/>
              <a:gd name="connsiteY4" fmla="*/ 3632581 h 6884191"/>
              <a:gd name="connsiteX5" fmla="*/ 12192001 w 12192001"/>
              <a:gd name="connsiteY5" fmla="*/ 6884191 h 6884191"/>
              <a:gd name="connsiteX6" fmla="*/ 0 w 12192001"/>
              <a:gd name="connsiteY6" fmla="*/ 6884191 h 6884191"/>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Lst>
            <a:rect l="l" t="t" r="r" b="b"/>
            <a:pathLst>
              <a:path w="12192001" h="6884191">
                <a:moveTo>
                  <a:pt x="0" y="0"/>
                </a:moveTo>
                <a:lnTo>
                  <a:pt x="7540222" y="0"/>
                </a:lnTo>
                <a:lnTo>
                  <a:pt x="10260629" y="2725573"/>
                </a:lnTo>
                <a:lnTo>
                  <a:pt x="11286710" y="2725573"/>
                </a:lnTo>
                <a:lnTo>
                  <a:pt x="12192000" y="3632581"/>
                </a:lnTo>
                <a:lnTo>
                  <a:pt x="12192001" y="6884191"/>
                </a:lnTo>
                <a:lnTo>
                  <a:pt x="0" y="6884191"/>
                </a:lnTo>
                <a:close/>
              </a:path>
            </a:pathLst>
          </a:custGeom>
          <a:solidFill>
            <a:schemeClr val="accent2">
              <a:alpha val="74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wrap="square" rtlCol="0" anchor="ctr">
            <a:noAutofit/>
          </a:bodyPr>
          <a:lstStyle/>
          <a:p>
            <a:pPr algn="ctr"/>
            <a:endParaRPr lang="en-US" noProof="0" dirty="0"/>
          </a:p>
        </p:txBody>
      </p:sp>
      <p:sp>
        <p:nvSpPr>
          <p:cNvPr id="18" name="Freeform: Shape 17">
            <a:extLst>
              <a:ext uri="{FF2B5EF4-FFF2-40B4-BE49-F238E27FC236}">
                <a16:creationId xmlns:a16="http://schemas.microsoft.com/office/drawing/2014/main" id="{E37145E9-AC61-47D5-9288-8789940F81B6}"/>
              </a:ext>
            </a:extLst>
          </p:cNvPr>
          <p:cNvSpPr/>
          <p:nvPr userDrawn="1"/>
        </p:nvSpPr>
        <p:spPr>
          <a:xfrm rot="16200000" flipV="1">
            <a:off x="2964809" y="-2364446"/>
            <a:ext cx="6862744" cy="11591639"/>
          </a:xfrm>
          <a:custGeom>
            <a:avLst/>
            <a:gdLst>
              <a:gd name="connsiteX0" fmla="*/ 6862744 w 6862744"/>
              <a:gd name="connsiteY0" fmla="*/ 11591639 h 11591639"/>
              <a:gd name="connsiteX1" fmla="*/ 6862744 w 6862744"/>
              <a:gd name="connsiteY1" fmla="*/ 5240223 h 11591639"/>
              <a:gd name="connsiteX2" fmla="*/ 4145656 w 6862744"/>
              <a:gd name="connsiteY2" fmla="*/ 5240223 h 11591639"/>
              <a:gd name="connsiteX3" fmla="*/ 4145656 w 6862744"/>
              <a:gd name="connsiteY3" fmla="*/ 5240222 h 11591639"/>
              <a:gd name="connsiteX4" fmla="*/ 6862744 w 6862744"/>
              <a:gd name="connsiteY4" fmla="*/ 5240222 h 11591639"/>
              <a:gd name="connsiteX5" fmla="*/ 4145656 w 6862744"/>
              <a:gd name="connsiteY5" fmla="*/ 2519152 h 11591639"/>
              <a:gd name="connsiteX6" fmla="*/ 4145656 w 6862744"/>
              <a:gd name="connsiteY6" fmla="*/ 1367198 h 11591639"/>
              <a:gd name="connsiteX7" fmla="*/ 2775863 w 6862744"/>
              <a:gd name="connsiteY7" fmla="*/ 0 h 11591639"/>
              <a:gd name="connsiteX8" fmla="*/ 0 w 6862744"/>
              <a:gd name="connsiteY8" fmla="*/ 0 h 11591639"/>
              <a:gd name="connsiteX9" fmla="*/ 0 w 6862744"/>
              <a:gd name="connsiteY9" fmla="*/ 11591639 h 11591639"/>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Lst>
            <a:rect l="l" t="t" r="r" b="b"/>
            <a:pathLst>
              <a:path w="6862744" h="11591639">
                <a:moveTo>
                  <a:pt x="6862744" y="11591639"/>
                </a:moveTo>
                <a:lnTo>
                  <a:pt x="6862744" y="5240223"/>
                </a:lnTo>
                <a:lnTo>
                  <a:pt x="4145656" y="5240223"/>
                </a:lnTo>
                <a:lnTo>
                  <a:pt x="4145656" y="5240222"/>
                </a:lnTo>
                <a:lnTo>
                  <a:pt x="6862744" y="5240222"/>
                </a:lnTo>
                <a:lnTo>
                  <a:pt x="4145656" y="2519152"/>
                </a:lnTo>
                <a:lnTo>
                  <a:pt x="4145656" y="1367198"/>
                </a:lnTo>
                <a:lnTo>
                  <a:pt x="2775863" y="0"/>
                </a:lnTo>
                <a:lnTo>
                  <a:pt x="0" y="0"/>
                </a:lnTo>
                <a:lnTo>
                  <a:pt x="0" y="11591639"/>
                </a:lnTo>
                <a:close/>
              </a:path>
            </a:pathLst>
          </a:custGeom>
          <a:pattFill prst="wdDnDiag">
            <a:fgClr>
              <a:schemeClr val="accent2"/>
            </a:fgClr>
            <a:bgClr>
              <a:schemeClr val="accent2">
                <a:lumMod val="75000"/>
              </a:schemeClr>
            </a:bgClr>
          </a:pattFill>
          <a:ln>
            <a:noFill/>
          </a:ln>
        </p:spPr>
        <p:style>
          <a:lnRef idx="2">
            <a:schemeClr val="accent1">
              <a:shade val="50000"/>
            </a:schemeClr>
          </a:lnRef>
          <a:fillRef idx="1">
            <a:schemeClr val="accent1"/>
          </a:fillRef>
          <a:effectRef idx="0">
            <a:schemeClr val="accent1"/>
          </a:effectRef>
          <a:fontRef idx="minor">
            <a:schemeClr val="lt1"/>
          </a:fontRef>
        </p:style>
        <p:txBody>
          <a:bodyPr wrap="square" rtlCol="0" anchor="ctr">
            <a:noAutofit/>
          </a:bodyPr>
          <a:lstStyle/>
          <a:p>
            <a:pPr algn="ctr"/>
            <a:endParaRPr lang="en-US" noProof="0" dirty="0"/>
          </a:p>
        </p:txBody>
      </p:sp>
      <p:sp>
        <p:nvSpPr>
          <p:cNvPr id="12" name="Freeform: Shape 11">
            <a:extLst>
              <a:ext uri="{FF2B5EF4-FFF2-40B4-BE49-F238E27FC236}">
                <a16:creationId xmlns:a16="http://schemas.microsoft.com/office/drawing/2014/main" id="{A5E2B3ED-9A49-40A7-B8A3-62595FE513F9}"/>
              </a:ext>
            </a:extLst>
          </p:cNvPr>
          <p:cNvSpPr/>
          <p:nvPr userDrawn="1"/>
        </p:nvSpPr>
        <p:spPr>
          <a:xfrm rot="16200000" flipV="1">
            <a:off x="2664629" y="-2664627"/>
            <a:ext cx="6862744" cy="12192000"/>
          </a:xfrm>
          <a:custGeom>
            <a:avLst/>
            <a:gdLst>
              <a:gd name="connsiteX0" fmla="*/ 6849744 w 6849744"/>
              <a:gd name="connsiteY0" fmla="*/ 12192000 h 12192000"/>
              <a:gd name="connsiteX1" fmla="*/ 6849744 w 6849744"/>
              <a:gd name="connsiteY1" fmla="*/ 5840584 h 12192000"/>
              <a:gd name="connsiteX2" fmla="*/ 4137803 w 6849744"/>
              <a:gd name="connsiteY2" fmla="*/ 5840584 h 12192000"/>
              <a:gd name="connsiteX3" fmla="*/ 4137803 w 6849744"/>
              <a:gd name="connsiteY3" fmla="*/ 5840583 h 12192000"/>
              <a:gd name="connsiteX4" fmla="*/ 6849744 w 6849744"/>
              <a:gd name="connsiteY4" fmla="*/ 5840583 h 12192000"/>
              <a:gd name="connsiteX5" fmla="*/ 4137803 w 6849744"/>
              <a:gd name="connsiteY5" fmla="*/ 3119513 h 12192000"/>
              <a:gd name="connsiteX6" fmla="*/ 4137803 w 6849744"/>
              <a:gd name="connsiteY6" fmla="*/ 1967559 h 12192000"/>
              <a:gd name="connsiteX7" fmla="*/ 2170243 w 6849744"/>
              <a:gd name="connsiteY7" fmla="*/ 0 h 12192000"/>
              <a:gd name="connsiteX8" fmla="*/ 0 w 6849744"/>
              <a:gd name="connsiteY8" fmla="*/ 0 h 12192000"/>
              <a:gd name="connsiteX9" fmla="*/ 0 w 6849744"/>
              <a:gd name="connsiteY9" fmla="*/ 12192000 h 12192000"/>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Lst>
            <a:rect l="l" t="t" r="r" b="b"/>
            <a:pathLst>
              <a:path w="6849744" h="12192000">
                <a:moveTo>
                  <a:pt x="6849744" y="12192000"/>
                </a:moveTo>
                <a:lnTo>
                  <a:pt x="6849744" y="5840584"/>
                </a:lnTo>
                <a:lnTo>
                  <a:pt x="4137803" y="5840584"/>
                </a:lnTo>
                <a:lnTo>
                  <a:pt x="4137803" y="5840583"/>
                </a:lnTo>
                <a:lnTo>
                  <a:pt x="6849744" y="5840583"/>
                </a:lnTo>
                <a:lnTo>
                  <a:pt x="4137803" y="3119513"/>
                </a:lnTo>
                <a:lnTo>
                  <a:pt x="4137803" y="1967559"/>
                </a:lnTo>
                <a:lnTo>
                  <a:pt x="2170243" y="0"/>
                </a:lnTo>
                <a:lnTo>
                  <a:pt x="0" y="0"/>
                </a:lnTo>
                <a:lnTo>
                  <a:pt x="0" y="12192000"/>
                </a:lnTo>
                <a:close/>
              </a:path>
            </a:pathLst>
          </a:custGeom>
          <a:pattFill prst="wdUpDiag">
            <a:fgClr>
              <a:schemeClr val="accent2"/>
            </a:fgClr>
            <a:bgClr>
              <a:schemeClr val="accent2">
                <a:lumMod val="50000"/>
              </a:schemeClr>
            </a:bgClr>
          </a:patt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noProof="0" dirty="0"/>
          </a:p>
        </p:txBody>
      </p:sp>
      <p:sp>
        <p:nvSpPr>
          <p:cNvPr id="8" name="Freeform: Shape 7">
            <a:extLst>
              <a:ext uri="{FF2B5EF4-FFF2-40B4-BE49-F238E27FC236}">
                <a16:creationId xmlns:a16="http://schemas.microsoft.com/office/drawing/2014/main" id="{1599AF7E-3E34-4597-AA72-9373A7FDB020}"/>
              </a:ext>
            </a:extLst>
          </p:cNvPr>
          <p:cNvSpPr/>
          <p:nvPr userDrawn="1"/>
        </p:nvSpPr>
        <p:spPr>
          <a:xfrm rot="16200000" flipV="1">
            <a:off x="2664628" y="-2664627"/>
            <a:ext cx="6862744" cy="12192000"/>
          </a:xfrm>
          <a:custGeom>
            <a:avLst/>
            <a:gdLst>
              <a:gd name="connsiteX0" fmla="*/ 6849744 w 6849744"/>
              <a:gd name="connsiteY0" fmla="*/ 12192000 h 12192000"/>
              <a:gd name="connsiteX1" fmla="*/ 6849744 w 6849744"/>
              <a:gd name="connsiteY1" fmla="*/ 5840584 h 12192000"/>
              <a:gd name="connsiteX2" fmla="*/ 4137803 w 6849744"/>
              <a:gd name="connsiteY2" fmla="*/ 5840584 h 12192000"/>
              <a:gd name="connsiteX3" fmla="*/ 4137803 w 6849744"/>
              <a:gd name="connsiteY3" fmla="*/ 5840583 h 12192000"/>
              <a:gd name="connsiteX4" fmla="*/ 6849744 w 6849744"/>
              <a:gd name="connsiteY4" fmla="*/ 5840583 h 12192000"/>
              <a:gd name="connsiteX5" fmla="*/ 4137803 w 6849744"/>
              <a:gd name="connsiteY5" fmla="*/ 3119513 h 12192000"/>
              <a:gd name="connsiteX6" fmla="*/ 4137803 w 6849744"/>
              <a:gd name="connsiteY6" fmla="*/ 1967559 h 12192000"/>
              <a:gd name="connsiteX7" fmla="*/ 2170243 w 6849744"/>
              <a:gd name="connsiteY7" fmla="*/ 0 h 12192000"/>
              <a:gd name="connsiteX8" fmla="*/ 0 w 6849744"/>
              <a:gd name="connsiteY8" fmla="*/ 0 h 12192000"/>
              <a:gd name="connsiteX9" fmla="*/ 0 w 6849744"/>
              <a:gd name="connsiteY9" fmla="*/ 12192000 h 12192000"/>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Lst>
            <a:rect l="l" t="t" r="r" b="b"/>
            <a:pathLst>
              <a:path w="6849744" h="12192000">
                <a:moveTo>
                  <a:pt x="6849744" y="12192000"/>
                </a:moveTo>
                <a:lnTo>
                  <a:pt x="6849744" y="5840584"/>
                </a:lnTo>
                <a:lnTo>
                  <a:pt x="4137803" y="5840584"/>
                </a:lnTo>
                <a:lnTo>
                  <a:pt x="4137803" y="5840583"/>
                </a:lnTo>
                <a:lnTo>
                  <a:pt x="6849744" y="5840583"/>
                </a:lnTo>
                <a:lnTo>
                  <a:pt x="4137803" y="3119513"/>
                </a:lnTo>
                <a:lnTo>
                  <a:pt x="4137803" y="1967559"/>
                </a:lnTo>
                <a:lnTo>
                  <a:pt x="2170243" y="0"/>
                </a:lnTo>
                <a:lnTo>
                  <a:pt x="0" y="0"/>
                </a:lnTo>
                <a:lnTo>
                  <a:pt x="0" y="12192000"/>
                </a:lnTo>
                <a:close/>
              </a:path>
            </a:pathLst>
          </a:custGeom>
          <a:solidFill>
            <a:schemeClr val="accent1">
              <a:lumMod val="50000"/>
              <a:alpha val="90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noProof="0" dirty="0"/>
          </a:p>
        </p:txBody>
      </p:sp>
      <p:sp>
        <p:nvSpPr>
          <p:cNvPr id="2" name="Title 1">
            <a:extLst>
              <a:ext uri="{FF2B5EF4-FFF2-40B4-BE49-F238E27FC236}">
                <a16:creationId xmlns:a16="http://schemas.microsoft.com/office/drawing/2014/main" id="{4A2DF563-7FAC-46B3-B24C-7E45CD89DA2B}"/>
              </a:ext>
            </a:extLst>
          </p:cNvPr>
          <p:cNvSpPr>
            <a:spLocks noGrp="1"/>
          </p:cNvSpPr>
          <p:nvPr>
            <p:ph type="title"/>
          </p:nvPr>
        </p:nvSpPr>
        <p:spPr>
          <a:xfrm>
            <a:off x="444500" y="542925"/>
            <a:ext cx="11214100" cy="535531"/>
          </a:xfrm>
        </p:spPr>
        <p:txBody>
          <a:bodyPr vert="horz" wrap="square" lIns="91440" tIns="45720" rIns="91440" bIns="45720" rtlCol="0" anchor="t">
            <a:spAutoFit/>
          </a:bodyPr>
          <a:lstStyle>
            <a:lvl1pPr>
              <a:defRPr lang="en-GB" sz="3200" b="1" spc="-70" baseline="0" dirty="0">
                <a:solidFill>
                  <a:schemeClr val="bg1"/>
                </a:solidFill>
                <a:latin typeface="+mj-lt"/>
              </a:defRPr>
            </a:lvl1pPr>
          </a:lstStyle>
          <a:p>
            <a:pPr lvl="0"/>
            <a:r>
              <a:rPr lang="en-US" noProof="0"/>
              <a:t>Click to edit Master title style</a:t>
            </a:r>
          </a:p>
        </p:txBody>
      </p:sp>
      <p:grpSp>
        <p:nvGrpSpPr>
          <p:cNvPr id="15" name="Group 14">
            <a:extLst>
              <a:ext uri="{FF2B5EF4-FFF2-40B4-BE49-F238E27FC236}">
                <a16:creationId xmlns:a16="http://schemas.microsoft.com/office/drawing/2014/main" id="{7732E1E7-45E3-4264-8F26-66758696DD1E}"/>
              </a:ext>
            </a:extLst>
          </p:cNvPr>
          <p:cNvGrpSpPr/>
          <p:nvPr userDrawn="1"/>
        </p:nvGrpSpPr>
        <p:grpSpPr>
          <a:xfrm rot="16200000">
            <a:off x="499388" y="-322655"/>
            <a:ext cx="535531" cy="645309"/>
            <a:chOff x="10945855" y="7317026"/>
            <a:chExt cx="2483924" cy="2993104"/>
          </a:xfrm>
        </p:grpSpPr>
        <p:sp>
          <p:nvSpPr>
            <p:cNvPr id="16" name="Freeform: Shape 15">
              <a:extLst>
                <a:ext uri="{FF2B5EF4-FFF2-40B4-BE49-F238E27FC236}">
                  <a16:creationId xmlns:a16="http://schemas.microsoft.com/office/drawing/2014/main" id="{2E3DF883-8093-49FA-81E1-E5D77F086A25}"/>
                </a:ext>
              </a:extLst>
            </p:cNvPr>
            <p:cNvSpPr/>
            <p:nvPr/>
          </p:nvSpPr>
          <p:spPr>
            <a:xfrm rot="2700000">
              <a:off x="10945855" y="7826207"/>
              <a:ext cx="2483923" cy="2483924"/>
            </a:xfrm>
            <a:custGeom>
              <a:avLst/>
              <a:gdLst>
                <a:gd name="connsiteX0" fmla="*/ 754341 w 754341"/>
                <a:gd name="connsiteY0" fmla="*/ 754341 h 754341"/>
                <a:gd name="connsiteX1" fmla="*/ 0 w 754341"/>
                <a:gd name="connsiteY1" fmla="*/ 754341 h 754341"/>
                <a:gd name="connsiteX2" fmla="*/ 0 w 754341"/>
                <a:gd name="connsiteY2" fmla="*/ 0 h 754341"/>
              </a:gdLst>
              <a:ahLst/>
              <a:cxnLst>
                <a:cxn ang="0">
                  <a:pos x="connsiteX0" y="connsiteY0"/>
                </a:cxn>
                <a:cxn ang="0">
                  <a:pos x="connsiteX1" y="connsiteY1"/>
                </a:cxn>
                <a:cxn ang="0">
                  <a:pos x="connsiteX2" y="connsiteY2"/>
                </a:cxn>
              </a:cxnLst>
              <a:rect l="l" t="t" r="r" b="b"/>
              <a:pathLst>
                <a:path w="754341" h="754341">
                  <a:moveTo>
                    <a:pt x="754341" y="754341"/>
                  </a:moveTo>
                  <a:lnTo>
                    <a:pt x="0" y="754341"/>
                  </a:lnTo>
                  <a:lnTo>
                    <a:pt x="0" y="0"/>
                  </a:lnTo>
                  <a:close/>
                </a:path>
              </a:pathLst>
            </a:custGeom>
            <a:solidFill>
              <a:schemeClr val="accent1">
                <a:lumMod val="50000"/>
              </a:schemeClr>
            </a:solidFill>
            <a:ln>
              <a:noFill/>
            </a:ln>
            <a:effectLst/>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noProof="0" dirty="0"/>
            </a:p>
          </p:txBody>
        </p:sp>
        <p:sp>
          <p:nvSpPr>
            <p:cNvPr id="17" name="Freeform: Shape 16">
              <a:extLst>
                <a:ext uri="{FF2B5EF4-FFF2-40B4-BE49-F238E27FC236}">
                  <a16:creationId xmlns:a16="http://schemas.microsoft.com/office/drawing/2014/main" id="{18944C90-37E5-4BBE-89FF-060627168050}"/>
                </a:ext>
              </a:extLst>
            </p:cNvPr>
            <p:cNvSpPr/>
            <p:nvPr/>
          </p:nvSpPr>
          <p:spPr>
            <a:xfrm rot="8100000" flipH="1">
              <a:off x="10986797" y="7317026"/>
              <a:ext cx="2402031" cy="2402032"/>
            </a:xfrm>
            <a:custGeom>
              <a:avLst/>
              <a:gdLst>
                <a:gd name="connsiteX0" fmla="*/ 754341 w 754341"/>
                <a:gd name="connsiteY0" fmla="*/ 754341 h 754341"/>
                <a:gd name="connsiteX1" fmla="*/ 0 w 754341"/>
                <a:gd name="connsiteY1" fmla="*/ 754341 h 754341"/>
                <a:gd name="connsiteX2" fmla="*/ 0 w 754341"/>
                <a:gd name="connsiteY2" fmla="*/ 0 h 754341"/>
              </a:gdLst>
              <a:ahLst/>
              <a:cxnLst>
                <a:cxn ang="0">
                  <a:pos x="connsiteX0" y="connsiteY0"/>
                </a:cxn>
                <a:cxn ang="0">
                  <a:pos x="connsiteX1" y="connsiteY1"/>
                </a:cxn>
                <a:cxn ang="0">
                  <a:pos x="connsiteX2" y="connsiteY2"/>
                </a:cxn>
              </a:cxnLst>
              <a:rect l="l" t="t" r="r" b="b"/>
              <a:pathLst>
                <a:path w="754341" h="754341">
                  <a:moveTo>
                    <a:pt x="754341" y="754341"/>
                  </a:moveTo>
                  <a:lnTo>
                    <a:pt x="0" y="754341"/>
                  </a:lnTo>
                  <a:lnTo>
                    <a:pt x="0" y="0"/>
                  </a:lnTo>
                  <a:close/>
                </a:path>
              </a:pathLst>
            </a:custGeom>
            <a:pattFill prst="dkHorz">
              <a:fgClr>
                <a:schemeClr val="accent1">
                  <a:lumMod val="60000"/>
                  <a:lumOff val="40000"/>
                </a:schemeClr>
              </a:fgClr>
              <a:bgClr>
                <a:schemeClr val="accent2">
                  <a:lumMod val="50000"/>
                </a:schemeClr>
              </a:bgClr>
            </a:pattFill>
            <a:ln>
              <a:noFill/>
            </a:ln>
            <a:effectLst/>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noProof="0" dirty="0"/>
            </a:p>
          </p:txBody>
        </p:sp>
      </p:grpSp>
      <p:grpSp>
        <p:nvGrpSpPr>
          <p:cNvPr id="6" name="Group 5">
            <a:extLst>
              <a:ext uri="{FF2B5EF4-FFF2-40B4-BE49-F238E27FC236}">
                <a16:creationId xmlns:a16="http://schemas.microsoft.com/office/drawing/2014/main" id="{D9EBF8BB-A805-4DDB-B459-082F99815B95}"/>
              </a:ext>
            </a:extLst>
          </p:cNvPr>
          <p:cNvGrpSpPr/>
          <p:nvPr userDrawn="1"/>
        </p:nvGrpSpPr>
        <p:grpSpPr>
          <a:xfrm>
            <a:off x="-1" y="1357409"/>
            <a:ext cx="12192001" cy="4846320"/>
            <a:chOff x="-1" y="1357409"/>
            <a:chExt cx="12192001" cy="4917518"/>
          </a:xfrm>
        </p:grpSpPr>
        <p:sp>
          <p:nvSpPr>
            <p:cNvPr id="19" name="Rectangle: Single Corner Snipped 18">
              <a:extLst>
                <a:ext uri="{FF2B5EF4-FFF2-40B4-BE49-F238E27FC236}">
                  <a16:creationId xmlns:a16="http://schemas.microsoft.com/office/drawing/2014/main" id="{5D638788-DD47-45E7-939A-FA108A818173}"/>
                </a:ext>
              </a:extLst>
            </p:cNvPr>
            <p:cNvSpPr/>
            <p:nvPr userDrawn="1"/>
          </p:nvSpPr>
          <p:spPr>
            <a:xfrm flipV="1">
              <a:off x="-1" y="1357409"/>
              <a:ext cx="12192000" cy="4917518"/>
            </a:xfrm>
            <a:prstGeom prst="snip1Rect">
              <a:avLst>
                <a:gd name="adj" fmla="val 0"/>
              </a:avLst>
            </a:prstGeom>
            <a:pattFill prst="dkVert">
              <a:fgClr>
                <a:srgbClr val="0C4360"/>
              </a:fgClr>
              <a:bgClr>
                <a:schemeClr val="accent2">
                  <a:lumMod val="50000"/>
                </a:schemeClr>
              </a:bgClr>
            </a:patt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noProof="0" dirty="0"/>
            </a:p>
          </p:txBody>
        </p:sp>
        <p:sp>
          <p:nvSpPr>
            <p:cNvPr id="3" name="Rectangle: Single Corner Snipped 2">
              <a:extLst>
                <a:ext uri="{FF2B5EF4-FFF2-40B4-BE49-F238E27FC236}">
                  <a16:creationId xmlns:a16="http://schemas.microsoft.com/office/drawing/2014/main" id="{74BDECEF-EEFE-4332-B3B2-BDE4F82C10FC}"/>
                </a:ext>
              </a:extLst>
            </p:cNvPr>
            <p:cNvSpPr/>
            <p:nvPr userDrawn="1"/>
          </p:nvSpPr>
          <p:spPr>
            <a:xfrm flipV="1">
              <a:off x="-1" y="1357409"/>
              <a:ext cx="12192001" cy="4917518"/>
            </a:xfrm>
            <a:prstGeom prst="snip1Rect">
              <a:avLst>
                <a:gd name="adj" fmla="val 19670"/>
              </a:avLst>
            </a:prstGeom>
            <a:solidFill>
              <a:schemeClr val="accent1">
                <a:lumMod val="50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noProof="0" dirty="0"/>
            </a:p>
          </p:txBody>
        </p:sp>
      </p:grpSp>
      <p:sp>
        <p:nvSpPr>
          <p:cNvPr id="35" name="Freeform: Shape 34">
            <a:extLst>
              <a:ext uri="{FF2B5EF4-FFF2-40B4-BE49-F238E27FC236}">
                <a16:creationId xmlns:a16="http://schemas.microsoft.com/office/drawing/2014/main" id="{62EEBF51-DCAD-4335-85E9-52801031A1BF}"/>
              </a:ext>
            </a:extLst>
          </p:cNvPr>
          <p:cNvSpPr/>
          <p:nvPr userDrawn="1"/>
        </p:nvSpPr>
        <p:spPr>
          <a:xfrm flipH="1">
            <a:off x="10782300" y="5448297"/>
            <a:ext cx="1409700" cy="1409703"/>
          </a:xfrm>
          <a:custGeom>
            <a:avLst/>
            <a:gdLst>
              <a:gd name="connsiteX0" fmla="*/ 754341 w 754341"/>
              <a:gd name="connsiteY0" fmla="*/ 754341 h 754341"/>
              <a:gd name="connsiteX1" fmla="*/ 0 w 754341"/>
              <a:gd name="connsiteY1" fmla="*/ 754341 h 754341"/>
              <a:gd name="connsiteX2" fmla="*/ 0 w 754341"/>
              <a:gd name="connsiteY2" fmla="*/ 0 h 754341"/>
            </a:gdLst>
            <a:ahLst/>
            <a:cxnLst>
              <a:cxn ang="0">
                <a:pos x="connsiteX0" y="connsiteY0"/>
              </a:cxn>
              <a:cxn ang="0">
                <a:pos x="connsiteX1" y="connsiteY1"/>
              </a:cxn>
              <a:cxn ang="0">
                <a:pos x="connsiteX2" y="connsiteY2"/>
              </a:cxn>
            </a:cxnLst>
            <a:rect l="l" t="t" r="r" b="b"/>
            <a:pathLst>
              <a:path w="754341" h="754341">
                <a:moveTo>
                  <a:pt x="754341" y="754341"/>
                </a:moveTo>
                <a:lnTo>
                  <a:pt x="0" y="754341"/>
                </a:lnTo>
                <a:lnTo>
                  <a:pt x="0" y="0"/>
                </a:lnTo>
                <a:close/>
              </a:path>
            </a:pathLst>
          </a:custGeom>
          <a:pattFill prst="dkHorz">
            <a:fgClr>
              <a:schemeClr val="accent2">
                <a:lumMod val="50000"/>
              </a:schemeClr>
            </a:fgClr>
            <a:bgClr>
              <a:schemeClr val="accent2"/>
            </a:bgClr>
          </a:pattFill>
          <a:ln>
            <a:noFill/>
          </a:ln>
          <a:effectLst/>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noProof="0" dirty="0"/>
          </a:p>
        </p:txBody>
      </p:sp>
      <p:sp>
        <p:nvSpPr>
          <p:cNvPr id="5" name="Slide Number Placeholder 4">
            <a:extLst>
              <a:ext uri="{FF2B5EF4-FFF2-40B4-BE49-F238E27FC236}">
                <a16:creationId xmlns:a16="http://schemas.microsoft.com/office/drawing/2014/main" id="{87B51822-97FF-47A7-8E4E-A0F79B4EB237}"/>
              </a:ext>
            </a:extLst>
          </p:cNvPr>
          <p:cNvSpPr>
            <a:spLocks noGrp="1"/>
          </p:cNvSpPr>
          <p:nvPr>
            <p:ph type="sldNum" sz="quarter" idx="12"/>
          </p:nvPr>
        </p:nvSpPr>
        <p:spPr>
          <a:xfrm>
            <a:off x="11252200" y="6315075"/>
            <a:ext cx="406400" cy="365125"/>
          </a:xfrm>
        </p:spPr>
        <p:txBody>
          <a:bodyPr/>
          <a:lstStyle>
            <a:lvl1pPr>
              <a:defRPr sz="1000">
                <a:solidFill>
                  <a:schemeClr val="bg1"/>
                </a:solidFill>
                <a:latin typeface="Trade Gothic LT Pro" panose="020B0503040303020004" pitchFamily="34" charset="0"/>
              </a:defRPr>
            </a:lvl1pPr>
          </a:lstStyle>
          <a:p>
            <a:fld id="{C263D6C4-4840-40CC-AC84-17E24B3B7BDE}" type="slidenum">
              <a:rPr lang="en-US" noProof="0" smtClean="0"/>
              <a:pPr/>
              <a:t>‹#›</a:t>
            </a:fld>
            <a:endParaRPr lang="en-US" noProof="0" dirty="0"/>
          </a:p>
        </p:txBody>
      </p:sp>
      <p:sp>
        <p:nvSpPr>
          <p:cNvPr id="20" name="Picture Placeholder 2">
            <a:extLst>
              <a:ext uri="{FF2B5EF4-FFF2-40B4-BE49-F238E27FC236}">
                <a16:creationId xmlns:a16="http://schemas.microsoft.com/office/drawing/2014/main" id="{30B3A574-7940-4E35-857E-5CA35A5910E5}"/>
              </a:ext>
            </a:extLst>
          </p:cNvPr>
          <p:cNvSpPr>
            <a:spLocks noGrp="1"/>
          </p:cNvSpPr>
          <p:nvPr>
            <p:ph type="pic" idx="1"/>
          </p:nvPr>
        </p:nvSpPr>
        <p:spPr>
          <a:xfrm>
            <a:off x="4110087" y="1444649"/>
            <a:ext cx="7548513" cy="4579079"/>
          </a:xfrm>
        </p:spPr>
        <p:txBody>
          <a:bodyPr>
            <a:normAutofit/>
          </a:bodyPr>
          <a:lstStyle>
            <a:lvl1pPr marL="0" indent="0">
              <a:buNone/>
              <a:defRPr sz="2400">
                <a:solidFill>
                  <a:schemeClr val="bg1"/>
                </a:solidFill>
              </a:defRPr>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r>
              <a:rPr lang="en-US" noProof="0"/>
              <a:t>Click icon to add picture</a:t>
            </a:r>
            <a:endParaRPr lang="en-US" noProof="0" dirty="0"/>
          </a:p>
        </p:txBody>
      </p:sp>
      <p:sp>
        <p:nvSpPr>
          <p:cNvPr id="21" name="Text Placeholder 3">
            <a:extLst>
              <a:ext uri="{FF2B5EF4-FFF2-40B4-BE49-F238E27FC236}">
                <a16:creationId xmlns:a16="http://schemas.microsoft.com/office/drawing/2014/main" id="{912B51EA-3E6F-4BF6-BE48-62128AF32B85}"/>
              </a:ext>
            </a:extLst>
          </p:cNvPr>
          <p:cNvSpPr>
            <a:spLocks noGrp="1"/>
          </p:cNvSpPr>
          <p:nvPr>
            <p:ph type="body" sz="half" idx="2"/>
          </p:nvPr>
        </p:nvSpPr>
        <p:spPr>
          <a:xfrm>
            <a:off x="443366" y="1444649"/>
            <a:ext cx="3365063" cy="4579079"/>
          </a:xfrm>
        </p:spPr>
        <p:txBody>
          <a:bodyPr/>
          <a:lstStyle>
            <a:lvl1pPr marL="0" indent="0">
              <a:buFont typeface="Arial" panose="020B0604020202020204" pitchFamily="34" charset="0"/>
              <a:buNone/>
              <a:defRPr sz="1600">
                <a:solidFill>
                  <a:schemeClr val="bg1"/>
                </a:solidFill>
              </a:defRPr>
            </a:lvl1pPr>
            <a:lvl2pPr marL="457200" indent="0">
              <a:buNone/>
              <a:defRPr sz="1400"/>
            </a:lvl2pPr>
            <a:lvl3pPr marL="914400" indent="0">
              <a:buNone/>
              <a:defRPr sz="1200"/>
            </a:lvl3pPr>
            <a:lvl4pPr marL="1371600" indent="0">
              <a:buNone/>
              <a:defRPr sz="1000"/>
            </a:lvl4pPr>
            <a:lvl5pPr marL="1828800" indent="0">
              <a:buNone/>
              <a:defRPr sz="1000"/>
            </a:lvl5pPr>
            <a:lvl6pPr marL="2286000" indent="0">
              <a:buNone/>
              <a:defRPr sz="1000"/>
            </a:lvl6pPr>
            <a:lvl7pPr marL="2743200" indent="0">
              <a:buNone/>
              <a:defRPr sz="1000"/>
            </a:lvl7pPr>
            <a:lvl8pPr marL="3200400" indent="0">
              <a:buNone/>
              <a:defRPr sz="1000"/>
            </a:lvl8pPr>
            <a:lvl9pPr marL="3657600" indent="0">
              <a:buNone/>
              <a:defRPr sz="1000"/>
            </a:lvl9pPr>
          </a:lstStyle>
          <a:p>
            <a:pPr lvl="0"/>
            <a:r>
              <a:rPr lang="en-US" noProof="0"/>
              <a:t>Edit Master text styles</a:t>
            </a:r>
          </a:p>
        </p:txBody>
      </p:sp>
    </p:spTree>
    <p:extLst>
      <p:ext uri="{BB962C8B-B14F-4D97-AF65-F5344CB8AC3E}">
        <p14:creationId xmlns:p14="http://schemas.microsoft.com/office/powerpoint/2010/main" val="1540650178"/>
      </p:ext>
    </p:extLst>
  </p:cSld>
  <p:clrMapOvr>
    <a:masterClrMapping/>
  </p:clrMapOvr>
</p:sldLayout>
</file>

<file path=ppt/slideLayouts/slideLayout15.xml><?xml version="1.0" encoding="utf-8"?>
<p:sldLayout xmlns:a="http://schemas.openxmlformats.org/drawingml/2006/main" xmlns:r="http://schemas.openxmlformats.org/officeDocument/2006/relationships" xmlns:p="http://schemas.openxmlformats.org/presentationml/2006/main" preserve="1" userDrawn="1">
  <p:cSld name="Content with Caption">
    <p:bg>
      <p:bgPr>
        <a:solidFill>
          <a:schemeClr val="accent2"/>
        </a:solidFill>
        <a:effectLst/>
      </p:bgPr>
    </p:bg>
    <p:spTree>
      <p:nvGrpSpPr>
        <p:cNvPr id="1" name=""/>
        <p:cNvGrpSpPr/>
        <p:nvPr/>
      </p:nvGrpSpPr>
      <p:grpSpPr>
        <a:xfrm>
          <a:off x="0" y="0"/>
          <a:ext cx="0" cy="0"/>
          <a:chOff x="0" y="0"/>
          <a:chExt cx="0" cy="0"/>
        </a:xfrm>
      </p:grpSpPr>
      <p:sp>
        <p:nvSpPr>
          <p:cNvPr id="11" name="Rectangle 10">
            <a:extLst>
              <a:ext uri="{FF2B5EF4-FFF2-40B4-BE49-F238E27FC236}">
                <a16:creationId xmlns:a16="http://schemas.microsoft.com/office/drawing/2014/main" id="{EB3E033F-4449-40FA-BC85-BD2712D313DD}"/>
              </a:ext>
            </a:extLst>
          </p:cNvPr>
          <p:cNvSpPr/>
          <p:nvPr userDrawn="1"/>
        </p:nvSpPr>
        <p:spPr>
          <a:xfrm>
            <a:off x="0" y="0"/>
            <a:ext cx="12192000" cy="6884191"/>
          </a:xfrm>
          <a:prstGeom prst="rect">
            <a:avLst/>
          </a:prstGeom>
          <a:solidFill>
            <a:schemeClr val="accent2">
              <a:lumMod val="75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noProof="0" dirty="0"/>
          </a:p>
        </p:txBody>
      </p:sp>
      <p:sp>
        <p:nvSpPr>
          <p:cNvPr id="10" name="Freeform: Shape 9">
            <a:extLst>
              <a:ext uri="{FF2B5EF4-FFF2-40B4-BE49-F238E27FC236}">
                <a16:creationId xmlns:a16="http://schemas.microsoft.com/office/drawing/2014/main" id="{63D26743-0505-444C-80B3-E88EE87DF72B}"/>
              </a:ext>
            </a:extLst>
          </p:cNvPr>
          <p:cNvSpPr/>
          <p:nvPr userDrawn="1"/>
        </p:nvSpPr>
        <p:spPr>
          <a:xfrm>
            <a:off x="0" y="0"/>
            <a:ext cx="12192001" cy="6884191"/>
          </a:xfrm>
          <a:custGeom>
            <a:avLst/>
            <a:gdLst>
              <a:gd name="connsiteX0" fmla="*/ 0 w 12192001"/>
              <a:gd name="connsiteY0" fmla="*/ 0 h 6884191"/>
              <a:gd name="connsiteX1" fmla="*/ 7540222 w 12192001"/>
              <a:gd name="connsiteY1" fmla="*/ 0 h 6884191"/>
              <a:gd name="connsiteX2" fmla="*/ 10260629 w 12192001"/>
              <a:gd name="connsiteY2" fmla="*/ 2725573 h 6884191"/>
              <a:gd name="connsiteX3" fmla="*/ 11286710 w 12192001"/>
              <a:gd name="connsiteY3" fmla="*/ 2725573 h 6884191"/>
              <a:gd name="connsiteX4" fmla="*/ 12192000 w 12192001"/>
              <a:gd name="connsiteY4" fmla="*/ 3632581 h 6884191"/>
              <a:gd name="connsiteX5" fmla="*/ 12192001 w 12192001"/>
              <a:gd name="connsiteY5" fmla="*/ 6884191 h 6884191"/>
              <a:gd name="connsiteX6" fmla="*/ 0 w 12192001"/>
              <a:gd name="connsiteY6" fmla="*/ 6884191 h 6884191"/>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Lst>
            <a:rect l="l" t="t" r="r" b="b"/>
            <a:pathLst>
              <a:path w="12192001" h="6884191">
                <a:moveTo>
                  <a:pt x="0" y="0"/>
                </a:moveTo>
                <a:lnTo>
                  <a:pt x="7540222" y="0"/>
                </a:lnTo>
                <a:lnTo>
                  <a:pt x="10260629" y="2725573"/>
                </a:lnTo>
                <a:lnTo>
                  <a:pt x="11286710" y="2725573"/>
                </a:lnTo>
                <a:lnTo>
                  <a:pt x="12192000" y="3632581"/>
                </a:lnTo>
                <a:lnTo>
                  <a:pt x="12192001" y="6884191"/>
                </a:lnTo>
                <a:lnTo>
                  <a:pt x="0" y="6884191"/>
                </a:lnTo>
                <a:close/>
              </a:path>
            </a:pathLst>
          </a:custGeom>
          <a:solidFill>
            <a:schemeClr val="accent2">
              <a:alpha val="74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wrap="square" rtlCol="0" anchor="ctr">
            <a:noAutofit/>
          </a:bodyPr>
          <a:lstStyle/>
          <a:p>
            <a:pPr algn="ctr"/>
            <a:endParaRPr lang="en-US" noProof="0" dirty="0"/>
          </a:p>
        </p:txBody>
      </p:sp>
      <p:sp>
        <p:nvSpPr>
          <p:cNvPr id="18" name="Freeform: Shape 17">
            <a:extLst>
              <a:ext uri="{FF2B5EF4-FFF2-40B4-BE49-F238E27FC236}">
                <a16:creationId xmlns:a16="http://schemas.microsoft.com/office/drawing/2014/main" id="{E37145E9-AC61-47D5-9288-8789940F81B6}"/>
              </a:ext>
            </a:extLst>
          </p:cNvPr>
          <p:cNvSpPr/>
          <p:nvPr userDrawn="1"/>
        </p:nvSpPr>
        <p:spPr>
          <a:xfrm rot="16200000" flipV="1">
            <a:off x="2964809" y="-2364446"/>
            <a:ext cx="6862744" cy="11591639"/>
          </a:xfrm>
          <a:custGeom>
            <a:avLst/>
            <a:gdLst>
              <a:gd name="connsiteX0" fmla="*/ 6862744 w 6862744"/>
              <a:gd name="connsiteY0" fmla="*/ 11591639 h 11591639"/>
              <a:gd name="connsiteX1" fmla="*/ 6862744 w 6862744"/>
              <a:gd name="connsiteY1" fmla="*/ 5240223 h 11591639"/>
              <a:gd name="connsiteX2" fmla="*/ 4145656 w 6862744"/>
              <a:gd name="connsiteY2" fmla="*/ 5240223 h 11591639"/>
              <a:gd name="connsiteX3" fmla="*/ 4145656 w 6862744"/>
              <a:gd name="connsiteY3" fmla="*/ 5240222 h 11591639"/>
              <a:gd name="connsiteX4" fmla="*/ 6862744 w 6862744"/>
              <a:gd name="connsiteY4" fmla="*/ 5240222 h 11591639"/>
              <a:gd name="connsiteX5" fmla="*/ 4145656 w 6862744"/>
              <a:gd name="connsiteY5" fmla="*/ 2519152 h 11591639"/>
              <a:gd name="connsiteX6" fmla="*/ 4145656 w 6862744"/>
              <a:gd name="connsiteY6" fmla="*/ 1367198 h 11591639"/>
              <a:gd name="connsiteX7" fmla="*/ 2775863 w 6862744"/>
              <a:gd name="connsiteY7" fmla="*/ 0 h 11591639"/>
              <a:gd name="connsiteX8" fmla="*/ 0 w 6862744"/>
              <a:gd name="connsiteY8" fmla="*/ 0 h 11591639"/>
              <a:gd name="connsiteX9" fmla="*/ 0 w 6862744"/>
              <a:gd name="connsiteY9" fmla="*/ 11591639 h 11591639"/>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Lst>
            <a:rect l="l" t="t" r="r" b="b"/>
            <a:pathLst>
              <a:path w="6862744" h="11591639">
                <a:moveTo>
                  <a:pt x="6862744" y="11591639"/>
                </a:moveTo>
                <a:lnTo>
                  <a:pt x="6862744" y="5240223"/>
                </a:lnTo>
                <a:lnTo>
                  <a:pt x="4145656" y="5240223"/>
                </a:lnTo>
                <a:lnTo>
                  <a:pt x="4145656" y="5240222"/>
                </a:lnTo>
                <a:lnTo>
                  <a:pt x="6862744" y="5240222"/>
                </a:lnTo>
                <a:lnTo>
                  <a:pt x="4145656" y="2519152"/>
                </a:lnTo>
                <a:lnTo>
                  <a:pt x="4145656" y="1367198"/>
                </a:lnTo>
                <a:lnTo>
                  <a:pt x="2775863" y="0"/>
                </a:lnTo>
                <a:lnTo>
                  <a:pt x="0" y="0"/>
                </a:lnTo>
                <a:lnTo>
                  <a:pt x="0" y="11591639"/>
                </a:lnTo>
                <a:close/>
              </a:path>
            </a:pathLst>
          </a:custGeom>
          <a:pattFill prst="wdDnDiag">
            <a:fgClr>
              <a:schemeClr val="accent2"/>
            </a:fgClr>
            <a:bgClr>
              <a:schemeClr val="accent2">
                <a:lumMod val="75000"/>
              </a:schemeClr>
            </a:bgClr>
          </a:pattFill>
          <a:ln>
            <a:noFill/>
          </a:ln>
        </p:spPr>
        <p:style>
          <a:lnRef idx="2">
            <a:schemeClr val="accent1">
              <a:shade val="50000"/>
            </a:schemeClr>
          </a:lnRef>
          <a:fillRef idx="1">
            <a:schemeClr val="accent1"/>
          </a:fillRef>
          <a:effectRef idx="0">
            <a:schemeClr val="accent1"/>
          </a:effectRef>
          <a:fontRef idx="minor">
            <a:schemeClr val="lt1"/>
          </a:fontRef>
        </p:style>
        <p:txBody>
          <a:bodyPr wrap="square" rtlCol="0" anchor="ctr">
            <a:noAutofit/>
          </a:bodyPr>
          <a:lstStyle/>
          <a:p>
            <a:pPr algn="ctr"/>
            <a:endParaRPr lang="en-US" noProof="0" dirty="0"/>
          </a:p>
        </p:txBody>
      </p:sp>
      <p:sp>
        <p:nvSpPr>
          <p:cNvPr id="12" name="Freeform: Shape 11">
            <a:extLst>
              <a:ext uri="{FF2B5EF4-FFF2-40B4-BE49-F238E27FC236}">
                <a16:creationId xmlns:a16="http://schemas.microsoft.com/office/drawing/2014/main" id="{A5E2B3ED-9A49-40A7-B8A3-62595FE513F9}"/>
              </a:ext>
            </a:extLst>
          </p:cNvPr>
          <p:cNvSpPr/>
          <p:nvPr userDrawn="1"/>
        </p:nvSpPr>
        <p:spPr>
          <a:xfrm rot="16200000" flipV="1">
            <a:off x="2664629" y="-2664627"/>
            <a:ext cx="6862744" cy="12192000"/>
          </a:xfrm>
          <a:custGeom>
            <a:avLst/>
            <a:gdLst>
              <a:gd name="connsiteX0" fmla="*/ 6849744 w 6849744"/>
              <a:gd name="connsiteY0" fmla="*/ 12192000 h 12192000"/>
              <a:gd name="connsiteX1" fmla="*/ 6849744 w 6849744"/>
              <a:gd name="connsiteY1" fmla="*/ 5840584 h 12192000"/>
              <a:gd name="connsiteX2" fmla="*/ 4137803 w 6849744"/>
              <a:gd name="connsiteY2" fmla="*/ 5840584 h 12192000"/>
              <a:gd name="connsiteX3" fmla="*/ 4137803 w 6849744"/>
              <a:gd name="connsiteY3" fmla="*/ 5840583 h 12192000"/>
              <a:gd name="connsiteX4" fmla="*/ 6849744 w 6849744"/>
              <a:gd name="connsiteY4" fmla="*/ 5840583 h 12192000"/>
              <a:gd name="connsiteX5" fmla="*/ 4137803 w 6849744"/>
              <a:gd name="connsiteY5" fmla="*/ 3119513 h 12192000"/>
              <a:gd name="connsiteX6" fmla="*/ 4137803 w 6849744"/>
              <a:gd name="connsiteY6" fmla="*/ 1967559 h 12192000"/>
              <a:gd name="connsiteX7" fmla="*/ 2170243 w 6849744"/>
              <a:gd name="connsiteY7" fmla="*/ 0 h 12192000"/>
              <a:gd name="connsiteX8" fmla="*/ 0 w 6849744"/>
              <a:gd name="connsiteY8" fmla="*/ 0 h 12192000"/>
              <a:gd name="connsiteX9" fmla="*/ 0 w 6849744"/>
              <a:gd name="connsiteY9" fmla="*/ 12192000 h 12192000"/>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Lst>
            <a:rect l="l" t="t" r="r" b="b"/>
            <a:pathLst>
              <a:path w="6849744" h="12192000">
                <a:moveTo>
                  <a:pt x="6849744" y="12192000"/>
                </a:moveTo>
                <a:lnTo>
                  <a:pt x="6849744" y="5840584"/>
                </a:lnTo>
                <a:lnTo>
                  <a:pt x="4137803" y="5840584"/>
                </a:lnTo>
                <a:lnTo>
                  <a:pt x="4137803" y="5840583"/>
                </a:lnTo>
                <a:lnTo>
                  <a:pt x="6849744" y="5840583"/>
                </a:lnTo>
                <a:lnTo>
                  <a:pt x="4137803" y="3119513"/>
                </a:lnTo>
                <a:lnTo>
                  <a:pt x="4137803" y="1967559"/>
                </a:lnTo>
                <a:lnTo>
                  <a:pt x="2170243" y="0"/>
                </a:lnTo>
                <a:lnTo>
                  <a:pt x="0" y="0"/>
                </a:lnTo>
                <a:lnTo>
                  <a:pt x="0" y="12192000"/>
                </a:lnTo>
                <a:close/>
              </a:path>
            </a:pathLst>
          </a:custGeom>
          <a:pattFill prst="wdUpDiag">
            <a:fgClr>
              <a:schemeClr val="accent2"/>
            </a:fgClr>
            <a:bgClr>
              <a:schemeClr val="accent2">
                <a:lumMod val="50000"/>
              </a:schemeClr>
            </a:bgClr>
          </a:patt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noProof="0" dirty="0"/>
          </a:p>
        </p:txBody>
      </p:sp>
      <p:sp>
        <p:nvSpPr>
          <p:cNvPr id="8" name="Freeform: Shape 7">
            <a:extLst>
              <a:ext uri="{FF2B5EF4-FFF2-40B4-BE49-F238E27FC236}">
                <a16:creationId xmlns:a16="http://schemas.microsoft.com/office/drawing/2014/main" id="{1599AF7E-3E34-4597-AA72-9373A7FDB020}"/>
              </a:ext>
            </a:extLst>
          </p:cNvPr>
          <p:cNvSpPr/>
          <p:nvPr userDrawn="1"/>
        </p:nvSpPr>
        <p:spPr>
          <a:xfrm rot="16200000" flipV="1">
            <a:off x="2664628" y="-2664627"/>
            <a:ext cx="6862744" cy="12192000"/>
          </a:xfrm>
          <a:custGeom>
            <a:avLst/>
            <a:gdLst>
              <a:gd name="connsiteX0" fmla="*/ 6849744 w 6849744"/>
              <a:gd name="connsiteY0" fmla="*/ 12192000 h 12192000"/>
              <a:gd name="connsiteX1" fmla="*/ 6849744 w 6849744"/>
              <a:gd name="connsiteY1" fmla="*/ 5840584 h 12192000"/>
              <a:gd name="connsiteX2" fmla="*/ 4137803 w 6849744"/>
              <a:gd name="connsiteY2" fmla="*/ 5840584 h 12192000"/>
              <a:gd name="connsiteX3" fmla="*/ 4137803 w 6849744"/>
              <a:gd name="connsiteY3" fmla="*/ 5840583 h 12192000"/>
              <a:gd name="connsiteX4" fmla="*/ 6849744 w 6849744"/>
              <a:gd name="connsiteY4" fmla="*/ 5840583 h 12192000"/>
              <a:gd name="connsiteX5" fmla="*/ 4137803 w 6849744"/>
              <a:gd name="connsiteY5" fmla="*/ 3119513 h 12192000"/>
              <a:gd name="connsiteX6" fmla="*/ 4137803 w 6849744"/>
              <a:gd name="connsiteY6" fmla="*/ 1967559 h 12192000"/>
              <a:gd name="connsiteX7" fmla="*/ 2170243 w 6849744"/>
              <a:gd name="connsiteY7" fmla="*/ 0 h 12192000"/>
              <a:gd name="connsiteX8" fmla="*/ 0 w 6849744"/>
              <a:gd name="connsiteY8" fmla="*/ 0 h 12192000"/>
              <a:gd name="connsiteX9" fmla="*/ 0 w 6849744"/>
              <a:gd name="connsiteY9" fmla="*/ 12192000 h 12192000"/>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Lst>
            <a:rect l="l" t="t" r="r" b="b"/>
            <a:pathLst>
              <a:path w="6849744" h="12192000">
                <a:moveTo>
                  <a:pt x="6849744" y="12192000"/>
                </a:moveTo>
                <a:lnTo>
                  <a:pt x="6849744" y="5840584"/>
                </a:lnTo>
                <a:lnTo>
                  <a:pt x="4137803" y="5840584"/>
                </a:lnTo>
                <a:lnTo>
                  <a:pt x="4137803" y="5840583"/>
                </a:lnTo>
                <a:lnTo>
                  <a:pt x="6849744" y="5840583"/>
                </a:lnTo>
                <a:lnTo>
                  <a:pt x="4137803" y="3119513"/>
                </a:lnTo>
                <a:lnTo>
                  <a:pt x="4137803" y="1967559"/>
                </a:lnTo>
                <a:lnTo>
                  <a:pt x="2170243" y="0"/>
                </a:lnTo>
                <a:lnTo>
                  <a:pt x="0" y="0"/>
                </a:lnTo>
                <a:lnTo>
                  <a:pt x="0" y="12192000"/>
                </a:lnTo>
                <a:close/>
              </a:path>
            </a:pathLst>
          </a:custGeom>
          <a:solidFill>
            <a:schemeClr val="accent1">
              <a:lumMod val="50000"/>
              <a:alpha val="90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noProof="0" dirty="0"/>
          </a:p>
        </p:txBody>
      </p:sp>
      <p:sp>
        <p:nvSpPr>
          <p:cNvPr id="2" name="Title 1">
            <a:extLst>
              <a:ext uri="{FF2B5EF4-FFF2-40B4-BE49-F238E27FC236}">
                <a16:creationId xmlns:a16="http://schemas.microsoft.com/office/drawing/2014/main" id="{4A2DF563-7FAC-46B3-B24C-7E45CD89DA2B}"/>
              </a:ext>
            </a:extLst>
          </p:cNvPr>
          <p:cNvSpPr>
            <a:spLocks noGrp="1"/>
          </p:cNvSpPr>
          <p:nvPr>
            <p:ph type="title"/>
          </p:nvPr>
        </p:nvSpPr>
        <p:spPr>
          <a:xfrm>
            <a:off x="444500" y="542925"/>
            <a:ext cx="11214100" cy="535531"/>
          </a:xfrm>
        </p:spPr>
        <p:txBody>
          <a:bodyPr vert="horz" wrap="square" lIns="91440" tIns="45720" rIns="91440" bIns="45720" rtlCol="0" anchor="t">
            <a:spAutoFit/>
          </a:bodyPr>
          <a:lstStyle>
            <a:lvl1pPr>
              <a:defRPr lang="en-GB" sz="3200" b="1" spc="-70" baseline="0" dirty="0">
                <a:solidFill>
                  <a:schemeClr val="bg1"/>
                </a:solidFill>
                <a:latin typeface="+mj-lt"/>
              </a:defRPr>
            </a:lvl1pPr>
          </a:lstStyle>
          <a:p>
            <a:pPr lvl="0"/>
            <a:r>
              <a:rPr lang="en-US" noProof="0"/>
              <a:t>Click to edit Master title style</a:t>
            </a:r>
          </a:p>
        </p:txBody>
      </p:sp>
      <p:grpSp>
        <p:nvGrpSpPr>
          <p:cNvPr id="15" name="Group 14">
            <a:extLst>
              <a:ext uri="{FF2B5EF4-FFF2-40B4-BE49-F238E27FC236}">
                <a16:creationId xmlns:a16="http://schemas.microsoft.com/office/drawing/2014/main" id="{7732E1E7-45E3-4264-8F26-66758696DD1E}"/>
              </a:ext>
            </a:extLst>
          </p:cNvPr>
          <p:cNvGrpSpPr/>
          <p:nvPr userDrawn="1"/>
        </p:nvGrpSpPr>
        <p:grpSpPr>
          <a:xfrm rot="16200000">
            <a:off x="499388" y="-322655"/>
            <a:ext cx="535531" cy="645309"/>
            <a:chOff x="10945855" y="7317026"/>
            <a:chExt cx="2483924" cy="2993104"/>
          </a:xfrm>
        </p:grpSpPr>
        <p:sp>
          <p:nvSpPr>
            <p:cNvPr id="16" name="Freeform: Shape 15">
              <a:extLst>
                <a:ext uri="{FF2B5EF4-FFF2-40B4-BE49-F238E27FC236}">
                  <a16:creationId xmlns:a16="http://schemas.microsoft.com/office/drawing/2014/main" id="{2E3DF883-8093-49FA-81E1-E5D77F086A25}"/>
                </a:ext>
              </a:extLst>
            </p:cNvPr>
            <p:cNvSpPr/>
            <p:nvPr/>
          </p:nvSpPr>
          <p:spPr>
            <a:xfrm rot="2700000">
              <a:off x="10945855" y="7826207"/>
              <a:ext cx="2483923" cy="2483924"/>
            </a:xfrm>
            <a:custGeom>
              <a:avLst/>
              <a:gdLst>
                <a:gd name="connsiteX0" fmla="*/ 754341 w 754341"/>
                <a:gd name="connsiteY0" fmla="*/ 754341 h 754341"/>
                <a:gd name="connsiteX1" fmla="*/ 0 w 754341"/>
                <a:gd name="connsiteY1" fmla="*/ 754341 h 754341"/>
                <a:gd name="connsiteX2" fmla="*/ 0 w 754341"/>
                <a:gd name="connsiteY2" fmla="*/ 0 h 754341"/>
              </a:gdLst>
              <a:ahLst/>
              <a:cxnLst>
                <a:cxn ang="0">
                  <a:pos x="connsiteX0" y="connsiteY0"/>
                </a:cxn>
                <a:cxn ang="0">
                  <a:pos x="connsiteX1" y="connsiteY1"/>
                </a:cxn>
                <a:cxn ang="0">
                  <a:pos x="connsiteX2" y="connsiteY2"/>
                </a:cxn>
              </a:cxnLst>
              <a:rect l="l" t="t" r="r" b="b"/>
              <a:pathLst>
                <a:path w="754341" h="754341">
                  <a:moveTo>
                    <a:pt x="754341" y="754341"/>
                  </a:moveTo>
                  <a:lnTo>
                    <a:pt x="0" y="754341"/>
                  </a:lnTo>
                  <a:lnTo>
                    <a:pt x="0" y="0"/>
                  </a:lnTo>
                  <a:close/>
                </a:path>
              </a:pathLst>
            </a:custGeom>
            <a:solidFill>
              <a:schemeClr val="accent1">
                <a:lumMod val="50000"/>
              </a:schemeClr>
            </a:solidFill>
            <a:ln>
              <a:noFill/>
            </a:ln>
            <a:effectLst/>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noProof="0" dirty="0"/>
            </a:p>
          </p:txBody>
        </p:sp>
        <p:sp>
          <p:nvSpPr>
            <p:cNvPr id="17" name="Freeform: Shape 16">
              <a:extLst>
                <a:ext uri="{FF2B5EF4-FFF2-40B4-BE49-F238E27FC236}">
                  <a16:creationId xmlns:a16="http://schemas.microsoft.com/office/drawing/2014/main" id="{18944C90-37E5-4BBE-89FF-060627168050}"/>
                </a:ext>
              </a:extLst>
            </p:cNvPr>
            <p:cNvSpPr/>
            <p:nvPr/>
          </p:nvSpPr>
          <p:spPr>
            <a:xfrm rot="8100000" flipH="1">
              <a:off x="10986797" y="7317026"/>
              <a:ext cx="2402031" cy="2402032"/>
            </a:xfrm>
            <a:custGeom>
              <a:avLst/>
              <a:gdLst>
                <a:gd name="connsiteX0" fmla="*/ 754341 w 754341"/>
                <a:gd name="connsiteY0" fmla="*/ 754341 h 754341"/>
                <a:gd name="connsiteX1" fmla="*/ 0 w 754341"/>
                <a:gd name="connsiteY1" fmla="*/ 754341 h 754341"/>
                <a:gd name="connsiteX2" fmla="*/ 0 w 754341"/>
                <a:gd name="connsiteY2" fmla="*/ 0 h 754341"/>
              </a:gdLst>
              <a:ahLst/>
              <a:cxnLst>
                <a:cxn ang="0">
                  <a:pos x="connsiteX0" y="connsiteY0"/>
                </a:cxn>
                <a:cxn ang="0">
                  <a:pos x="connsiteX1" y="connsiteY1"/>
                </a:cxn>
                <a:cxn ang="0">
                  <a:pos x="connsiteX2" y="connsiteY2"/>
                </a:cxn>
              </a:cxnLst>
              <a:rect l="l" t="t" r="r" b="b"/>
              <a:pathLst>
                <a:path w="754341" h="754341">
                  <a:moveTo>
                    <a:pt x="754341" y="754341"/>
                  </a:moveTo>
                  <a:lnTo>
                    <a:pt x="0" y="754341"/>
                  </a:lnTo>
                  <a:lnTo>
                    <a:pt x="0" y="0"/>
                  </a:lnTo>
                  <a:close/>
                </a:path>
              </a:pathLst>
            </a:custGeom>
            <a:pattFill prst="dkHorz">
              <a:fgClr>
                <a:schemeClr val="accent1">
                  <a:lumMod val="60000"/>
                  <a:lumOff val="40000"/>
                </a:schemeClr>
              </a:fgClr>
              <a:bgClr>
                <a:schemeClr val="accent2">
                  <a:lumMod val="50000"/>
                </a:schemeClr>
              </a:bgClr>
            </a:pattFill>
            <a:ln>
              <a:noFill/>
            </a:ln>
            <a:effectLst/>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noProof="0" dirty="0"/>
            </a:p>
          </p:txBody>
        </p:sp>
      </p:grpSp>
      <p:grpSp>
        <p:nvGrpSpPr>
          <p:cNvPr id="6" name="Group 5">
            <a:extLst>
              <a:ext uri="{FF2B5EF4-FFF2-40B4-BE49-F238E27FC236}">
                <a16:creationId xmlns:a16="http://schemas.microsoft.com/office/drawing/2014/main" id="{D9EBF8BB-A805-4DDB-B459-082F99815B95}"/>
              </a:ext>
            </a:extLst>
          </p:cNvPr>
          <p:cNvGrpSpPr/>
          <p:nvPr userDrawn="1"/>
        </p:nvGrpSpPr>
        <p:grpSpPr>
          <a:xfrm>
            <a:off x="-1" y="1357409"/>
            <a:ext cx="12192001" cy="4846320"/>
            <a:chOff x="-1" y="1357409"/>
            <a:chExt cx="12192001" cy="4917518"/>
          </a:xfrm>
        </p:grpSpPr>
        <p:sp>
          <p:nvSpPr>
            <p:cNvPr id="19" name="Rectangle: Single Corner Snipped 18">
              <a:extLst>
                <a:ext uri="{FF2B5EF4-FFF2-40B4-BE49-F238E27FC236}">
                  <a16:creationId xmlns:a16="http://schemas.microsoft.com/office/drawing/2014/main" id="{5D638788-DD47-45E7-939A-FA108A818173}"/>
                </a:ext>
              </a:extLst>
            </p:cNvPr>
            <p:cNvSpPr/>
            <p:nvPr userDrawn="1"/>
          </p:nvSpPr>
          <p:spPr>
            <a:xfrm flipV="1">
              <a:off x="-1" y="1357409"/>
              <a:ext cx="12192000" cy="4917518"/>
            </a:xfrm>
            <a:prstGeom prst="snip1Rect">
              <a:avLst>
                <a:gd name="adj" fmla="val 0"/>
              </a:avLst>
            </a:prstGeom>
            <a:pattFill prst="dkVert">
              <a:fgClr>
                <a:srgbClr val="0C4360"/>
              </a:fgClr>
              <a:bgClr>
                <a:schemeClr val="accent2">
                  <a:lumMod val="50000"/>
                </a:schemeClr>
              </a:bgClr>
            </a:patt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noProof="0" dirty="0"/>
            </a:p>
          </p:txBody>
        </p:sp>
        <p:sp>
          <p:nvSpPr>
            <p:cNvPr id="3" name="Rectangle: Single Corner Snipped 2">
              <a:extLst>
                <a:ext uri="{FF2B5EF4-FFF2-40B4-BE49-F238E27FC236}">
                  <a16:creationId xmlns:a16="http://schemas.microsoft.com/office/drawing/2014/main" id="{74BDECEF-EEFE-4332-B3B2-BDE4F82C10FC}"/>
                </a:ext>
              </a:extLst>
            </p:cNvPr>
            <p:cNvSpPr/>
            <p:nvPr userDrawn="1"/>
          </p:nvSpPr>
          <p:spPr>
            <a:xfrm flipV="1">
              <a:off x="-1" y="1357409"/>
              <a:ext cx="12192001" cy="4917518"/>
            </a:xfrm>
            <a:prstGeom prst="snip1Rect">
              <a:avLst>
                <a:gd name="adj" fmla="val 19670"/>
              </a:avLst>
            </a:prstGeom>
            <a:solidFill>
              <a:schemeClr val="accent1">
                <a:lumMod val="50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noProof="0" dirty="0"/>
            </a:p>
          </p:txBody>
        </p:sp>
      </p:grpSp>
      <p:sp>
        <p:nvSpPr>
          <p:cNvPr id="35" name="Freeform: Shape 34">
            <a:extLst>
              <a:ext uri="{FF2B5EF4-FFF2-40B4-BE49-F238E27FC236}">
                <a16:creationId xmlns:a16="http://schemas.microsoft.com/office/drawing/2014/main" id="{62EEBF51-DCAD-4335-85E9-52801031A1BF}"/>
              </a:ext>
            </a:extLst>
          </p:cNvPr>
          <p:cNvSpPr/>
          <p:nvPr userDrawn="1"/>
        </p:nvSpPr>
        <p:spPr>
          <a:xfrm flipH="1">
            <a:off x="10782300" y="5448297"/>
            <a:ext cx="1409700" cy="1409703"/>
          </a:xfrm>
          <a:custGeom>
            <a:avLst/>
            <a:gdLst>
              <a:gd name="connsiteX0" fmla="*/ 754341 w 754341"/>
              <a:gd name="connsiteY0" fmla="*/ 754341 h 754341"/>
              <a:gd name="connsiteX1" fmla="*/ 0 w 754341"/>
              <a:gd name="connsiteY1" fmla="*/ 754341 h 754341"/>
              <a:gd name="connsiteX2" fmla="*/ 0 w 754341"/>
              <a:gd name="connsiteY2" fmla="*/ 0 h 754341"/>
            </a:gdLst>
            <a:ahLst/>
            <a:cxnLst>
              <a:cxn ang="0">
                <a:pos x="connsiteX0" y="connsiteY0"/>
              </a:cxn>
              <a:cxn ang="0">
                <a:pos x="connsiteX1" y="connsiteY1"/>
              </a:cxn>
              <a:cxn ang="0">
                <a:pos x="connsiteX2" y="connsiteY2"/>
              </a:cxn>
            </a:cxnLst>
            <a:rect l="l" t="t" r="r" b="b"/>
            <a:pathLst>
              <a:path w="754341" h="754341">
                <a:moveTo>
                  <a:pt x="754341" y="754341"/>
                </a:moveTo>
                <a:lnTo>
                  <a:pt x="0" y="754341"/>
                </a:lnTo>
                <a:lnTo>
                  <a:pt x="0" y="0"/>
                </a:lnTo>
                <a:close/>
              </a:path>
            </a:pathLst>
          </a:custGeom>
          <a:pattFill prst="dkHorz">
            <a:fgClr>
              <a:schemeClr val="accent2">
                <a:lumMod val="50000"/>
              </a:schemeClr>
            </a:fgClr>
            <a:bgClr>
              <a:schemeClr val="accent2"/>
            </a:bgClr>
          </a:pattFill>
          <a:ln>
            <a:noFill/>
          </a:ln>
          <a:effectLst/>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noProof="0" dirty="0"/>
          </a:p>
        </p:txBody>
      </p:sp>
      <p:sp>
        <p:nvSpPr>
          <p:cNvPr id="5" name="Slide Number Placeholder 4">
            <a:extLst>
              <a:ext uri="{FF2B5EF4-FFF2-40B4-BE49-F238E27FC236}">
                <a16:creationId xmlns:a16="http://schemas.microsoft.com/office/drawing/2014/main" id="{87B51822-97FF-47A7-8E4E-A0F79B4EB237}"/>
              </a:ext>
            </a:extLst>
          </p:cNvPr>
          <p:cNvSpPr>
            <a:spLocks noGrp="1"/>
          </p:cNvSpPr>
          <p:nvPr>
            <p:ph type="sldNum" sz="quarter" idx="12"/>
          </p:nvPr>
        </p:nvSpPr>
        <p:spPr>
          <a:xfrm>
            <a:off x="11252200" y="6315075"/>
            <a:ext cx="406400" cy="365125"/>
          </a:xfrm>
        </p:spPr>
        <p:txBody>
          <a:bodyPr/>
          <a:lstStyle>
            <a:lvl1pPr>
              <a:defRPr sz="1000">
                <a:solidFill>
                  <a:schemeClr val="bg1"/>
                </a:solidFill>
                <a:latin typeface="Trade Gothic LT Pro" panose="020B0503040303020004" pitchFamily="34" charset="0"/>
              </a:defRPr>
            </a:lvl1pPr>
          </a:lstStyle>
          <a:p>
            <a:fld id="{C263D6C4-4840-40CC-AC84-17E24B3B7BDE}" type="slidenum">
              <a:rPr lang="en-US" noProof="0" smtClean="0"/>
              <a:pPr/>
              <a:t>‹#›</a:t>
            </a:fld>
            <a:endParaRPr lang="en-US" noProof="0" dirty="0"/>
          </a:p>
        </p:txBody>
      </p:sp>
      <p:sp>
        <p:nvSpPr>
          <p:cNvPr id="21" name="Text Placeholder 3">
            <a:extLst>
              <a:ext uri="{FF2B5EF4-FFF2-40B4-BE49-F238E27FC236}">
                <a16:creationId xmlns:a16="http://schemas.microsoft.com/office/drawing/2014/main" id="{912B51EA-3E6F-4BF6-BE48-62128AF32B85}"/>
              </a:ext>
            </a:extLst>
          </p:cNvPr>
          <p:cNvSpPr>
            <a:spLocks noGrp="1"/>
          </p:cNvSpPr>
          <p:nvPr>
            <p:ph type="body" sz="half" idx="2"/>
          </p:nvPr>
        </p:nvSpPr>
        <p:spPr>
          <a:xfrm>
            <a:off x="443366" y="1444649"/>
            <a:ext cx="3365063" cy="4579079"/>
          </a:xfrm>
        </p:spPr>
        <p:txBody>
          <a:bodyPr/>
          <a:lstStyle>
            <a:lvl1pPr marL="0" indent="0">
              <a:buFont typeface="Arial" panose="020B0604020202020204" pitchFamily="34" charset="0"/>
              <a:buNone/>
              <a:defRPr sz="1600">
                <a:solidFill>
                  <a:schemeClr val="bg1"/>
                </a:solidFill>
              </a:defRPr>
            </a:lvl1pPr>
            <a:lvl2pPr marL="457200" indent="0">
              <a:buNone/>
              <a:defRPr sz="1400"/>
            </a:lvl2pPr>
            <a:lvl3pPr marL="914400" indent="0">
              <a:buNone/>
              <a:defRPr sz="1200"/>
            </a:lvl3pPr>
            <a:lvl4pPr marL="1371600" indent="0">
              <a:buNone/>
              <a:defRPr sz="1000"/>
            </a:lvl4pPr>
            <a:lvl5pPr marL="1828800" indent="0">
              <a:buNone/>
              <a:defRPr sz="1000"/>
            </a:lvl5pPr>
            <a:lvl6pPr marL="2286000" indent="0">
              <a:buNone/>
              <a:defRPr sz="1000"/>
            </a:lvl6pPr>
            <a:lvl7pPr marL="2743200" indent="0">
              <a:buNone/>
              <a:defRPr sz="1000"/>
            </a:lvl7pPr>
            <a:lvl8pPr marL="3200400" indent="0">
              <a:buNone/>
              <a:defRPr sz="1000"/>
            </a:lvl8pPr>
            <a:lvl9pPr marL="3657600" indent="0">
              <a:buNone/>
              <a:defRPr sz="1000"/>
            </a:lvl9pPr>
          </a:lstStyle>
          <a:p>
            <a:pPr lvl="0"/>
            <a:r>
              <a:rPr lang="en-US" noProof="0"/>
              <a:t>Edit Master text styles</a:t>
            </a:r>
          </a:p>
        </p:txBody>
      </p:sp>
      <p:sp>
        <p:nvSpPr>
          <p:cNvPr id="22" name="Content Placeholder 2">
            <a:extLst>
              <a:ext uri="{FF2B5EF4-FFF2-40B4-BE49-F238E27FC236}">
                <a16:creationId xmlns:a16="http://schemas.microsoft.com/office/drawing/2014/main" id="{A015C605-1D30-48BC-A0D6-3B11AF56CC53}"/>
              </a:ext>
            </a:extLst>
          </p:cNvPr>
          <p:cNvSpPr>
            <a:spLocks noGrp="1"/>
          </p:cNvSpPr>
          <p:nvPr>
            <p:ph idx="1"/>
          </p:nvPr>
        </p:nvSpPr>
        <p:spPr>
          <a:xfrm>
            <a:off x="3964290" y="1444649"/>
            <a:ext cx="7694310" cy="4579079"/>
          </a:xfrm>
        </p:spPr>
        <p:txBody>
          <a:bodyPr>
            <a:normAutofit/>
          </a:bodyPr>
          <a:lstStyle>
            <a:lvl1pPr>
              <a:defRPr sz="2400">
                <a:solidFill>
                  <a:schemeClr val="bg1"/>
                </a:solidFill>
              </a:defRPr>
            </a:lvl1pPr>
            <a:lvl2pPr>
              <a:defRPr sz="2000">
                <a:solidFill>
                  <a:schemeClr val="bg1"/>
                </a:solidFill>
              </a:defRPr>
            </a:lvl2pPr>
            <a:lvl3pPr>
              <a:defRPr sz="1800">
                <a:solidFill>
                  <a:schemeClr val="bg1"/>
                </a:solidFill>
              </a:defRPr>
            </a:lvl3pPr>
            <a:lvl4pPr>
              <a:defRPr sz="1600">
                <a:solidFill>
                  <a:schemeClr val="bg1"/>
                </a:solidFill>
              </a:defRPr>
            </a:lvl4pPr>
            <a:lvl5pPr>
              <a:defRPr sz="1600">
                <a:solidFill>
                  <a:schemeClr val="bg1"/>
                </a:solidFill>
              </a:defRPr>
            </a:lvl5pPr>
            <a:lvl6pPr>
              <a:defRPr sz="2000"/>
            </a:lvl6pPr>
            <a:lvl7pPr>
              <a:defRPr sz="2000"/>
            </a:lvl7pPr>
            <a:lvl8pPr>
              <a:defRPr sz="2000"/>
            </a:lvl8pPr>
            <a:lvl9pPr>
              <a:defRPr sz="2000"/>
            </a:lvl9pPr>
          </a:lstStyle>
          <a:p>
            <a:pPr lvl="0"/>
            <a:r>
              <a:rPr lang="en-US" noProof="0"/>
              <a:t>Edit Master text styles</a:t>
            </a:r>
          </a:p>
          <a:p>
            <a:pPr lvl="1"/>
            <a:r>
              <a:rPr lang="en-US" noProof="0"/>
              <a:t>Second level</a:t>
            </a:r>
          </a:p>
          <a:p>
            <a:pPr lvl="2"/>
            <a:r>
              <a:rPr lang="en-US" noProof="0"/>
              <a:t>Third level</a:t>
            </a:r>
          </a:p>
          <a:p>
            <a:pPr lvl="3"/>
            <a:r>
              <a:rPr lang="en-US" noProof="0"/>
              <a:t>Fourth level</a:t>
            </a:r>
          </a:p>
          <a:p>
            <a:pPr lvl="4"/>
            <a:r>
              <a:rPr lang="en-US" noProof="0"/>
              <a:t>Fifth level</a:t>
            </a:r>
          </a:p>
        </p:txBody>
      </p:sp>
    </p:spTree>
    <p:extLst>
      <p:ext uri="{BB962C8B-B14F-4D97-AF65-F5344CB8AC3E}">
        <p14:creationId xmlns:p14="http://schemas.microsoft.com/office/powerpoint/2010/main" val="1212989540"/>
      </p:ext>
    </p:extLst>
  </p:cSld>
  <p:clrMapOvr>
    <a:masterClrMapping/>
  </p:clrMapOvr>
</p:sldLayout>
</file>

<file path=ppt/slideLayouts/slideLayout16.xml><?xml version="1.0" encoding="utf-8"?>
<p:sldLayout xmlns:a="http://schemas.openxmlformats.org/drawingml/2006/main" xmlns:r="http://schemas.openxmlformats.org/officeDocument/2006/relationships" xmlns:p="http://schemas.openxmlformats.org/presentationml/2006/main" preserve="1" userDrawn="1">
  <p:cSld name="Blank">
    <p:spTree>
      <p:nvGrpSpPr>
        <p:cNvPr id="1" name=""/>
        <p:cNvGrpSpPr/>
        <p:nvPr/>
      </p:nvGrpSpPr>
      <p:grpSpPr>
        <a:xfrm>
          <a:off x="0" y="0"/>
          <a:ext cx="0" cy="0"/>
          <a:chOff x="0" y="0"/>
          <a:chExt cx="0" cy="0"/>
        </a:xfrm>
      </p:grpSpPr>
      <p:sp>
        <p:nvSpPr>
          <p:cNvPr id="18" name="Rectangle 17">
            <a:extLst>
              <a:ext uri="{FF2B5EF4-FFF2-40B4-BE49-F238E27FC236}">
                <a16:creationId xmlns:a16="http://schemas.microsoft.com/office/drawing/2014/main" id="{D4494CD2-CCDD-0248-96F8-741002C44255}"/>
              </a:ext>
            </a:extLst>
          </p:cNvPr>
          <p:cNvSpPr/>
          <p:nvPr userDrawn="1"/>
        </p:nvSpPr>
        <p:spPr>
          <a:xfrm>
            <a:off x="0" y="0"/>
            <a:ext cx="12192000" cy="6884191"/>
          </a:xfrm>
          <a:prstGeom prst="rect">
            <a:avLst/>
          </a:prstGeom>
          <a:solidFill>
            <a:schemeClr val="accent2">
              <a:lumMod val="75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noProof="0" dirty="0"/>
          </a:p>
        </p:txBody>
      </p:sp>
      <p:sp>
        <p:nvSpPr>
          <p:cNvPr id="19" name="Freeform: Shape 9">
            <a:extLst>
              <a:ext uri="{FF2B5EF4-FFF2-40B4-BE49-F238E27FC236}">
                <a16:creationId xmlns:a16="http://schemas.microsoft.com/office/drawing/2014/main" id="{07077B00-C1EE-7241-B441-7814F92A7EDF}"/>
              </a:ext>
            </a:extLst>
          </p:cNvPr>
          <p:cNvSpPr/>
          <p:nvPr userDrawn="1"/>
        </p:nvSpPr>
        <p:spPr>
          <a:xfrm>
            <a:off x="0" y="0"/>
            <a:ext cx="12192001" cy="6884191"/>
          </a:xfrm>
          <a:custGeom>
            <a:avLst/>
            <a:gdLst>
              <a:gd name="connsiteX0" fmla="*/ 0 w 12192001"/>
              <a:gd name="connsiteY0" fmla="*/ 0 h 6884191"/>
              <a:gd name="connsiteX1" fmla="*/ 7540222 w 12192001"/>
              <a:gd name="connsiteY1" fmla="*/ 0 h 6884191"/>
              <a:gd name="connsiteX2" fmla="*/ 10260629 w 12192001"/>
              <a:gd name="connsiteY2" fmla="*/ 2725573 h 6884191"/>
              <a:gd name="connsiteX3" fmla="*/ 11286710 w 12192001"/>
              <a:gd name="connsiteY3" fmla="*/ 2725573 h 6884191"/>
              <a:gd name="connsiteX4" fmla="*/ 12192000 w 12192001"/>
              <a:gd name="connsiteY4" fmla="*/ 3632581 h 6884191"/>
              <a:gd name="connsiteX5" fmla="*/ 12192001 w 12192001"/>
              <a:gd name="connsiteY5" fmla="*/ 6884191 h 6884191"/>
              <a:gd name="connsiteX6" fmla="*/ 0 w 12192001"/>
              <a:gd name="connsiteY6" fmla="*/ 6884191 h 6884191"/>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Lst>
            <a:rect l="l" t="t" r="r" b="b"/>
            <a:pathLst>
              <a:path w="12192001" h="6884191">
                <a:moveTo>
                  <a:pt x="0" y="0"/>
                </a:moveTo>
                <a:lnTo>
                  <a:pt x="7540222" y="0"/>
                </a:lnTo>
                <a:lnTo>
                  <a:pt x="10260629" y="2725573"/>
                </a:lnTo>
                <a:lnTo>
                  <a:pt x="11286710" y="2725573"/>
                </a:lnTo>
                <a:lnTo>
                  <a:pt x="12192000" y="3632581"/>
                </a:lnTo>
                <a:lnTo>
                  <a:pt x="12192001" y="6884191"/>
                </a:lnTo>
                <a:lnTo>
                  <a:pt x="0" y="6884191"/>
                </a:lnTo>
                <a:close/>
              </a:path>
            </a:pathLst>
          </a:custGeom>
          <a:solidFill>
            <a:schemeClr val="accent2">
              <a:alpha val="74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wrap="square" rtlCol="0" anchor="ctr">
            <a:noAutofit/>
          </a:bodyPr>
          <a:lstStyle/>
          <a:p>
            <a:pPr algn="ctr"/>
            <a:endParaRPr lang="en-US" noProof="0" dirty="0"/>
          </a:p>
        </p:txBody>
      </p:sp>
      <p:sp>
        <p:nvSpPr>
          <p:cNvPr id="20" name="Freeform: Shape 17">
            <a:extLst>
              <a:ext uri="{FF2B5EF4-FFF2-40B4-BE49-F238E27FC236}">
                <a16:creationId xmlns:a16="http://schemas.microsoft.com/office/drawing/2014/main" id="{3A1AEBC4-637E-F64C-9192-69AC4BB26D0C}"/>
              </a:ext>
            </a:extLst>
          </p:cNvPr>
          <p:cNvSpPr/>
          <p:nvPr userDrawn="1"/>
        </p:nvSpPr>
        <p:spPr>
          <a:xfrm rot="16200000" flipV="1">
            <a:off x="2964809" y="-2364446"/>
            <a:ext cx="6862744" cy="11591639"/>
          </a:xfrm>
          <a:custGeom>
            <a:avLst/>
            <a:gdLst>
              <a:gd name="connsiteX0" fmla="*/ 6862744 w 6862744"/>
              <a:gd name="connsiteY0" fmla="*/ 11591639 h 11591639"/>
              <a:gd name="connsiteX1" fmla="*/ 6862744 w 6862744"/>
              <a:gd name="connsiteY1" fmla="*/ 5240223 h 11591639"/>
              <a:gd name="connsiteX2" fmla="*/ 4145656 w 6862744"/>
              <a:gd name="connsiteY2" fmla="*/ 5240223 h 11591639"/>
              <a:gd name="connsiteX3" fmla="*/ 4145656 w 6862744"/>
              <a:gd name="connsiteY3" fmla="*/ 5240222 h 11591639"/>
              <a:gd name="connsiteX4" fmla="*/ 6862744 w 6862744"/>
              <a:gd name="connsiteY4" fmla="*/ 5240222 h 11591639"/>
              <a:gd name="connsiteX5" fmla="*/ 4145656 w 6862744"/>
              <a:gd name="connsiteY5" fmla="*/ 2519152 h 11591639"/>
              <a:gd name="connsiteX6" fmla="*/ 4145656 w 6862744"/>
              <a:gd name="connsiteY6" fmla="*/ 1367198 h 11591639"/>
              <a:gd name="connsiteX7" fmla="*/ 2775863 w 6862744"/>
              <a:gd name="connsiteY7" fmla="*/ 0 h 11591639"/>
              <a:gd name="connsiteX8" fmla="*/ 0 w 6862744"/>
              <a:gd name="connsiteY8" fmla="*/ 0 h 11591639"/>
              <a:gd name="connsiteX9" fmla="*/ 0 w 6862744"/>
              <a:gd name="connsiteY9" fmla="*/ 11591639 h 11591639"/>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Lst>
            <a:rect l="l" t="t" r="r" b="b"/>
            <a:pathLst>
              <a:path w="6862744" h="11591639">
                <a:moveTo>
                  <a:pt x="6862744" y="11591639"/>
                </a:moveTo>
                <a:lnTo>
                  <a:pt x="6862744" y="5240223"/>
                </a:lnTo>
                <a:lnTo>
                  <a:pt x="4145656" y="5240223"/>
                </a:lnTo>
                <a:lnTo>
                  <a:pt x="4145656" y="5240222"/>
                </a:lnTo>
                <a:lnTo>
                  <a:pt x="6862744" y="5240222"/>
                </a:lnTo>
                <a:lnTo>
                  <a:pt x="4145656" y="2519152"/>
                </a:lnTo>
                <a:lnTo>
                  <a:pt x="4145656" y="1367198"/>
                </a:lnTo>
                <a:lnTo>
                  <a:pt x="2775863" y="0"/>
                </a:lnTo>
                <a:lnTo>
                  <a:pt x="0" y="0"/>
                </a:lnTo>
                <a:lnTo>
                  <a:pt x="0" y="11591639"/>
                </a:lnTo>
                <a:close/>
              </a:path>
            </a:pathLst>
          </a:custGeom>
          <a:pattFill prst="wdDnDiag">
            <a:fgClr>
              <a:schemeClr val="accent2"/>
            </a:fgClr>
            <a:bgClr>
              <a:schemeClr val="accent2">
                <a:lumMod val="75000"/>
              </a:schemeClr>
            </a:bgClr>
          </a:pattFill>
          <a:ln>
            <a:noFill/>
          </a:ln>
        </p:spPr>
        <p:style>
          <a:lnRef idx="2">
            <a:schemeClr val="accent1">
              <a:shade val="50000"/>
            </a:schemeClr>
          </a:lnRef>
          <a:fillRef idx="1">
            <a:schemeClr val="accent1"/>
          </a:fillRef>
          <a:effectRef idx="0">
            <a:schemeClr val="accent1"/>
          </a:effectRef>
          <a:fontRef idx="minor">
            <a:schemeClr val="lt1"/>
          </a:fontRef>
        </p:style>
        <p:txBody>
          <a:bodyPr wrap="square" rtlCol="0" anchor="ctr">
            <a:noAutofit/>
          </a:bodyPr>
          <a:lstStyle/>
          <a:p>
            <a:pPr algn="ctr"/>
            <a:endParaRPr lang="en-US" noProof="0" dirty="0"/>
          </a:p>
        </p:txBody>
      </p:sp>
      <p:sp>
        <p:nvSpPr>
          <p:cNvPr id="21" name="Freeform: Shape 11">
            <a:extLst>
              <a:ext uri="{FF2B5EF4-FFF2-40B4-BE49-F238E27FC236}">
                <a16:creationId xmlns:a16="http://schemas.microsoft.com/office/drawing/2014/main" id="{669A7039-C54C-8E46-9A8B-DDB2547D989C}"/>
              </a:ext>
            </a:extLst>
          </p:cNvPr>
          <p:cNvSpPr/>
          <p:nvPr userDrawn="1"/>
        </p:nvSpPr>
        <p:spPr>
          <a:xfrm rot="16200000" flipV="1">
            <a:off x="2664629" y="-2664627"/>
            <a:ext cx="6862744" cy="12192000"/>
          </a:xfrm>
          <a:custGeom>
            <a:avLst/>
            <a:gdLst>
              <a:gd name="connsiteX0" fmla="*/ 6849744 w 6849744"/>
              <a:gd name="connsiteY0" fmla="*/ 12192000 h 12192000"/>
              <a:gd name="connsiteX1" fmla="*/ 6849744 w 6849744"/>
              <a:gd name="connsiteY1" fmla="*/ 5840584 h 12192000"/>
              <a:gd name="connsiteX2" fmla="*/ 4137803 w 6849744"/>
              <a:gd name="connsiteY2" fmla="*/ 5840584 h 12192000"/>
              <a:gd name="connsiteX3" fmla="*/ 4137803 w 6849744"/>
              <a:gd name="connsiteY3" fmla="*/ 5840583 h 12192000"/>
              <a:gd name="connsiteX4" fmla="*/ 6849744 w 6849744"/>
              <a:gd name="connsiteY4" fmla="*/ 5840583 h 12192000"/>
              <a:gd name="connsiteX5" fmla="*/ 4137803 w 6849744"/>
              <a:gd name="connsiteY5" fmla="*/ 3119513 h 12192000"/>
              <a:gd name="connsiteX6" fmla="*/ 4137803 w 6849744"/>
              <a:gd name="connsiteY6" fmla="*/ 1967559 h 12192000"/>
              <a:gd name="connsiteX7" fmla="*/ 2170243 w 6849744"/>
              <a:gd name="connsiteY7" fmla="*/ 0 h 12192000"/>
              <a:gd name="connsiteX8" fmla="*/ 0 w 6849744"/>
              <a:gd name="connsiteY8" fmla="*/ 0 h 12192000"/>
              <a:gd name="connsiteX9" fmla="*/ 0 w 6849744"/>
              <a:gd name="connsiteY9" fmla="*/ 12192000 h 12192000"/>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Lst>
            <a:rect l="l" t="t" r="r" b="b"/>
            <a:pathLst>
              <a:path w="6849744" h="12192000">
                <a:moveTo>
                  <a:pt x="6849744" y="12192000"/>
                </a:moveTo>
                <a:lnTo>
                  <a:pt x="6849744" y="5840584"/>
                </a:lnTo>
                <a:lnTo>
                  <a:pt x="4137803" y="5840584"/>
                </a:lnTo>
                <a:lnTo>
                  <a:pt x="4137803" y="5840583"/>
                </a:lnTo>
                <a:lnTo>
                  <a:pt x="6849744" y="5840583"/>
                </a:lnTo>
                <a:lnTo>
                  <a:pt x="4137803" y="3119513"/>
                </a:lnTo>
                <a:lnTo>
                  <a:pt x="4137803" y="1967559"/>
                </a:lnTo>
                <a:lnTo>
                  <a:pt x="2170243" y="0"/>
                </a:lnTo>
                <a:lnTo>
                  <a:pt x="0" y="0"/>
                </a:lnTo>
                <a:lnTo>
                  <a:pt x="0" y="12192000"/>
                </a:lnTo>
                <a:close/>
              </a:path>
            </a:pathLst>
          </a:custGeom>
          <a:pattFill prst="wdUpDiag">
            <a:fgClr>
              <a:schemeClr val="accent2"/>
            </a:fgClr>
            <a:bgClr>
              <a:schemeClr val="accent2">
                <a:lumMod val="50000"/>
              </a:schemeClr>
            </a:bgClr>
          </a:patt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noProof="0" dirty="0"/>
          </a:p>
        </p:txBody>
      </p:sp>
      <p:sp>
        <p:nvSpPr>
          <p:cNvPr id="22" name="Freeform: Shape 7">
            <a:extLst>
              <a:ext uri="{FF2B5EF4-FFF2-40B4-BE49-F238E27FC236}">
                <a16:creationId xmlns:a16="http://schemas.microsoft.com/office/drawing/2014/main" id="{4F173B32-87BB-9A40-8C91-4C1EED2B7ABF}"/>
              </a:ext>
            </a:extLst>
          </p:cNvPr>
          <p:cNvSpPr/>
          <p:nvPr userDrawn="1"/>
        </p:nvSpPr>
        <p:spPr>
          <a:xfrm rot="16200000" flipV="1">
            <a:off x="2664628" y="-2664627"/>
            <a:ext cx="6862744" cy="12192000"/>
          </a:xfrm>
          <a:custGeom>
            <a:avLst/>
            <a:gdLst>
              <a:gd name="connsiteX0" fmla="*/ 6849744 w 6849744"/>
              <a:gd name="connsiteY0" fmla="*/ 12192000 h 12192000"/>
              <a:gd name="connsiteX1" fmla="*/ 6849744 w 6849744"/>
              <a:gd name="connsiteY1" fmla="*/ 5840584 h 12192000"/>
              <a:gd name="connsiteX2" fmla="*/ 4137803 w 6849744"/>
              <a:gd name="connsiteY2" fmla="*/ 5840584 h 12192000"/>
              <a:gd name="connsiteX3" fmla="*/ 4137803 w 6849744"/>
              <a:gd name="connsiteY3" fmla="*/ 5840583 h 12192000"/>
              <a:gd name="connsiteX4" fmla="*/ 6849744 w 6849744"/>
              <a:gd name="connsiteY4" fmla="*/ 5840583 h 12192000"/>
              <a:gd name="connsiteX5" fmla="*/ 4137803 w 6849744"/>
              <a:gd name="connsiteY5" fmla="*/ 3119513 h 12192000"/>
              <a:gd name="connsiteX6" fmla="*/ 4137803 w 6849744"/>
              <a:gd name="connsiteY6" fmla="*/ 1967559 h 12192000"/>
              <a:gd name="connsiteX7" fmla="*/ 2170243 w 6849744"/>
              <a:gd name="connsiteY7" fmla="*/ 0 h 12192000"/>
              <a:gd name="connsiteX8" fmla="*/ 0 w 6849744"/>
              <a:gd name="connsiteY8" fmla="*/ 0 h 12192000"/>
              <a:gd name="connsiteX9" fmla="*/ 0 w 6849744"/>
              <a:gd name="connsiteY9" fmla="*/ 12192000 h 12192000"/>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Lst>
            <a:rect l="l" t="t" r="r" b="b"/>
            <a:pathLst>
              <a:path w="6849744" h="12192000">
                <a:moveTo>
                  <a:pt x="6849744" y="12192000"/>
                </a:moveTo>
                <a:lnTo>
                  <a:pt x="6849744" y="5840584"/>
                </a:lnTo>
                <a:lnTo>
                  <a:pt x="4137803" y="5840584"/>
                </a:lnTo>
                <a:lnTo>
                  <a:pt x="4137803" y="5840583"/>
                </a:lnTo>
                <a:lnTo>
                  <a:pt x="6849744" y="5840583"/>
                </a:lnTo>
                <a:lnTo>
                  <a:pt x="4137803" y="3119513"/>
                </a:lnTo>
                <a:lnTo>
                  <a:pt x="4137803" y="1967559"/>
                </a:lnTo>
                <a:lnTo>
                  <a:pt x="2170243" y="0"/>
                </a:lnTo>
                <a:lnTo>
                  <a:pt x="0" y="0"/>
                </a:lnTo>
                <a:lnTo>
                  <a:pt x="0" y="12192000"/>
                </a:lnTo>
                <a:close/>
              </a:path>
            </a:pathLst>
          </a:custGeom>
          <a:solidFill>
            <a:schemeClr val="accent1">
              <a:lumMod val="50000"/>
              <a:alpha val="90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noProof="0" dirty="0"/>
          </a:p>
        </p:txBody>
      </p:sp>
      <p:grpSp>
        <p:nvGrpSpPr>
          <p:cNvPr id="24" name="Group 23">
            <a:extLst>
              <a:ext uri="{FF2B5EF4-FFF2-40B4-BE49-F238E27FC236}">
                <a16:creationId xmlns:a16="http://schemas.microsoft.com/office/drawing/2014/main" id="{4AC87F4E-12B5-1B42-AFD2-4DB39B7645C9}"/>
              </a:ext>
            </a:extLst>
          </p:cNvPr>
          <p:cNvGrpSpPr/>
          <p:nvPr userDrawn="1"/>
        </p:nvGrpSpPr>
        <p:grpSpPr>
          <a:xfrm rot="16200000">
            <a:off x="499388" y="-322655"/>
            <a:ext cx="535531" cy="645309"/>
            <a:chOff x="10945855" y="7317026"/>
            <a:chExt cx="2483924" cy="2993104"/>
          </a:xfrm>
        </p:grpSpPr>
        <p:sp>
          <p:nvSpPr>
            <p:cNvPr id="25" name="Freeform: Shape 15">
              <a:extLst>
                <a:ext uri="{FF2B5EF4-FFF2-40B4-BE49-F238E27FC236}">
                  <a16:creationId xmlns:a16="http://schemas.microsoft.com/office/drawing/2014/main" id="{03DD8765-59DF-A045-ADB5-E39FAEE153A0}"/>
                </a:ext>
              </a:extLst>
            </p:cNvPr>
            <p:cNvSpPr/>
            <p:nvPr/>
          </p:nvSpPr>
          <p:spPr>
            <a:xfrm rot="2700000">
              <a:off x="10945855" y="7826207"/>
              <a:ext cx="2483923" cy="2483924"/>
            </a:xfrm>
            <a:custGeom>
              <a:avLst/>
              <a:gdLst>
                <a:gd name="connsiteX0" fmla="*/ 754341 w 754341"/>
                <a:gd name="connsiteY0" fmla="*/ 754341 h 754341"/>
                <a:gd name="connsiteX1" fmla="*/ 0 w 754341"/>
                <a:gd name="connsiteY1" fmla="*/ 754341 h 754341"/>
                <a:gd name="connsiteX2" fmla="*/ 0 w 754341"/>
                <a:gd name="connsiteY2" fmla="*/ 0 h 754341"/>
              </a:gdLst>
              <a:ahLst/>
              <a:cxnLst>
                <a:cxn ang="0">
                  <a:pos x="connsiteX0" y="connsiteY0"/>
                </a:cxn>
                <a:cxn ang="0">
                  <a:pos x="connsiteX1" y="connsiteY1"/>
                </a:cxn>
                <a:cxn ang="0">
                  <a:pos x="connsiteX2" y="connsiteY2"/>
                </a:cxn>
              </a:cxnLst>
              <a:rect l="l" t="t" r="r" b="b"/>
              <a:pathLst>
                <a:path w="754341" h="754341">
                  <a:moveTo>
                    <a:pt x="754341" y="754341"/>
                  </a:moveTo>
                  <a:lnTo>
                    <a:pt x="0" y="754341"/>
                  </a:lnTo>
                  <a:lnTo>
                    <a:pt x="0" y="0"/>
                  </a:lnTo>
                  <a:close/>
                </a:path>
              </a:pathLst>
            </a:custGeom>
            <a:solidFill>
              <a:schemeClr val="accent1">
                <a:lumMod val="50000"/>
              </a:schemeClr>
            </a:solidFill>
            <a:ln>
              <a:noFill/>
            </a:ln>
            <a:effectLst/>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noProof="0" dirty="0"/>
            </a:p>
          </p:txBody>
        </p:sp>
        <p:sp>
          <p:nvSpPr>
            <p:cNvPr id="26" name="Freeform: Shape 16">
              <a:extLst>
                <a:ext uri="{FF2B5EF4-FFF2-40B4-BE49-F238E27FC236}">
                  <a16:creationId xmlns:a16="http://schemas.microsoft.com/office/drawing/2014/main" id="{B34B796C-A407-7B4D-B4F0-E58A44FE8DB4}"/>
                </a:ext>
              </a:extLst>
            </p:cNvPr>
            <p:cNvSpPr/>
            <p:nvPr/>
          </p:nvSpPr>
          <p:spPr>
            <a:xfrm rot="8100000" flipH="1">
              <a:off x="10986797" y="7317026"/>
              <a:ext cx="2402031" cy="2402032"/>
            </a:xfrm>
            <a:custGeom>
              <a:avLst/>
              <a:gdLst>
                <a:gd name="connsiteX0" fmla="*/ 754341 w 754341"/>
                <a:gd name="connsiteY0" fmla="*/ 754341 h 754341"/>
                <a:gd name="connsiteX1" fmla="*/ 0 w 754341"/>
                <a:gd name="connsiteY1" fmla="*/ 754341 h 754341"/>
                <a:gd name="connsiteX2" fmla="*/ 0 w 754341"/>
                <a:gd name="connsiteY2" fmla="*/ 0 h 754341"/>
              </a:gdLst>
              <a:ahLst/>
              <a:cxnLst>
                <a:cxn ang="0">
                  <a:pos x="connsiteX0" y="connsiteY0"/>
                </a:cxn>
                <a:cxn ang="0">
                  <a:pos x="connsiteX1" y="connsiteY1"/>
                </a:cxn>
                <a:cxn ang="0">
                  <a:pos x="connsiteX2" y="connsiteY2"/>
                </a:cxn>
              </a:cxnLst>
              <a:rect l="l" t="t" r="r" b="b"/>
              <a:pathLst>
                <a:path w="754341" h="754341">
                  <a:moveTo>
                    <a:pt x="754341" y="754341"/>
                  </a:moveTo>
                  <a:lnTo>
                    <a:pt x="0" y="754341"/>
                  </a:lnTo>
                  <a:lnTo>
                    <a:pt x="0" y="0"/>
                  </a:lnTo>
                  <a:close/>
                </a:path>
              </a:pathLst>
            </a:custGeom>
            <a:pattFill prst="dkHorz">
              <a:fgClr>
                <a:schemeClr val="accent1">
                  <a:lumMod val="60000"/>
                  <a:lumOff val="40000"/>
                </a:schemeClr>
              </a:fgClr>
              <a:bgClr>
                <a:schemeClr val="accent2">
                  <a:lumMod val="50000"/>
                </a:schemeClr>
              </a:bgClr>
            </a:pattFill>
            <a:ln>
              <a:noFill/>
            </a:ln>
            <a:effectLst/>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noProof="0" dirty="0"/>
            </a:p>
          </p:txBody>
        </p:sp>
      </p:grpSp>
      <p:sp>
        <p:nvSpPr>
          <p:cNvPr id="30" name="Freeform: Shape 23">
            <a:extLst>
              <a:ext uri="{FF2B5EF4-FFF2-40B4-BE49-F238E27FC236}">
                <a16:creationId xmlns:a16="http://schemas.microsoft.com/office/drawing/2014/main" id="{CBE3FDC9-67CB-FA42-B127-A36BFF4678BB}"/>
              </a:ext>
            </a:extLst>
          </p:cNvPr>
          <p:cNvSpPr/>
          <p:nvPr userDrawn="1"/>
        </p:nvSpPr>
        <p:spPr>
          <a:xfrm flipH="1">
            <a:off x="10782300" y="5448297"/>
            <a:ext cx="1409700" cy="1409703"/>
          </a:xfrm>
          <a:custGeom>
            <a:avLst/>
            <a:gdLst>
              <a:gd name="connsiteX0" fmla="*/ 754341 w 754341"/>
              <a:gd name="connsiteY0" fmla="*/ 754341 h 754341"/>
              <a:gd name="connsiteX1" fmla="*/ 0 w 754341"/>
              <a:gd name="connsiteY1" fmla="*/ 754341 h 754341"/>
              <a:gd name="connsiteX2" fmla="*/ 0 w 754341"/>
              <a:gd name="connsiteY2" fmla="*/ 0 h 754341"/>
            </a:gdLst>
            <a:ahLst/>
            <a:cxnLst>
              <a:cxn ang="0">
                <a:pos x="connsiteX0" y="connsiteY0"/>
              </a:cxn>
              <a:cxn ang="0">
                <a:pos x="connsiteX1" y="connsiteY1"/>
              </a:cxn>
              <a:cxn ang="0">
                <a:pos x="connsiteX2" y="connsiteY2"/>
              </a:cxn>
            </a:cxnLst>
            <a:rect l="l" t="t" r="r" b="b"/>
            <a:pathLst>
              <a:path w="754341" h="754341">
                <a:moveTo>
                  <a:pt x="754341" y="754341"/>
                </a:moveTo>
                <a:lnTo>
                  <a:pt x="0" y="754341"/>
                </a:lnTo>
                <a:lnTo>
                  <a:pt x="0" y="0"/>
                </a:lnTo>
                <a:close/>
              </a:path>
            </a:pathLst>
          </a:custGeom>
          <a:pattFill prst="dkHorz">
            <a:fgClr>
              <a:schemeClr val="accent2">
                <a:lumMod val="50000"/>
              </a:schemeClr>
            </a:fgClr>
            <a:bgClr>
              <a:schemeClr val="accent2"/>
            </a:bgClr>
          </a:pattFill>
          <a:ln>
            <a:noFill/>
          </a:ln>
          <a:effectLst/>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noProof="0" dirty="0"/>
          </a:p>
        </p:txBody>
      </p:sp>
      <p:sp>
        <p:nvSpPr>
          <p:cNvPr id="31" name="Slide Number Placeholder 4">
            <a:extLst>
              <a:ext uri="{FF2B5EF4-FFF2-40B4-BE49-F238E27FC236}">
                <a16:creationId xmlns:a16="http://schemas.microsoft.com/office/drawing/2014/main" id="{1E902BFF-CA8F-D745-A819-A7BB38B30ED9}"/>
              </a:ext>
            </a:extLst>
          </p:cNvPr>
          <p:cNvSpPr>
            <a:spLocks noGrp="1"/>
          </p:cNvSpPr>
          <p:nvPr>
            <p:ph type="sldNum" sz="quarter" idx="12"/>
          </p:nvPr>
        </p:nvSpPr>
        <p:spPr>
          <a:xfrm>
            <a:off x="11252200" y="6315075"/>
            <a:ext cx="406400" cy="365125"/>
          </a:xfrm>
        </p:spPr>
        <p:txBody>
          <a:bodyPr/>
          <a:lstStyle>
            <a:lvl1pPr>
              <a:defRPr sz="1000">
                <a:solidFill>
                  <a:schemeClr val="bg1"/>
                </a:solidFill>
                <a:latin typeface="Trade Gothic LT Pro" panose="020B0503040303020004" pitchFamily="34" charset="0"/>
              </a:defRPr>
            </a:lvl1pPr>
          </a:lstStyle>
          <a:p>
            <a:fld id="{C263D6C4-4840-40CC-AC84-17E24B3B7BDE}" type="slidenum">
              <a:rPr lang="en-US" noProof="0" smtClean="0"/>
              <a:pPr/>
              <a:t>‹#›</a:t>
            </a:fld>
            <a:endParaRPr lang="en-US" noProof="0" dirty="0"/>
          </a:p>
        </p:txBody>
      </p:sp>
    </p:spTree>
    <p:extLst>
      <p:ext uri="{BB962C8B-B14F-4D97-AF65-F5344CB8AC3E}">
        <p14:creationId xmlns:p14="http://schemas.microsoft.com/office/powerpoint/2010/main" val="2672304746"/>
      </p:ext>
    </p:extLst>
  </p:cSld>
  <p:clrMapOvr>
    <a:masterClrMapping/>
  </p:clrMapOvr>
</p:sldLayout>
</file>

<file path=ppt/slideLayouts/slideLayout17.xml><?xml version="1.0" encoding="utf-8"?>
<p:sldLayout xmlns:a="http://schemas.openxmlformats.org/drawingml/2006/main" xmlns:r="http://schemas.openxmlformats.org/officeDocument/2006/relationships" xmlns:p="http://schemas.openxmlformats.org/presentationml/2006/main" preserve="1" userDrawn="1">
  <p:cSld name="Thank You 1">
    <p:spTree>
      <p:nvGrpSpPr>
        <p:cNvPr id="1" name=""/>
        <p:cNvGrpSpPr/>
        <p:nvPr/>
      </p:nvGrpSpPr>
      <p:grpSpPr>
        <a:xfrm>
          <a:off x="0" y="0"/>
          <a:ext cx="0" cy="0"/>
          <a:chOff x="0" y="0"/>
          <a:chExt cx="0" cy="0"/>
        </a:xfrm>
      </p:grpSpPr>
      <p:sp>
        <p:nvSpPr>
          <p:cNvPr id="21" name="Rectangle 20">
            <a:extLst>
              <a:ext uri="{FF2B5EF4-FFF2-40B4-BE49-F238E27FC236}">
                <a16:creationId xmlns:a16="http://schemas.microsoft.com/office/drawing/2014/main" id="{6E739168-A5E8-443A-B392-7AD4CF8977AD}"/>
              </a:ext>
            </a:extLst>
          </p:cNvPr>
          <p:cNvSpPr/>
          <p:nvPr userDrawn="1"/>
        </p:nvSpPr>
        <p:spPr>
          <a:xfrm>
            <a:off x="0" y="0"/>
            <a:ext cx="12192000" cy="6858000"/>
          </a:xfrm>
          <a:prstGeom prst="rect">
            <a:avLst/>
          </a:prstGeom>
          <a:solidFill>
            <a:schemeClr val="accent1"/>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noProof="0" dirty="0"/>
          </a:p>
        </p:txBody>
      </p:sp>
      <p:sp>
        <p:nvSpPr>
          <p:cNvPr id="15" name="Freeform: Shape 14">
            <a:extLst>
              <a:ext uri="{FF2B5EF4-FFF2-40B4-BE49-F238E27FC236}">
                <a16:creationId xmlns:a16="http://schemas.microsoft.com/office/drawing/2014/main" id="{41E10E1E-5268-4F03-BA64-07E19DE26739}"/>
              </a:ext>
            </a:extLst>
          </p:cNvPr>
          <p:cNvSpPr/>
          <p:nvPr/>
        </p:nvSpPr>
        <p:spPr>
          <a:xfrm flipH="1">
            <a:off x="-16297" y="0"/>
            <a:ext cx="12208298" cy="6858000"/>
          </a:xfrm>
          <a:custGeom>
            <a:avLst/>
            <a:gdLst>
              <a:gd name="connsiteX0" fmla="*/ 8574289 w 12208298"/>
              <a:gd name="connsiteY0" fmla="*/ 0 h 6858000"/>
              <a:gd name="connsiteX1" fmla="*/ 0 w 12208298"/>
              <a:gd name="connsiteY1" fmla="*/ 0 h 6858000"/>
              <a:gd name="connsiteX2" fmla="*/ 0 w 12208298"/>
              <a:gd name="connsiteY2" fmla="*/ 6858000 h 6858000"/>
              <a:gd name="connsiteX3" fmla="*/ 532109 w 12208298"/>
              <a:gd name="connsiteY3" fmla="*/ 6858000 h 6858000"/>
              <a:gd name="connsiteX4" fmla="*/ 11495317 w 12208298"/>
              <a:gd name="connsiteY4" fmla="*/ 6858000 h 6858000"/>
              <a:gd name="connsiteX5" fmla="*/ 12208298 w 12208298"/>
              <a:gd name="connsiteY5" fmla="*/ 6858000 h 6858000"/>
              <a:gd name="connsiteX6" fmla="*/ 12208298 w 12208298"/>
              <a:gd name="connsiteY6" fmla="*/ 3146781 h 6858000"/>
              <a:gd name="connsiteX7" fmla="*/ 10353284 w 12208298"/>
              <a:gd name="connsiteY7" fmla="*/ 1291767 h 6858000"/>
              <a:gd name="connsiteX8" fmla="*/ 9866056 w 12208298"/>
              <a:gd name="connsiteY8" fmla="*/ 1291767 h 6858000"/>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Lst>
            <a:rect l="l" t="t" r="r" b="b"/>
            <a:pathLst>
              <a:path w="12208298" h="6858000">
                <a:moveTo>
                  <a:pt x="8574289" y="0"/>
                </a:moveTo>
                <a:lnTo>
                  <a:pt x="0" y="0"/>
                </a:lnTo>
                <a:lnTo>
                  <a:pt x="0" y="6858000"/>
                </a:lnTo>
                <a:lnTo>
                  <a:pt x="532109" y="6858000"/>
                </a:lnTo>
                <a:lnTo>
                  <a:pt x="11495317" y="6858000"/>
                </a:lnTo>
                <a:lnTo>
                  <a:pt x="12208298" y="6858000"/>
                </a:lnTo>
                <a:lnTo>
                  <a:pt x="12208298" y="3146781"/>
                </a:lnTo>
                <a:lnTo>
                  <a:pt x="10353284" y="1291767"/>
                </a:lnTo>
                <a:lnTo>
                  <a:pt x="9866056" y="1291767"/>
                </a:lnTo>
                <a:close/>
              </a:path>
            </a:pathLst>
          </a:custGeom>
          <a:solidFill>
            <a:schemeClr val="accent2">
              <a:alpha val="74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noProof="0" dirty="0"/>
          </a:p>
        </p:txBody>
      </p:sp>
      <p:sp>
        <p:nvSpPr>
          <p:cNvPr id="16" name="Freeform: Shape 15">
            <a:extLst>
              <a:ext uri="{FF2B5EF4-FFF2-40B4-BE49-F238E27FC236}">
                <a16:creationId xmlns:a16="http://schemas.microsoft.com/office/drawing/2014/main" id="{B989C45D-BDFF-418F-BE79-03FF70015770}"/>
              </a:ext>
            </a:extLst>
          </p:cNvPr>
          <p:cNvSpPr/>
          <p:nvPr/>
        </p:nvSpPr>
        <p:spPr>
          <a:xfrm rot="5400000" flipH="1" flipV="1">
            <a:off x="2667000" y="-2667001"/>
            <a:ext cx="6858000" cy="12192002"/>
          </a:xfrm>
          <a:custGeom>
            <a:avLst/>
            <a:gdLst>
              <a:gd name="connsiteX0" fmla="*/ 6858000 w 6858000"/>
              <a:gd name="connsiteY0" fmla="*/ 3871658 h 12192002"/>
              <a:gd name="connsiteX1" fmla="*/ 6858000 w 6858000"/>
              <a:gd name="connsiteY1" fmla="*/ 12192002 h 12192002"/>
              <a:gd name="connsiteX2" fmla="*/ 5363029 w 6858000"/>
              <a:gd name="connsiteY2" fmla="*/ 12192002 h 12192002"/>
              <a:gd name="connsiteX3" fmla="*/ 5363029 w 6858000"/>
              <a:gd name="connsiteY3" fmla="*/ 12192000 h 12192002"/>
              <a:gd name="connsiteX4" fmla="*/ 0 w 6858000"/>
              <a:gd name="connsiteY4" fmla="*/ 12192000 h 12192002"/>
              <a:gd name="connsiteX5" fmla="*/ 0 w 6858000"/>
              <a:gd name="connsiteY5" fmla="*/ 0 h 12192002"/>
              <a:gd name="connsiteX6" fmla="*/ 3539398 w 6858000"/>
              <a:gd name="connsiteY6" fmla="*/ 0 h 12192002"/>
              <a:gd name="connsiteX7" fmla="*/ 5566229 w 6858000"/>
              <a:gd name="connsiteY7" fmla="*/ 2026831 h 12192002"/>
              <a:gd name="connsiteX8" fmla="*/ 5566229 w 6858000"/>
              <a:gd name="connsiteY8" fmla="*/ 2575538 h 12192002"/>
              <a:gd name="connsiteX9" fmla="*/ 6858000 w 6858000"/>
              <a:gd name="connsiteY9" fmla="*/ 3871657 h 12192002"/>
              <a:gd name="connsiteX10" fmla="*/ 5566229 w 6858000"/>
              <a:gd name="connsiteY10" fmla="*/ 3871657 h 12192002"/>
              <a:gd name="connsiteX11" fmla="*/ 5566229 w 6858000"/>
              <a:gd name="connsiteY11" fmla="*/ 3871658 h 12192002"/>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Lst>
            <a:rect l="l" t="t" r="r" b="b"/>
            <a:pathLst>
              <a:path w="6858000" h="12192002">
                <a:moveTo>
                  <a:pt x="6858000" y="3871658"/>
                </a:moveTo>
                <a:lnTo>
                  <a:pt x="6858000" y="12192002"/>
                </a:lnTo>
                <a:lnTo>
                  <a:pt x="5363029" y="12192002"/>
                </a:lnTo>
                <a:lnTo>
                  <a:pt x="5363029" y="12192000"/>
                </a:lnTo>
                <a:lnTo>
                  <a:pt x="0" y="12192000"/>
                </a:lnTo>
                <a:lnTo>
                  <a:pt x="0" y="0"/>
                </a:lnTo>
                <a:lnTo>
                  <a:pt x="3539398" y="0"/>
                </a:lnTo>
                <a:lnTo>
                  <a:pt x="5566229" y="2026831"/>
                </a:lnTo>
                <a:lnTo>
                  <a:pt x="5566229" y="2575538"/>
                </a:lnTo>
                <a:lnTo>
                  <a:pt x="6858000" y="3871657"/>
                </a:lnTo>
                <a:lnTo>
                  <a:pt x="5566229" y="3871657"/>
                </a:lnTo>
                <a:lnTo>
                  <a:pt x="5566229" y="3871658"/>
                </a:lnTo>
                <a:close/>
              </a:path>
            </a:pathLst>
          </a:custGeom>
          <a:pattFill prst="wdDnDiag">
            <a:fgClr>
              <a:schemeClr val="accent1"/>
            </a:fgClr>
            <a:bgClr>
              <a:schemeClr val="accent2"/>
            </a:bgClr>
          </a:patt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noProof="0" dirty="0"/>
          </a:p>
        </p:txBody>
      </p:sp>
      <p:sp>
        <p:nvSpPr>
          <p:cNvPr id="20" name="Freeform: Shape 19">
            <a:extLst>
              <a:ext uri="{FF2B5EF4-FFF2-40B4-BE49-F238E27FC236}">
                <a16:creationId xmlns:a16="http://schemas.microsoft.com/office/drawing/2014/main" id="{0027A677-9ACB-4264-B148-4806678FB83F}"/>
              </a:ext>
            </a:extLst>
          </p:cNvPr>
          <p:cNvSpPr/>
          <p:nvPr/>
        </p:nvSpPr>
        <p:spPr>
          <a:xfrm rot="5400000" flipH="1" flipV="1">
            <a:off x="2667000" y="-2667001"/>
            <a:ext cx="6858000" cy="12192002"/>
          </a:xfrm>
          <a:custGeom>
            <a:avLst/>
            <a:gdLst>
              <a:gd name="connsiteX0" fmla="*/ 6858000 w 6858000"/>
              <a:gd name="connsiteY0" fmla="*/ 3871658 h 12192002"/>
              <a:gd name="connsiteX1" fmla="*/ 6858000 w 6858000"/>
              <a:gd name="connsiteY1" fmla="*/ 12192002 h 12192002"/>
              <a:gd name="connsiteX2" fmla="*/ 5363029 w 6858000"/>
              <a:gd name="connsiteY2" fmla="*/ 12192002 h 12192002"/>
              <a:gd name="connsiteX3" fmla="*/ 5363029 w 6858000"/>
              <a:gd name="connsiteY3" fmla="*/ 12192000 h 12192002"/>
              <a:gd name="connsiteX4" fmla="*/ 0 w 6858000"/>
              <a:gd name="connsiteY4" fmla="*/ 12192000 h 12192002"/>
              <a:gd name="connsiteX5" fmla="*/ 0 w 6858000"/>
              <a:gd name="connsiteY5" fmla="*/ 0 h 12192002"/>
              <a:gd name="connsiteX6" fmla="*/ 3539398 w 6858000"/>
              <a:gd name="connsiteY6" fmla="*/ 0 h 12192002"/>
              <a:gd name="connsiteX7" fmla="*/ 5566229 w 6858000"/>
              <a:gd name="connsiteY7" fmla="*/ 2026831 h 12192002"/>
              <a:gd name="connsiteX8" fmla="*/ 5566229 w 6858000"/>
              <a:gd name="connsiteY8" fmla="*/ 2575538 h 12192002"/>
              <a:gd name="connsiteX9" fmla="*/ 6858000 w 6858000"/>
              <a:gd name="connsiteY9" fmla="*/ 3871657 h 12192002"/>
              <a:gd name="connsiteX10" fmla="*/ 5566229 w 6858000"/>
              <a:gd name="connsiteY10" fmla="*/ 3871657 h 12192002"/>
              <a:gd name="connsiteX11" fmla="*/ 5566229 w 6858000"/>
              <a:gd name="connsiteY11" fmla="*/ 3871658 h 12192002"/>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Lst>
            <a:rect l="l" t="t" r="r" b="b"/>
            <a:pathLst>
              <a:path w="6858000" h="12192002">
                <a:moveTo>
                  <a:pt x="6858000" y="3871658"/>
                </a:moveTo>
                <a:lnTo>
                  <a:pt x="6858000" y="12192002"/>
                </a:lnTo>
                <a:lnTo>
                  <a:pt x="5363029" y="12192002"/>
                </a:lnTo>
                <a:lnTo>
                  <a:pt x="5363029" y="12192000"/>
                </a:lnTo>
                <a:lnTo>
                  <a:pt x="0" y="12192000"/>
                </a:lnTo>
                <a:lnTo>
                  <a:pt x="0" y="0"/>
                </a:lnTo>
                <a:lnTo>
                  <a:pt x="3539398" y="0"/>
                </a:lnTo>
                <a:lnTo>
                  <a:pt x="5566229" y="2026831"/>
                </a:lnTo>
                <a:lnTo>
                  <a:pt x="5566229" y="2575538"/>
                </a:lnTo>
                <a:lnTo>
                  <a:pt x="6858000" y="3871657"/>
                </a:lnTo>
                <a:lnTo>
                  <a:pt x="5566229" y="3871657"/>
                </a:lnTo>
                <a:lnTo>
                  <a:pt x="5566229" y="3871658"/>
                </a:lnTo>
                <a:close/>
              </a:path>
            </a:pathLst>
          </a:custGeom>
          <a:solidFill>
            <a:schemeClr val="accent1">
              <a:lumMod val="50000"/>
              <a:alpha val="90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noProof="0" dirty="0"/>
          </a:p>
        </p:txBody>
      </p:sp>
      <p:grpSp>
        <p:nvGrpSpPr>
          <p:cNvPr id="6" name="Group 5">
            <a:extLst>
              <a:ext uri="{FF2B5EF4-FFF2-40B4-BE49-F238E27FC236}">
                <a16:creationId xmlns:a16="http://schemas.microsoft.com/office/drawing/2014/main" id="{EA7FF9D7-8545-4547-AC77-A0421EEB9B99}"/>
              </a:ext>
            </a:extLst>
          </p:cNvPr>
          <p:cNvGrpSpPr/>
          <p:nvPr userDrawn="1"/>
        </p:nvGrpSpPr>
        <p:grpSpPr>
          <a:xfrm>
            <a:off x="0" y="0"/>
            <a:ext cx="6881966" cy="6858876"/>
            <a:chOff x="-5321" y="1096"/>
            <a:chExt cx="5924073" cy="5904197"/>
          </a:xfrm>
        </p:grpSpPr>
        <p:sp>
          <p:nvSpPr>
            <p:cNvPr id="17" name="Right Triangle 16">
              <a:extLst>
                <a:ext uri="{FF2B5EF4-FFF2-40B4-BE49-F238E27FC236}">
                  <a16:creationId xmlns:a16="http://schemas.microsoft.com/office/drawing/2014/main" id="{8DCD5806-2A2F-4ABF-8057-245681C498E6}"/>
                </a:ext>
              </a:extLst>
            </p:cNvPr>
            <p:cNvSpPr/>
            <p:nvPr userDrawn="1"/>
          </p:nvSpPr>
          <p:spPr>
            <a:xfrm rot="16200000" flipH="1" flipV="1">
              <a:off x="4618" y="-8842"/>
              <a:ext cx="5904196" cy="5924073"/>
            </a:xfrm>
            <a:prstGeom prst="rtTriangle">
              <a:avLst/>
            </a:prstGeom>
            <a:solidFill>
              <a:schemeClr val="accent1">
                <a:lumMod val="50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noProof="0" dirty="0"/>
            </a:p>
          </p:txBody>
        </p:sp>
        <p:sp>
          <p:nvSpPr>
            <p:cNvPr id="18" name="Right Triangle 17">
              <a:extLst>
                <a:ext uri="{FF2B5EF4-FFF2-40B4-BE49-F238E27FC236}">
                  <a16:creationId xmlns:a16="http://schemas.microsoft.com/office/drawing/2014/main" id="{3A93038F-E9E4-4FFD-B3DF-28DB7C2C1490}"/>
                </a:ext>
              </a:extLst>
            </p:cNvPr>
            <p:cNvSpPr/>
            <p:nvPr userDrawn="1"/>
          </p:nvSpPr>
          <p:spPr>
            <a:xfrm rot="16200000" flipH="1" flipV="1">
              <a:off x="3941" y="-8164"/>
              <a:ext cx="5501471" cy="5519993"/>
            </a:xfrm>
            <a:prstGeom prst="rtTriangle">
              <a:avLst/>
            </a:prstGeom>
            <a:pattFill prst="dkHorz">
              <a:fgClr>
                <a:schemeClr val="accent1"/>
              </a:fgClr>
              <a:bgClr>
                <a:schemeClr val="accent2"/>
              </a:bgClr>
            </a:patt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noProof="0" dirty="0"/>
            </a:p>
          </p:txBody>
        </p:sp>
        <p:sp>
          <p:nvSpPr>
            <p:cNvPr id="19" name="Right Triangle 18">
              <a:extLst>
                <a:ext uri="{FF2B5EF4-FFF2-40B4-BE49-F238E27FC236}">
                  <a16:creationId xmlns:a16="http://schemas.microsoft.com/office/drawing/2014/main" id="{5DEA1E02-BBD0-4AE3-AF22-433B90272178}"/>
                </a:ext>
              </a:extLst>
            </p:cNvPr>
            <p:cNvSpPr/>
            <p:nvPr userDrawn="1"/>
          </p:nvSpPr>
          <p:spPr>
            <a:xfrm rot="16200000" flipH="1" flipV="1">
              <a:off x="3131" y="-7355"/>
              <a:ext cx="5019818" cy="5036720"/>
            </a:xfrm>
            <a:prstGeom prst="rtTriangle">
              <a:avLst/>
            </a:prstGeom>
            <a:solidFill>
              <a:schemeClr val="accent2">
                <a:alpha val="80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noProof="0" dirty="0"/>
            </a:p>
          </p:txBody>
        </p:sp>
      </p:grpSp>
      <p:sp>
        <p:nvSpPr>
          <p:cNvPr id="2" name="Title 1">
            <a:extLst>
              <a:ext uri="{FF2B5EF4-FFF2-40B4-BE49-F238E27FC236}">
                <a16:creationId xmlns:a16="http://schemas.microsoft.com/office/drawing/2014/main" id="{9E597736-C478-4C26-9BAF-205FE31E977C}"/>
              </a:ext>
            </a:extLst>
          </p:cNvPr>
          <p:cNvSpPr>
            <a:spLocks noGrp="1"/>
          </p:cNvSpPr>
          <p:nvPr userDrawn="1">
            <p:ph type="ctrTitle" hasCustomPrompt="1"/>
          </p:nvPr>
        </p:nvSpPr>
        <p:spPr>
          <a:xfrm>
            <a:off x="5217242" y="2807208"/>
            <a:ext cx="4945598" cy="1243584"/>
          </a:xfrm>
        </p:spPr>
        <p:txBody>
          <a:bodyPr vert="horz" lIns="91440" tIns="45720" rIns="91440" bIns="45720" rtlCol="0" anchor="ctr">
            <a:noAutofit/>
          </a:bodyPr>
          <a:lstStyle>
            <a:lvl1pPr>
              <a:defRPr lang="en-GB" sz="5400" b="1" dirty="0">
                <a:solidFill>
                  <a:schemeClr val="bg1"/>
                </a:solidFill>
                <a:latin typeface="+mj-lt"/>
                <a:ea typeface="Tahoma" panose="020B0604030504040204" pitchFamily="34" charset="0"/>
                <a:cs typeface="Tahoma" panose="020B0604030504040204" pitchFamily="34" charset="0"/>
              </a:defRPr>
            </a:lvl1pPr>
          </a:lstStyle>
          <a:p>
            <a:pPr lvl="0"/>
            <a:r>
              <a:rPr lang="en-US" noProof="0"/>
              <a:t>Thank You</a:t>
            </a:r>
          </a:p>
        </p:txBody>
      </p:sp>
    </p:spTree>
    <p:extLst>
      <p:ext uri="{BB962C8B-B14F-4D97-AF65-F5344CB8AC3E}">
        <p14:creationId xmlns:p14="http://schemas.microsoft.com/office/powerpoint/2010/main" val="2236386145"/>
      </p:ext>
    </p:extLst>
  </p:cSld>
  <p:clrMapOvr>
    <a:masterClrMapping/>
  </p:clrMapOvr>
</p:sldLayout>
</file>

<file path=ppt/slideLayouts/slideLayout18.xml><?xml version="1.0" encoding="utf-8"?>
<p:sldLayout xmlns:a="http://schemas.openxmlformats.org/drawingml/2006/main" xmlns:r="http://schemas.openxmlformats.org/officeDocument/2006/relationships" xmlns:p="http://schemas.openxmlformats.org/presentationml/2006/main" preserve="1" userDrawn="1">
  <p:cSld name="Thank You 2">
    <p:spTree>
      <p:nvGrpSpPr>
        <p:cNvPr id="1" name=""/>
        <p:cNvGrpSpPr/>
        <p:nvPr/>
      </p:nvGrpSpPr>
      <p:grpSpPr>
        <a:xfrm>
          <a:off x="0" y="0"/>
          <a:ext cx="0" cy="0"/>
          <a:chOff x="0" y="0"/>
          <a:chExt cx="0" cy="0"/>
        </a:xfrm>
      </p:grpSpPr>
      <p:sp>
        <p:nvSpPr>
          <p:cNvPr id="21" name="Rectangle 20">
            <a:extLst>
              <a:ext uri="{FF2B5EF4-FFF2-40B4-BE49-F238E27FC236}">
                <a16:creationId xmlns:a16="http://schemas.microsoft.com/office/drawing/2014/main" id="{6E739168-A5E8-443A-B392-7AD4CF8977AD}"/>
              </a:ext>
            </a:extLst>
          </p:cNvPr>
          <p:cNvSpPr/>
          <p:nvPr userDrawn="1"/>
        </p:nvSpPr>
        <p:spPr>
          <a:xfrm>
            <a:off x="0" y="0"/>
            <a:ext cx="12192000" cy="6858000"/>
          </a:xfrm>
          <a:prstGeom prst="rect">
            <a:avLst/>
          </a:prstGeom>
          <a:solidFill>
            <a:schemeClr val="accent1"/>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noProof="0" dirty="0"/>
          </a:p>
        </p:txBody>
      </p:sp>
      <p:sp>
        <p:nvSpPr>
          <p:cNvPr id="15" name="Freeform: Shape 14">
            <a:extLst>
              <a:ext uri="{FF2B5EF4-FFF2-40B4-BE49-F238E27FC236}">
                <a16:creationId xmlns:a16="http://schemas.microsoft.com/office/drawing/2014/main" id="{41E10E1E-5268-4F03-BA64-07E19DE26739}"/>
              </a:ext>
            </a:extLst>
          </p:cNvPr>
          <p:cNvSpPr/>
          <p:nvPr/>
        </p:nvSpPr>
        <p:spPr>
          <a:xfrm flipH="1">
            <a:off x="-16297" y="0"/>
            <a:ext cx="12208298" cy="6858000"/>
          </a:xfrm>
          <a:custGeom>
            <a:avLst/>
            <a:gdLst>
              <a:gd name="connsiteX0" fmla="*/ 8574289 w 12208298"/>
              <a:gd name="connsiteY0" fmla="*/ 0 h 6858000"/>
              <a:gd name="connsiteX1" fmla="*/ 0 w 12208298"/>
              <a:gd name="connsiteY1" fmla="*/ 0 h 6858000"/>
              <a:gd name="connsiteX2" fmla="*/ 0 w 12208298"/>
              <a:gd name="connsiteY2" fmla="*/ 6858000 h 6858000"/>
              <a:gd name="connsiteX3" fmla="*/ 532109 w 12208298"/>
              <a:gd name="connsiteY3" fmla="*/ 6858000 h 6858000"/>
              <a:gd name="connsiteX4" fmla="*/ 11495317 w 12208298"/>
              <a:gd name="connsiteY4" fmla="*/ 6858000 h 6858000"/>
              <a:gd name="connsiteX5" fmla="*/ 12208298 w 12208298"/>
              <a:gd name="connsiteY5" fmla="*/ 6858000 h 6858000"/>
              <a:gd name="connsiteX6" fmla="*/ 12208298 w 12208298"/>
              <a:gd name="connsiteY6" fmla="*/ 3146781 h 6858000"/>
              <a:gd name="connsiteX7" fmla="*/ 10353284 w 12208298"/>
              <a:gd name="connsiteY7" fmla="*/ 1291767 h 6858000"/>
              <a:gd name="connsiteX8" fmla="*/ 9866056 w 12208298"/>
              <a:gd name="connsiteY8" fmla="*/ 1291767 h 6858000"/>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Lst>
            <a:rect l="l" t="t" r="r" b="b"/>
            <a:pathLst>
              <a:path w="12208298" h="6858000">
                <a:moveTo>
                  <a:pt x="8574289" y="0"/>
                </a:moveTo>
                <a:lnTo>
                  <a:pt x="0" y="0"/>
                </a:lnTo>
                <a:lnTo>
                  <a:pt x="0" y="6858000"/>
                </a:lnTo>
                <a:lnTo>
                  <a:pt x="532109" y="6858000"/>
                </a:lnTo>
                <a:lnTo>
                  <a:pt x="11495317" y="6858000"/>
                </a:lnTo>
                <a:lnTo>
                  <a:pt x="12208298" y="6858000"/>
                </a:lnTo>
                <a:lnTo>
                  <a:pt x="12208298" y="3146781"/>
                </a:lnTo>
                <a:lnTo>
                  <a:pt x="10353284" y="1291767"/>
                </a:lnTo>
                <a:lnTo>
                  <a:pt x="9866056" y="1291767"/>
                </a:lnTo>
                <a:close/>
              </a:path>
            </a:pathLst>
          </a:custGeom>
          <a:solidFill>
            <a:schemeClr val="accent2">
              <a:alpha val="74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noProof="0" dirty="0"/>
          </a:p>
        </p:txBody>
      </p:sp>
      <p:sp>
        <p:nvSpPr>
          <p:cNvPr id="16" name="Freeform: Shape 15">
            <a:extLst>
              <a:ext uri="{FF2B5EF4-FFF2-40B4-BE49-F238E27FC236}">
                <a16:creationId xmlns:a16="http://schemas.microsoft.com/office/drawing/2014/main" id="{B989C45D-BDFF-418F-BE79-03FF70015770}"/>
              </a:ext>
            </a:extLst>
          </p:cNvPr>
          <p:cNvSpPr/>
          <p:nvPr/>
        </p:nvSpPr>
        <p:spPr>
          <a:xfrm rot="5400000" flipH="1" flipV="1">
            <a:off x="2667000" y="-2667001"/>
            <a:ext cx="6858000" cy="12192002"/>
          </a:xfrm>
          <a:custGeom>
            <a:avLst/>
            <a:gdLst>
              <a:gd name="connsiteX0" fmla="*/ 6858000 w 6858000"/>
              <a:gd name="connsiteY0" fmla="*/ 3871658 h 12192002"/>
              <a:gd name="connsiteX1" fmla="*/ 6858000 w 6858000"/>
              <a:gd name="connsiteY1" fmla="*/ 12192002 h 12192002"/>
              <a:gd name="connsiteX2" fmla="*/ 5363029 w 6858000"/>
              <a:gd name="connsiteY2" fmla="*/ 12192002 h 12192002"/>
              <a:gd name="connsiteX3" fmla="*/ 5363029 w 6858000"/>
              <a:gd name="connsiteY3" fmla="*/ 12192000 h 12192002"/>
              <a:gd name="connsiteX4" fmla="*/ 0 w 6858000"/>
              <a:gd name="connsiteY4" fmla="*/ 12192000 h 12192002"/>
              <a:gd name="connsiteX5" fmla="*/ 0 w 6858000"/>
              <a:gd name="connsiteY5" fmla="*/ 0 h 12192002"/>
              <a:gd name="connsiteX6" fmla="*/ 3539398 w 6858000"/>
              <a:gd name="connsiteY6" fmla="*/ 0 h 12192002"/>
              <a:gd name="connsiteX7" fmla="*/ 5566229 w 6858000"/>
              <a:gd name="connsiteY7" fmla="*/ 2026831 h 12192002"/>
              <a:gd name="connsiteX8" fmla="*/ 5566229 w 6858000"/>
              <a:gd name="connsiteY8" fmla="*/ 2575538 h 12192002"/>
              <a:gd name="connsiteX9" fmla="*/ 6858000 w 6858000"/>
              <a:gd name="connsiteY9" fmla="*/ 3871657 h 12192002"/>
              <a:gd name="connsiteX10" fmla="*/ 5566229 w 6858000"/>
              <a:gd name="connsiteY10" fmla="*/ 3871657 h 12192002"/>
              <a:gd name="connsiteX11" fmla="*/ 5566229 w 6858000"/>
              <a:gd name="connsiteY11" fmla="*/ 3871658 h 12192002"/>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Lst>
            <a:rect l="l" t="t" r="r" b="b"/>
            <a:pathLst>
              <a:path w="6858000" h="12192002">
                <a:moveTo>
                  <a:pt x="6858000" y="3871658"/>
                </a:moveTo>
                <a:lnTo>
                  <a:pt x="6858000" y="12192002"/>
                </a:lnTo>
                <a:lnTo>
                  <a:pt x="5363029" y="12192002"/>
                </a:lnTo>
                <a:lnTo>
                  <a:pt x="5363029" y="12192000"/>
                </a:lnTo>
                <a:lnTo>
                  <a:pt x="0" y="12192000"/>
                </a:lnTo>
                <a:lnTo>
                  <a:pt x="0" y="0"/>
                </a:lnTo>
                <a:lnTo>
                  <a:pt x="3539398" y="0"/>
                </a:lnTo>
                <a:lnTo>
                  <a:pt x="5566229" y="2026831"/>
                </a:lnTo>
                <a:lnTo>
                  <a:pt x="5566229" y="2575538"/>
                </a:lnTo>
                <a:lnTo>
                  <a:pt x="6858000" y="3871657"/>
                </a:lnTo>
                <a:lnTo>
                  <a:pt x="5566229" y="3871657"/>
                </a:lnTo>
                <a:lnTo>
                  <a:pt x="5566229" y="3871658"/>
                </a:lnTo>
                <a:close/>
              </a:path>
            </a:pathLst>
          </a:custGeom>
          <a:pattFill prst="wdDnDiag">
            <a:fgClr>
              <a:schemeClr val="accent1"/>
            </a:fgClr>
            <a:bgClr>
              <a:schemeClr val="accent2"/>
            </a:bgClr>
          </a:patt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noProof="0" dirty="0"/>
          </a:p>
        </p:txBody>
      </p:sp>
      <p:sp>
        <p:nvSpPr>
          <p:cNvPr id="20" name="Freeform: Shape 19">
            <a:extLst>
              <a:ext uri="{FF2B5EF4-FFF2-40B4-BE49-F238E27FC236}">
                <a16:creationId xmlns:a16="http://schemas.microsoft.com/office/drawing/2014/main" id="{0027A677-9ACB-4264-B148-4806678FB83F}"/>
              </a:ext>
            </a:extLst>
          </p:cNvPr>
          <p:cNvSpPr/>
          <p:nvPr/>
        </p:nvSpPr>
        <p:spPr>
          <a:xfrm rot="5400000" flipH="1" flipV="1">
            <a:off x="2667000" y="-2667001"/>
            <a:ext cx="6858000" cy="12192002"/>
          </a:xfrm>
          <a:custGeom>
            <a:avLst/>
            <a:gdLst>
              <a:gd name="connsiteX0" fmla="*/ 6858000 w 6858000"/>
              <a:gd name="connsiteY0" fmla="*/ 3871658 h 12192002"/>
              <a:gd name="connsiteX1" fmla="*/ 6858000 w 6858000"/>
              <a:gd name="connsiteY1" fmla="*/ 12192002 h 12192002"/>
              <a:gd name="connsiteX2" fmla="*/ 5363029 w 6858000"/>
              <a:gd name="connsiteY2" fmla="*/ 12192002 h 12192002"/>
              <a:gd name="connsiteX3" fmla="*/ 5363029 w 6858000"/>
              <a:gd name="connsiteY3" fmla="*/ 12192000 h 12192002"/>
              <a:gd name="connsiteX4" fmla="*/ 0 w 6858000"/>
              <a:gd name="connsiteY4" fmla="*/ 12192000 h 12192002"/>
              <a:gd name="connsiteX5" fmla="*/ 0 w 6858000"/>
              <a:gd name="connsiteY5" fmla="*/ 0 h 12192002"/>
              <a:gd name="connsiteX6" fmla="*/ 3539398 w 6858000"/>
              <a:gd name="connsiteY6" fmla="*/ 0 h 12192002"/>
              <a:gd name="connsiteX7" fmla="*/ 5566229 w 6858000"/>
              <a:gd name="connsiteY7" fmla="*/ 2026831 h 12192002"/>
              <a:gd name="connsiteX8" fmla="*/ 5566229 w 6858000"/>
              <a:gd name="connsiteY8" fmla="*/ 2575538 h 12192002"/>
              <a:gd name="connsiteX9" fmla="*/ 6858000 w 6858000"/>
              <a:gd name="connsiteY9" fmla="*/ 3871657 h 12192002"/>
              <a:gd name="connsiteX10" fmla="*/ 5566229 w 6858000"/>
              <a:gd name="connsiteY10" fmla="*/ 3871657 h 12192002"/>
              <a:gd name="connsiteX11" fmla="*/ 5566229 w 6858000"/>
              <a:gd name="connsiteY11" fmla="*/ 3871658 h 12192002"/>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Lst>
            <a:rect l="l" t="t" r="r" b="b"/>
            <a:pathLst>
              <a:path w="6858000" h="12192002">
                <a:moveTo>
                  <a:pt x="6858000" y="3871658"/>
                </a:moveTo>
                <a:lnTo>
                  <a:pt x="6858000" y="12192002"/>
                </a:lnTo>
                <a:lnTo>
                  <a:pt x="5363029" y="12192002"/>
                </a:lnTo>
                <a:lnTo>
                  <a:pt x="5363029" y="12192000"/>
                </a:lnTo>
                <a:lnTo>
                  <a:pt x="0" y="12192000"/>
                </a:lnTo>
                <a:lnTo>
                  <a:pt x="0" y="0"/>
                </a:lnTo>
                <a:lnTo>
                  <a:pt x="3539398" y="0"/>
                </a:lnTo>
                <a:lnTo>
                  <a:pt x="5566229" y="2026831"/>
                </a:lnTo>
                <a:lnTo>
                  <a:pt x="5566229" y="2575538"/>
                </a:lnTo>
                <a:lnTo>
                  <a:pt x="6858000" y="3871657"/>
                </a:lnTo>
                <a:lnTo>
                  <a:pt x="5566229" y="3871657"/>
                </a:lnTo>
                <a:lnTo>
                  <a:pt x="5566229" y="3871658"/>
                </a:lnTo>
                <a:close/>
              </a:path>
            </a:pathLst>
          </a:custGeom>
          <a:solidFill>
            <a:schemeClr val="accent1">
              <a:lumMod val="50000"/>
              <a:alpha val="90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noProof="0" dirty="0"/>
          </a:p>
        </p:txBody>
      </p:sp>
      <p:sp>
        <p:nvSpPr>
          <p:cNvPr id="2" name="Title 1">
            <a:extLst>
              <a:ext uri="{FF2B5EF4-FFF2-40B4-BE49-F238E27FC236}">
                <a16:creationId xmlns:a16="http://schemas.microsoft.com/office/drawing/2014/main" id="{9E597736-C478-4C26-9BAF-205FE31E977C}"/>
              </a:ext>
            </a:extLst>
          </p:cNvPr>
          <p:cNvSpPr>
            <a:spLocks noGrp="1"/>
          </p:cNvSpPr>
          <p:nvPr userDrawn="1">
            <p:ph type="ctrTitle" hasCustomPrompt="1"/>
          </p:nvPr>
        </p:nvSpPr>
        <p:spPr>
          <a:xfrm>
            <a:off x="6360242" y="3429000"/>
            <a:ext cx="4945598" cy="1243584"/>
          </a:xfrm>
        </p:spPr>
        <p:txBody>
          <a:bodyPr vert="horz" lIns="91440" tIns="45720" rIns="91440" bIns="45720" rtlCol="0" anchor="ctr">
            <a:noAutofit/>
          </a:bodyPr>
          <a:lstStyle>
            <a:lvl1pPr>
              <a:defRPr lang="en-GB" sz="5400" b="1" dirty="0">
                <a:solidFill>
                  <a:schemeClr val="bg1"/>
                </a:solidFill>
                <a:latin typeface="+mj-lt"/>
                <a:ea typeface="Tahoma" panose="020B0604030504040204" pitchFamily="34" charset="0"/>
                <a:cs typeface="Tahoma" panose="020B0604030504040204" pitchFamily="34" charset="0"/>
              </a:defRPr>
            </a:lvl1pPr>
          </a:lstStyle>
          <a:p>
            <a:pPr lvl="0"/>
            <a:r>
              <a:rPr lang="en-US" noProof="0"/>
              <a:t>Thank You</a:t>
            </a:r>
          </a:p>
        </p:txBody>
      </p:sp>
      <p:sp>
        <p:nvSpPr>
          <p:cNvPr id="35" name="Freeform: Shape 34">
            <a:extLst>
              <a:ext uri="{FF2B5EF4-FFF2-40B4-BE49-F238E27FC236}">
                <a16:creationId xmlns:a16="http://schemas.microsoft.com/office/drawing/2014/main" id="{C024DCDB-C6BF-455E-AAB8-EAF9DAB302A1}"/>
              </a:ext>
            </a:extLst>
          </p:cNvPr>
          <p:cNvSpPr/>
          <p:nvPr userDrawn="1"/>
        </p:nvSpPr>
        <p:spPr>
          <a:xfrm rot="13500000">
            <a:off x="-729899" y="-1215856"/>
            <a:ext cx="6043521" cy="8427077"/>
          </a:xfrm>
          <a:custGeom>
            <a:avLst/>
            <a:gdLst>
              <a:gd name="connsiteX0" fmla="*/ 6043521 w 6043521"/>
              <a:gd name="connsiteY0" fmla="*/ 4267535 h 8427077"/>
              <a:gd name="connsiteX1" fmla="*/ 1883979 w 6043521"/>
              <a:gd name="connsiteY1" fmla="*/ 8427077 h 8427077"/>
              <a:gd name="connsiteX2" fmla="*/ 0 w 6043521"/>
              <a:gd name="connsiteY2" fmla="*/ 8427077 h 8427077"/>
              <a:gd name="connsiteX3" fmla="*/ 0 w 6043521"/>
              <a:gd name="connsiteY3" fmla="*/ 1775986 h 8427077"/>
              <a:gd name="connsiteX4" fmla="*/ 1775985 w 6043521"/>
              <a:gd name="connsiteY4" fmla="*/ 0 h 8427077"/>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6043521" h="8427077">
                <a:moveTo>
                  <a:pt x="6043521" y="4267535"/>
                </a:moveTo>
                <a:lnTo>
                  <a:pt x="1883979" y="8427077"/>
                </a:lnTo>
                <a:lnTo>
                  <a:pt x="0" y="8427077"/>
                </a:lnTo>
                <a:lnTo>
                  <a:pt x="0" y="1775986"/>
                </a:lnTo>
                <a:lnTo>
                  <a:pt x="1775985" y="0"/>
                </a:lnTo>
                <a:close/>
              </a:path>
            </a:pathLst>
          </a:custGeom>
          <a:solidFill>
            <a:schemeClr val="accent1">
              <a:lumMod val="50000"/>
            </a:schemeClr>
          </a:solidFill>
          <a:ln>
            <a:noFill/>
          </a:ln>
          <a:effectLst/>
        </p:spPr>
        <p:style>
          <a:lnRef idx="2">
            <a:schemeClr val="accent1">
              <a:shade val="50000"/>
            </a:schemeClr>
          </a:lnRef>
          <a:fillRef idx="1">
            <a:schemeClr val="accent1"/>
          </a:fillRef>
          <a:effectRef idx="0">
            <a:schemeClr val="accent1"/>
          </a:effectRef>
          <a:fontRef idx="minor">
            <a:schemeClr val="lt1"/>
          </a:fontRef>
        </p:style>
        <p:txBody>
          <a:bodyPr wrap="square" rtlCol="0" anchor="ctr">
            <a:noAutofit/>
          </a:bodyPr>
          <a:lstStyle/>
          <a:p>
            <a:pPr algn="ctr"/>
            <a:endParaRPr lang="en-US" noProof="0" dirty="0"/>
          </a:p>
        </p:txBody>
      </p:sp>
      <p:sp>
        <p:nvSpPr>
          <p:cNvPr id="32" name="Freeform: Shape 31">
            <a:extLst>
              <a:ext uri="{FF2B5EF4-FFF2-40B4-BE49-F238E27FC236}">
                <a16:creationId xmlns:a16="http://schemas.microsoft.com/office/drawing/2014/main" id="{26AFB47A-5D51-4F9C-B01B-977CE5E3C093}"/>
              </a:ext>
            </a:extLst>
          </p:cNvPr>
          <p:cNvSpPr/>
          <p:nvPr userDrawn="1"/>
        </p:nvSpPr>
        <p:spPr>
          <a:xfrm rot="13500000">
            <a:off x="-1145231" y="-2123853"/>
            <a:ext cx="6043521" cy="9008880"/>
          </a:xfrm>
          <a:custGeom>
            <a:avLst/>
            <a:gdLst>
              <a:gd name="connsiteX0" fmla="*/ 6043521 w 6043521"/>
              <a:gd name="connsiteY0" fmla="*/ 4849338 h 9008880"/>
              <a:gd name="connsiteX1" fmla="*/ 1883979 w 6043521"/>
              <a:gd name="connsiteY1" fmla="*/ 9008880 h 9008880"/>
              <a:gd name="connsiteX2" fmla="*/ 0 w 6043521"/>
              <a:gd name="connsiteY2" fmla="*/ 9008880 h 9008880"/>
              <a:gd name="connsiteX3" fmla="*/ 0 w 6043521"/>
              <a:gd name="connsiteY3" fmla="*/ 1194182 h 9008880"/>
              <a:gd name="connsiteX4" fmla="*/ 1194182 w 6043521"/>
              <a:gd name="connsiteY4" fmla="*/ 0 h 9008880"/>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6043521" h="9008880">
                <a:moveTo>
                  <a:pt x="6043521" y="4849338"/>
                </a:moveTo>
                <a:lnTo>
                  <a:pt x="1883979" y="9008880"/>
                </a:lnTo>
                <a:lnTo>
                  <a:pt x="0" y="9008880"/>
                </a:lnTo>
                <a:lnTo>
                  <a:pt x="0" y="1194182"/>
                </a:lnTo>
                <a:lnTo>
                  <a:pt x="1194182" y="0"/>
                </a:lnTo>
                <a:close/>
              </a:path>
            </a:pathLst>
          </a:custGeom>
          <a:pattFill prst="wdDnDiag">
            <a:fgClr>
              <a:schemeClr val="accent1">
                <a:lumMod val="60000"/>
                <a:lumOff val="40000"/>
              </a:schemeClr>
            </a:fgClr>
            <a:bgClr>
              <a:schemeClr val="accent2">
                <a:lumMod val="50000"/>
              </a:schemeClr>
            </a:bgClr>
          </a:pattFill>
          <a:ln>
            <a:noFill/>
          </a:ln>
          <a:effectLst/>
        </p:spPr>
        <p:style>
          <a:lnRef idx="2">
            <a:schemeClr val="accent1">
              <a:shade val="50000"/>
            </a:schemeClr>
          </a:lnRef>
          <a:fillRef idx="1">
            <a:schemeClr val="accent1"/>
          </a:fillRef>
          <a:effectRef idx="0">
            <a:schemeClr val="accent1"/>
          </a:effectRef>
          <a:fontRef idx="minor">
            <a:schemeClr val="lt1"/>
          </a:fontRef>
        </p:style>
        <p:txBody>
          <a:bodyPr wrap="square" rtlCol="0" anchor="ctr">
            <a:noAutofit/>
          </a:bodyPr>
          <a:lstStyle/>
          <a:p>
            <a:pPr algn="ctr"/>
            <a:endParaRPr lang="en-US" noProof="0" dirty="0"/>
          </a:p>
        </p:txBody>
      </p:sp>
      <p:sp>
        <p:nvSpPr>
          <p:cNvPr id="30" name="Freeform: Shape 29">
            <a:extLst>
              <a:ext uri="{FF2B5EF4-FFF2-40B4-BE49-F238E27FC236}">
                <a16:creationId xmlns:a16="http://schemas.microsoft.com/office/drawing/2014/main" id="{6997A4FF-7390-4173-8ACD-6CF7145AACEC}"/>
              </a:ext>
            </a:extLst>
          </p:cNvPr>
          <p:cNvSpPr/>
          <p:nvPr userDrawn="1"/>
        </p:nvSpPr>
        <p:spPr>
          <a:xfrm rot="18900000" flipH="1">
            <a:off x="-2681153" y="-465959"/>
            <a:ext cx="8639119" cy="5739762"/>
          </a:xfrm>
          <a:custGeom>
            <a:avLst/>
            <a:gdLst>
              <a:gd name="connsiteX0" fmla="*/ 3789781 w 8639119"/>
              <a:gd name="connsiteY0" fmla="*/ 0 h 5739762"/>
              <a:gd name="connsiteX1" fmla="*/ 0 w 8639119"/>
              <a:gd name="connsiteY1" fmla="*/ 3789782 h 5739762"/>
              <a:gd name="connsiteX2" fmla="*/ 0 w 8639119"/>
              <a:gd name="connsiteY2" fmla="*/ 5739761 h 5739762"/>
              <a:gd name="connsiteX3" fmla="*/ 7748695 w 8639119"/>
              <a:gd name="connsiteY3" fmla="*/ 5739762 h 5739762"/>
              <a:gd name="connsiteX4" fmla="*/ 8639119 w 8639119"/>
              <a:gd name="connsiteY4" fmla="*/ 4849338 h 5739762"/>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8639119" h="5739762">
                <a:moveTo>
                  <a:pt x="3789781" y="0"/>
                </a:moveTo>
                <a:lnTo>
                  <a:pt x="0" y="3789782"/>
                </a:lnTo>
                <a:lnTo>
                  <a:pt x="0" y="5739761"/>
                </a:lnTo>
                <a:lnTo>
                  <a:pt x="7748695" y="5739762"/>
                </a:lnTo>
                <a:lnTo>
                  <a:pt x="8639119" y="4849338"/>
                </a:lnTo>
                <a:close/>
              </a:path>
            </a:pathLst>
          </a:custGeom>
          <a:solidFill>
            <a:schemeClr val="accent1">
              <a:lumMod val="50000"/>
              <a:alpha val="51000"/>
            </a:schemeClr>
          </a:solidFill>
          <a:ln>
            <a:noFill/>
          </a:ln>
          <a:effectLst/>
        </p:spPr>
        <p:style>
          <a:lnRef idx="2">
            <a:schemeClr val="accent1">
              <a:shade val="50000"/>
            </a:schemeClr>
          </a:lnRef>
          <a:fillRef idx="1">
            <a:schemeClr val="accent1"/>
          </a:fillRef>
          <a:effectRef idx="0">
            <a:schemeClr val="accent1"/>
          </a:effectRef>
          <a:fontRef idx="minor">
            <a:schemeClr val="lt1"/>
          </a:fontRef>
        </p:style>
        <p:txBody>
          <a:bodyPr wrap="square" rtlCol="0" anchor="ctr">
            <a:noAutofit/>
          </a:bodyPr>
          <a:lstStyle/>
          <a:p>
            <a:pPr algn="ctr"/>
            <a:endParaRPr lang="en-US" noProof="0" dirty="0"/>
          </a:p>
        </p:txBody>
      </p:sp>
    </p:spTree>
    <p:extLst>
      <p:ext uri="{BB962C8B-B14F-4D97-AF65-F5344CB8AC3E}">
        <p14:creationId xmlns:p14="http://schemas.microsoft.com/office/powerpoint/2010/main" val="1218518015"/>
      </p:ext>
    </p:extLst>
  </p:cSld>
  <p:clrMapOvr>
    <a:masterClrMapping/>
  </p:clrMapOvr>
</p:sldLayout>
</file>

<file path=ppt/slideMasters/_rels/slideMaster1.xml.rels><?xml version="1.0" encoding="UTF-8" standalone="yes"?>
<Relationships xmlns="http://schemas.openxmlformats.org/package/2006/relationships"><Relationship Id="rId8" Type="http://schemas.openxmlformats.org/officeDocument/2006/relationships/slideLayout" Target="../slideLayouts/slideLayout8.xml"/><Relationship Id="rId13" Type="http://schemas.openxmlformats.org/officeDocument/2006/relationships/slideLayout" Target="../slideLayouts/slideLayout13.xml"/><Relationship Id="rId18" Type="http://schemas.openxmlformats.org/officeDocument/2006/relationships/slideLayout" Target="../slideLayouts/slideLayout18.xml"/><Relationship Id="rId3" Type="http://schemas.openxmlformats.org/officeDocument/2006/relationships/slideLayout" Target="../slideLayouts/slideLayout3.xml"/><Relationship Id="rId7" Type="http://schemas.openxmlformats.org/officeDocument/2006/relationships/slideLayout" Target="../slideLayouts/slideLayout7.xml"/><Relationship Id="rId12" Type="http://schemas.openxmlformats.org/officeDocument/2006/relationships/slideLayout" Target="../slideLayouts/slideLayout12.xml"/><Relationship Id="rId17" Type="http://schemas.openxmlformats.org/officeDocument/2006/relationships/slideLayout" Target="../slideLayouts/slideLayout17.xml"/><Relationship Id="rId2" Type="http://schemas.openxmlformats.org/officeDocument/2006/relationships/slideLayout" Target="../slideLayouts/slideLayout2.xml"/><Relationship Id="rId16" Type="http://schemas.openxmlformats.org/officeDocument/2006/relationships/slideLayout" Target="../slideLayouts/slideLayout16.xml"/><Relationship Id="rId1" Type="http://schemas.openxmlformats.org/officeDocument/2006/relationships/slideLayout" Target="../slideLayouts/slideLayout1.xml"/><Relationship Id="rId6" Type="http://schemas.openxmlformats.org/officeDocument/2006/relationships/slideLayout" Target="../slideLayouts/slideLayout6.xml"/><Relationship Id="rId11" Type="http://schemas.openxmlformats.org/officeDocument/2006/relationships/slideLayout" Target="../slideLayouts/slideLayout11.xml"/><Relationship Id="rId5" Type="http://schemas.openxmlformats.org/officeDocument/2006/relationships/slideLayout" Target="../slideLayouts/slideLayout5.xml"/><Relationship Id="rId15" Type="http://schemas.openxmlformats.org/officeDocument/2006/relationships/slideLayout" Target="../slideLayouts/slideLayout15.xml"/><Relationship Id="rId10" Type="http://schemas.openxmlformats.org/officeDocument/2006/relationships/slideLayout" Target="../slideLayouts/slideLayout10.xml"/><Relationship Id="rId19" Type="http://schemas.openxmlformats.org/officeDocument/2006/relationships/theme" Target="../theme/theme1.xml"/><Relationship Id="rId4" Type="http://schemas.openxmlformats.org/officeDocument/2006/relationships/slideLayout" Target="../slideLayouts/slideLayout4.xml"/><Relationship Id="rId9" Type="http://schemas.openxmlformats.org/officeDocument/2006/relationships/slideLayout" Target="../slideLayouts/slideLayout9.xml"/><Relationship Id="rId14" Type="http://schemas.openxmlformats.org/officeDocument/2006/relationships/slideLayout" Target="../slideLayouts/slideLayout14.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a:extLst>
              <a:ext uri="{FF2B5EF4-FFF2-40B4-BE49-F238E27FC236}">
                <a16:creationId xmlns:a16="http://schemas.microsoft.com/office/drawing/2014/main" id="{761B0E15-6FC5-434E-8780-B186D9DB0CD0}"/>
              </a:ext>
            </a:extLst>
          </p:cNvPr>
          <p:cNvSpPr>
            <a:spLocks noGrp="1"/>
          </p:cNvSpPr>
          <p:nvPr>
            <p:ph type="title"/>
          </p:nvPr>
        </p:nvSpPr>
        <p:spPr>
          <a:xfrm>
            <a:off x="838200" y="365125"/>
            <a:ext cx="10820400" cy="1325563"/>
          </a:xfrm>
          <a:prstGeom prst="rect">
            <a:avLst/>
          </a:prstGeom>
        </p:spPr>
        <p:txBody>
          <a:bodyPr vert="horz" lIns="91440" tIns="45720" rIns="91440" bIns="45720" rtlCol="0" anchor="ctr">
            <a:normAutofit/>
          </a:bodyPr>
          <a:lstStyle/>
          <a:p>
            <a:r>
              <a:rPr lang="en-US" noProof="0"/>
              <a:t>Click to edit Master title style</a:t>
            </a:r>
          </a:p>
        </p:txBody>
      </p:sp>
      <p:sp>
        <p:nvSpPr>
          <p:cNvPr id="3" name="Text Placeholder 2">
            <a:extLst>
              <a:ext uri="{FF2B5EF4-FFF2-40B4-BE49-F238E27FC236}">
                <a16:creationId xmlns:a16="http://schemas.microsoft.com/office/drawing/2014/main" id="{A9C7B128-34F3-405C-B601-8BAFDB43499C}"/>
              </a:ext>
            </a:extLst>
          </p:cNvPr>
          <p:cNvSpPr>
            <a:spLocks noGrp="1"/>
          </p:cNvSpPr>
          <p:nvPr>
            <p:ph type="body" idx="1"/>
          </p:nvPr>
        </p:nvSpPr>
        <p:spPr>
          <a:xfrm>
            <a:off x="838200" y="1825625"/>
            <a:ext cx="10820400" cy="4351338"/>
          </a:xfrm>
          <a:prstGeom prst="rect">
            <a:avLst/>
          </a:prstGeom>
        </p:spPr>
        <p:txBody>
          <a:bodyPr vert="horz" lIns="91440" tIns="45720" rIns="91440" bIns="45720" rtlCol="0">
            <a:normAutofit/>
          </a:bodyPr>
          <a:lstStyle/>
          <a:p>
            <a:pPr lvl="0"/>
            <a:r>
              <a:rPr lang="en-US" noProof="0"/>
              <a:t>Edit Master text styles</a:t>
            </a:r>
          </a:p>
          <a:p>
            <a:pPr lvl="1"/>
            <a:r>
              <a:rPr lang="en-US" noProof="0"/>
              <a:t>Second level</a:t>
            </a:r>
          </a:p>
          <a:p>
            <a:pPr lvl="2"/>
            <a:r>
              <a:rPr lang="en-US" noProof="0"/>
              <a:t>Third level</a:t>
            </a:r>
          </a:p>
          <a:p>
            <a:pPr lvl="3"/>
            <a:r>
              <a:rPr lang="en-US" noProof="0"/>
              <a:t>Fourth level</a:t>
            </a:r>
          </a:p>
          <a:p>
            <a:pPr lvl="4"/>
            <a:r>
              <a:rPr lang="en-US" noProof="0"/>
              <a:t>Fifth level</a:t>
            </a:r>
          </a:p>
        </p:txBody>
      </p:sp>
      <p:sp>
        <p:nvSpPr>
          <p:cNvPr id="6" name="Slide Number Placeholder 5">
            <a:extLst>
              <a:ext uri="{FF2B5EF4-FFF2-40B4-BE49-F238E27FC236}">
                <a16:creationId xmlns:a16="http://schemas.microsoft.com/office/drawing/2014/main" id="{9F5A7754-E8C7-438B-922D-9027C6CF58E2}"/>
              </a:ext>
            </a:extLst>
          </p:cNvPr>
          <p:cNvSpPr>
            <a:spLocks noGrp="1"/>
          </p:cNvSpPr>
          <p:nvPr>
            <p:ph type="sldNum" sz="quarter" idx="4"/>
          </p:nvPr>
        </p:nvSpPr>
        <p:spPr>
          <a:xfrm>
            <a:off x="11112500" y="6356350"/>
            <a:ext cx="6604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C263D6C4-4840-40CC-AC84-17E24B3B7BDE}" type="slidenum">
              <a:rPr lang="en-US" noProof="0" smtClean="0"/>
              <a:t>‹#›</a:t>
            </a:fld>
            <a:endParaRPr lang="en-US" noProof="0" dirty="0"/>
          </a:p>
        </p:txBody>
      </p:sp>
      <p:sp>
        <p:nvSpPr>
          <p:cNvPr id="5" name="Rectangle 4">
            <a:extLst>
              <a:ext uri="{FF2B5EF4-FFF2-40B4-BE49-F238E27FC236}">
                <a16:creationId xmlns:a16="http://schemas.microsoft.com/office/drawing/2014/main" id="{7CDDDB7D-9189-9548-A2B9-81DC62C3C1A3}"/>
              </a:ext>
            </a:extLst>
          </p:cNvPr>
          <p:cNvSpPr/>
          <p:nvPr userDrawn="1"/>
        </p:nvSpPr>
        <p:spPr>
          <a:xfrm>
            <a:off x="0" y="1"/>
            <a:ext cx="12192000" cy="6857999"/>
          </a:xfrm>
          <a:prstGeom prst="rect">
            <a:avLst/>
          </a:prstGeom>
          <a:solidFill>
            <a:schemeClr val="accent2">
              <a:lumMod val="75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noProof="0" dirty="0"/>
          </a:p>
        </p:txBody>
      </p:sp>
      <p:sp>
        <p:nvSpPr>
          <p:cNvPr id="7" name="Freeform: Shape 9">
            <a:extLst>
              <a:ext uri="{FF2B5EF4-FFF2-40B4-BE49-F238E27FC236}">
                <a16:creationId xmlns:a16="http://schemas.microsoft.com/office/drawing/2014/main" id="{096D8877-6B4A-4540-8927-767DD7401718}"/>
              </a:ext>
            </a:extLst>
          </p:cNvPr>
          <p:cNvSpPr/>
          <p:nvPr userDrawn="1"/>
        </p:nvSpPr>
        <p:spPr>
          <a:xfrm>
            <a:off x="0" y="1"/>
            <a:ext cx="12192001" cy="6857999"/>
          </a:xfrm>
          <a:custGeom>
            <a:avLst/>
            <a:gdLst>
              <a:gd name="connsiteX0" fmla="*/ 0 w 12192001"/>
              <a:gd name="connsiteY0" fmla="*/ 0 h 6884191"/>
              <a:gd name="connsiteX1" fmla="*/ 7540222 w 12192001"/>
              <a:gd name="connsiteY1" fmla="*/ 0 h 6884191"/>
              <a:gd name="connsiteX2" fmla="*/ 10260629 w 12192001"/>
              <a:gd name="connsiteY2" fmla="*/ 2725573 h 6884191"/>
              <a:gd name="connsiteX3" fmla="*/ 11286710 w 12192001"/>
              <a:gd name="connsiteY3" fmla="*/ 2725573 h 6884191"/>
              <a:gd name="connsiteX4" fmla="*/ 12192000 w 12192001"/>
              <a:gd name="connsiteY4" fmla="*/ 3632581 h 6884191"/>
              <a:gd name="connsiteX5" fmla="*/ 12192001 w 12192001"/>
              <a:gd name="connsiteY5" fmla="*/ 6884191 h 6884191"/>
              <a:gd name="connsiteX6" fmla="*/ 0 w 12192001"/>
              <a:gd name="connsiteY6" fmla="*/ 6884191 h 6884191"/>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Lst>
            <a:rect l="l" t="t" r="r" b="b"/>
            <a:pathLst>
              <a:path w="12192001" h="6884191">
                <a:moveTo>
                  <a:pt x="0" y="0"/>
                </a:moveTo>
                <a:lnTo>
                  <a:pt x="7540222" y="0"/>
                </a:lnTo>
                <a:lnTo>
                  <a:pt x="10260629" y="2725573"/>
                </a:lnTo>
                <a:lnTo>
                  <a:pt x="11286710" y="2725573"/>
                </a:lnTo>
                <a:lnTo>
                  <a:pt x="12192000" y="3632581"/>
                </a:lnTo>
                <a:lnTo>
                  <a:pt x="12192001" y="6884191"/>
                </a:lnTo>
                <a:lnTo>
                  <a:pt x="0" y="6884191"/>
                </a:lnTo>
                <a:close/>
              </a:path>
            </a:pathLst>
          </a:custGeom>
          <a:solidFill>
            <a:schemeClr val="accent2">
              <a:alpha val="74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wrap="square" rtlCol="0" anchor="ctr">
            <a:noAutofit/>
          </a:bodyPr>
          <a:lstStyle/>
          <a:p>
            <a:pPr algn="ctr"/>
            <a:endParaRPr lang="en-US" noProof="0" dirty="0"/>
          </a:p>
        </p:txBody>
      </p:sp>
      <p:sp>
        <p:nvSpPr>
          <p:cNvPr id="8" name="Freeform: Shape 17">
            <a:extLst>
              <a:ext uri="{FF2B5EF4-FFF2-40B4-BE49-F238E27FC236}">
                <a16:creationId xmlns:a16="http://schemas.microsoft.com/office/drawing/2014/main" id="{5AF2E123-FE0F-8541-8E36-5030C450AA7E}"/>
              </a:ext>
            </a:extLst>
          </p:cNvPr>
          <p:cNvSpPr/>
          <p:nvPr userDrawn="1"/>
        </p:nvSpPr>
        <p:spPr>
          <a:xfrm rot="16200000" flipV="1">
            <a:off x="2964809" y="-2364446"/>
            <a:ext cx="6862744" cy="11591639"/>
          </a:xfrm>
          <a:custGeom>
            <a:avLst/>
            <a:gdLst>
              <a:gd name="connsiteX0" fmla="*/ 6862744 w 6862744"/>
              <a:gd name="connsiteY0" fmla="*/ 11591639 h 11591639"/>
              <a:gd name="connsiteX1" fmla="*/ 6862744 w 6862744"/>
              <a:gd name="connsiteY1" fmla="*/ 5240223 h 11591639"/>
              <a:gd name="connsiteX2" fmla="*/ 4145656 w 6862744"/>
              <a:gd name="connsiteY2" fmla="*/ 5240223 h 11591639"/>
              <a:gd name="connsiteX3" fmla="*/ 4145656 w 6862744"/>
              <a:gd name="connsiteY3" fmla="*/ 5240222 h 11591639"/>
              <a:gd name="connsiteX4" fmla="*/ 6862744 w 6862744"/>
              <a:gd name="connsiteY4" fmla="*/ 5240222 h 11591639"/>
              <a:gd name="connsiteX5" fmla="*/ 4145656 w 6862744"/>
              <a:gd name="connsiteY5" fmla="*/ 2519152 h 11591639"/>
              <a:gd name="connsiteX6" fmla="*/ 4145656 w 6862744"/>
              <a:gd name="connsiteY6" fmla="*/ 1367198 h 11591639"/>
              <a:gd name="connsiteX7" fmla="*/ 2775863 w 6862744"/>
              <a:gd name="connsiteY7" fmla="*/ 0 h 11591639"/>
              <a:gd name="connsiteX8" fmla="*/ 0 w 6862744"/>
              <a:gd name="connsiteY8" fmla="*/ 0 h 11591639"/>
              <a:gd name="connsiteX9" fmla="*/ 0 w 6862744"/>
              <a:gd name="connsiteY9" fmla="*/ 11591639 h 11591639"/>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Lst>
            <a:rect l="l" t="t" r="r" b="b"/>
            <a:pathLst>
              <a:path w="6862744" h="11591639">
                <a:moveTo>
                  <a:pt x="6862744" y="11591639"/>
                </a:moveTo>
                <a:lnTo>
                  <a:pt x="6862744" y="5240223"/>
                </a:lnTo>
                <a:lnTo>
                  <a:pt x="4145656" y="5240223"/>
                </a:lnTo>
                <a:lnTo>
                  <a:pt x="4145656" y="5240222"/>
                </a:lnTo>
                <a:lnTo>
                  <a:pt x="6862744" y="5240222"/>
                </a:lnTo>
                <a:lnTo>
                  <a:pt x="4145656" y="2519152"/>
                </a:lnTo>
                <a:lnTo>
                  <a:pt x="4145656" y="1367198"/>
                </a:lnTo>
                <a:lnTo>
                  <a:pt x="2775863" y="0"/>
                </a:lnTo>
                <a:lnTo>
                  <a:pt x="0" y="0"/>
                </a:lnTo>
                <a:lnTo>
                  <a:pt x="0" y="11591639"/>
                </a:lnTo>
                <a:close/>
              </a:path>
            </a:pathLst>
          </a:custGeom>
          <a:pattFill prst="wdDnDiag">
            <a:fgClr>
              <a:schemeClr val="accent2"/>
            </a:fgClr>
            <a:bgClr>
              <a:schemeClr val="accent2">
                <a:lumMod val="75000"/>
              </a:schemeClr>
            </a:bgClr>
          </a:pattFill>
          <a:ln>
            <a:noFill/>
          </a:ln>
        </p:spPr>
        <p:style>
          <a:lnRef idx="2">
            <a:schemeClr val="accent1">
              <a:shade val="50000"/>
            </a:schemeClr>
          </a:lnRef>
          <a:fillRef idx="1">
            <a:schemeClr val="accent1"/>
          </a:fillRef>
          <a:effectRef idx="0">
            <a:schemeClr val="accent1"/>
          </a:effectRef>
          <a:fontRef idx="minor">
            <a:schemeClr val="lt1"/>
          </a:fontRef>
        </p:style>
        <p:txBody>
          <a:bodyPr wrap="square" rtlCol="0" anchor="ctr">
            <a:noAutofit/>
          </a:bodyPr>
          <a:lstStyle/>
          <a:p>
            <a:pPr algn="ctr"/>
            <a:endParaRPr lang="en-US" noProof="0" dirty="0"/>
          </a:p>
        </p:txBody>
      </p:sp>
      <p:sp>
        <p:nvSpPr>
          <p:cNvPr id="9" name="Freeform: Shape 11">
            <a:extLst>
              <a:ext uri="{FF2B5EF4-FFF2-40B4-BE49-F238E27FC236}">
                <a16:creationId xmlns:a16="http://schemas.microsoft.com/office/drawing/2014/main" id="{E5519D99-3B68-924A-9CD0-14B911711CA8}"/>
              </a:ext>
            </a:extLst>
          </p:cNvPr>
          <p:cNvSpPr/>
          <p:nvPr userDrawn="1"/>
        </p:nvSpPr>
        <p:spPr>
          <a:xfrm rot="16200000" flipV="1">
            <a:off x="2664629" y="-2669372"/>
            <a:ext cx="6862744" cy="12192000"/>
          </a:xfrm>
          <a:custGeom>
            <a:avLst/>
            <a:gdLst>
              <a:gd name="connsiteX0" fmla="*/ 6849744 w 6849744"/>
              <a:gd name="connsiteY0" fmla="*/ 12192000 h 12192000"/>
              <a:gd name="connsiteX1" fmla="*/ 6849744 w 6849744"/>
              <a:gd name="connsiteY1" fmla="*/ 5840584 h 12192000"/>
              <a:gd name="connsiteX2" fmla="*/ 4137803 w 6849744"/>
              <a:gd name="connsiteY2" fmla="*/ 5840584 h 12192000"/>
              <a:gd name="connsiteX3" fmla="*/ 4137803 w 6849744"/>
              <a:gd name="connsiteY3" fmla="*/ 5840583 h 12192000"/>
              <a:gd name="connsiteX4" fmla="*/ 6849744 w 6849744"/>
              <a:gd name="connsiteY4" fmla="*/ 5840583 h 12192000"/>
              <a:gd name="connsiteX5" fmla="*/ 4137803 w 6849744"/>
              <a:gd name="connsiteY5" fmla="*/ 3119513 h 12192000"/>
              <a:gd name="connsiteX6" fmla="*/ 4137803 w 6849744"/>
              <a:gd name="connsiteY6" fmla="*/ 1967559 h 12192000"/>
              <a:gd name="connsiteX7" fmla="*/ 2170243 w 6849744"/>
              <a:gd name="connsiteY7" fmla="*/ 0 h 12192000"/>
              <a:gd name="connsiteX8" fmla="*/ 0 w 6849744"/>
              <a:gd name="connsiteY8" fmla="*/ 0 h 12192000"/>
              <a:gd name="connsiteX9" fmla="*/ 0 w 6849744"/>
              <a:gd name="connsiteY9" fmla="*/ 12192000 h 12192000"/>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Lst>
            <a:rect l="l" t="t" r="r" b="b"/>
            <a:pathLst>
              <a:path w="6849744" h="12192000">
                <a:moveTo>
                  <a:pt x="6849744" y="12192000"/>
                </a:moveTo>
                <a:lnTo>
                  <a:pt x="6849744" y="5840584"/>
                </a:lnTo>
                <a:lnTo>
                  <a:pt x="4137803" y="5840584"/>
                </a:lnTo>
                <a:lnTo>
                  <a:pt x="4137803" y="5840583"/>
                </a:lnTo>
                <a:lnTo>
                  <a:pt x="6849744" y="5840583"/>
                </a:lnTo>
                <a:lnTo>
                  <a:pt x="4137803" y="3119513"/>
                </a:lnTo>
                <a:lnTo>
                  <a:pt x="4137803" y="1967559"/>
                </a:lnTo>
                <a:lnTo>
                  <a:pt x="2170243" y="0"/>
                </a:lnTo>
                <a:lnTo>
                  <a:pt x="0" y="0"/>
                </a:lnTo>
                <a:lnTo>
                  <a:pt x="0" y="12192000"/>
                </a:lnTo>
                <a:close/>
              </a:path>
            </a:pathLst>
          </a:custGeom>
          <a:pattFill prst="wdUpDiag">
            <a:fgClr>
              <a:schemeClr val="accent2"/>
            </a:fgClr>
            <a:bgClr>
              <a:schemeClr val="accent2">
                <a:lumMod val="50000"/>
              </a:schemeClr>
            </a:bgClr>
          </a:patt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noProof="0" dirty="0"/>
          </a:p>
        </p:txBody>
      </p:sp>
      <p:sp>
        <p:nvSpPr>
          <p:cNvPr id="10" name="Freeform: Shape 7">
            <a:extLst>
              <a:ext uri="{FF2B5EF4-FFF2-40B4-BE49-F238E27FC236}">
                <a16:creationId xmlns:a16="http://schemas.microsoft.com/office/drawing/2014/main" id="{A09E21A9-FBEF-144C-A152-FE484F3C55C1}"/>
              </a:ext>
            </a:extLst>
          </p:cNvPr>
          <p:cNvSpPr/>
          <p:nvPr userDrawn="1"/>
        </p:nvSpPr>
        <p:spPr>
          <a:xfrm rot="16200000" flipV="1">
            <a:off x="2664629" y="-2669372"/>
            <a:ext cx="6862744" cy="12192000"/>
          </a:xfrm>
          <a:custGeom>
            <a:avLst/>
            <a:gdLst>
              <a:gd name="connsiteX0" fmla="*/ 6849744 w 6849744"/>
              <a:gd name="connsiteY0" fmla="*/ 12192000 h 12192000"/>
              <a:gd name="connsiteX1" fmla="*/ 6849744 w 6849744"/>
              <a:gd name="connsiteY1" fmla="*/ 5840584 h 12192000"/>
              <a:gd name="connsiteX2" fmla="*/ 4137803 w 6849744"/>
              <a:gd name="connsiteY2" fmla="*/ 5840584 h 12192000"/>
              <a:gd name="connsiteX3" fmla="*/ 4137803 w 6849744"/>
              <a:gd name="connsiteY3" fmla="*/ 5840583 h 12192000"/>
              <a:gd name="connsiteX4" fmla="*/ 6849744 w 6849744"/>
              <a:gd name="connsiteY4" fmla="*/ 5840583 h 12192000"/>
              <a:gd name="connsiteX5" fmla="*/ 4137803 w 6849744"/>
              <a:gd name="connsiteY5" fmla="*/ 3119513 h 12192000"/>
              <a:gd name="connsiteX6" fmla="*/ 4137803 w 6849744"/>
              <a:gd name="connsiteY6" fmla="*/ 1967559 h 12192000"/>
              <a:gd name="connsiteX7" fmla="*/ 2170243 w 6849744"/>
              <a:gd name="connsiteY7" fmla="*/ 0 h 12192000"/>
              <a:gd name="connsiteX8" fmla="*/ 0 w 6849744"/>
              <a:gd name="connsiteY8" fmla="*/ 0 h 12192000"/>
              <a:gd name="connsiteX9" fmla="*/ 0 w 6849744"/>
              <a:gd name="connsiteY9" fmla="*/ 12192000 h 12192000"/>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Lst>
            <a:rect l="l" t="t" r="r" b="b"/>
            <a:pathLst>
              <a:path w="6849744" h="12192000">
                <a:moveTo>
                  <a:pt x="6849744" y="12192000"/>
                </a:moveTo>
                <a:lnTo>
                  <a:pt x="6849744" y="5840584"/>
                </a:lnTo>
                <a:lnTo>
                  <a:pt x="4137803" y="5840584"/>
                </a:lnTo>
                <a:lnTo>
                  <a:pt x="4137803" y="5840583"/>
                </a:lnTo>
                <a:lnTo>
                  <a:pt x="6849744" y="5840583"/>
                </a:lnTo>
                <a:lnTo>
                  <a:pt x="4137803" y="3119513"/>
                </a:lnTo>
                <a:lnTo>
                  <a:pt x="4137803" y="1967559"/>
                </a:lnTo>
                <a:lnTo>
                  <a:pt x="2170243" y="0"/>
                </a:lnTo>
                <a:lnTo>
                  <a:pt x="0" y="0"/>
                </a:lnTo>
                <a:lnTo>
                  <a:pt x="0" y="12192000"/>
                </a:lnTo>
                <a:close/>
              </a:path>
            </a:pathLst>
          </a:custGeom>
          <a:solidFill>
            <a:schemeClr val="accent1">
              <a:lumMod val="50000"/>
              <a:alpha val="90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noProof="0" dirty="0"/>
          </a:p>
        </p:txBody>
      </p:sp>
      <p:sp>
        <p:nvSpPr>
          <p:cNvPr id="11" name="Title 1">
            <a:extLst>
              <a:ext uri="{FF2B5EF4-FFF2-40B4-BE49-F238E27FC236}">
                <a16:creationId xmlns:a16="http://schemas.microsoft.com/office/drawing/2014/main" id="{70C7F2CB-A8CE-1545-A08D-93592C4BAEEA}"/>
              </a:ext>
            </a:extLst>
          </p:cNvPr>
          <p:cNvSpPr txBox="1">
            <a:spLocks/>
          </p:cNvSpPr>
          <p:nvPr userDrawn="1"/>
        </p:nvSpPr>
        <p:spPr>
          <a:xfrm>
            <a:off x="444500" y="542925"/>
            <a:ext cx="11214100" cy="535531"/>
          </a:xfrm>
          <a:prstGeom prst="rect">
            <a:avLst/>
          </a:prstGeom>
        </p:spPr>
        <p:txBody>
          <a:bodyPr vert="horz" wrap="square" lIns="91440" tIns="45720" rIns="91440" bIns="45720" rtlCol="0" anchor="t">
            <a:spAutoFit/>
          </a:bodyPr>
          <a:lstStyle>
            <a:lvl1pPr algn="l" defTabSz="914400" rtl="0" eaLnBrk="1" latinLnBrk="0" hangingPunct="1">
              <a:lnSpc>
                <a:spcPct val="90000"/>
              </a:lnSpc>
              <a:spcBef>
                <a:spcPct val="0"/>
              </a:spcBef>
              <a:buNone/>
              <a:defRPr lang="en-GB" sz="3200" b="1" kern="1200" spc="-70" baseline="0" dirty="0">
                <a:solidFill>
                  <a:schemeClr val="bg1"/>
                </a:solidFill>
                <a:latin typeface="Trebuchet MS" panose="020B0603020202020204" pitchFamily="34" charset="0"/>
                <a:ea typeface="+mj-ea"/>
                <a:cs typeface="+mj-cs"/>
              </a:defRPr>
            </a:lvl1pPr>
          </a:lstStyle>
          <a:p>
            <a:r>
              <a:rPr lang="en-US" noProof="0" dirty="0">
                <a:latin typeface="+mj-lt"/>
              </a:rPr>
              <a:t>Click to edit Master title style</a:t>
            </a:r>
          </a:p>
        </p:txBody>
      </p:sp>
      <p:grpSp>
        <p:nvGrpSpPr>
          <p:cNvPr id="12" name="Group 11">
            <a:extLst>
              <a:ext uri="{FF2B5EF4-FFF2-40B4-BE49-F238E27FC236}">
                <a16:creationId xmlns:a16="http://schemas.microsoft.com/office/drawing/2014/main" id="{7068FCE4-1B47-3C4B-B091-013120A97D09}"/>
              </a:ext>
            </a:extLst>
          </p:cNvPr>
          <p:cNvGrpSpPr/>
          <p:nvPr userDrawn="1"/>
        </p:nvGrpSpPr>
        <p:grpSpPr>
          <a:xfrm rot="16200000">
            <a:off x="499388" y="-322655"/>
            <a:ext cx="535531" cy="645309"/>
            <a:chOff x="10945855" y="7317026"/>
            <a:chExt cx="2483924" cy="2993104"/>
          </a:xfrm>
        </p:grpSpPr>
        <p:sp>
          <p:nvSpPr>
            <p:cNvPr id="13" name="Freeform: Shape 15">
              <a:extLst>
                <a:ext uri="{FF2B5EF4-FFF2-40B4-BE49-F238E27FC236}">
                  <a16:creationId xmlns:a16="http://schemas.microsoft.com/office/drawing/2014/main" id="{FEC3FDE7-F27E-5E4E-8752-287CAB7792D4}"/>
                </a:ext>
              </a:extLst>
            </p:cNvPr>
            <p:cNvSpPr/>
            <p:nvPr/>
          </p:nvSpPr>
          <p:spPr>
            <a:xfrm rot="2700000">
              <a:off x="10945855" y="7826207"/>
              <a:ext cx="2483923" cy="2483924"/>
            </a:xfrm>
            <a:custGeom>
              <a:avLst/>
              <a:gdLst>
                <a:gd name="connsiteX0" fmla="*/ 754341 w 754341"/>
                <a:gd name="connsiteY0" fmla="*/ 754341 h 754341"/>
                <a:gd name="connsiteX1" fmla="*/ 0 w 754341"/>
                <a:gd name="connsiteY1" fmla="*/ 754341 h 754341"/>
                <a:gd name="connsiteX2" fmla="*/ 0 w 754341"/>
                <a:gd name="connsiteY2" fmla="*/ 0 h 754341"/>
              </a:gdLst>
              <a:ahLst/>
              <a:cxnLst>
                <a:cxn ang="0">
                  <a:pos x="connsiteX0" y="connsiteY0"/>
                </a:cxn>
                <a:cxn ang="0">
                  <a:pos x="connsiteX1" y="connsiteY1"/>
                </a:cxn>
                <a:cxn ang="0">
                  <a:pos x="connsiteX2" y="connsiteY2"/>
                </a:cxn>
              </a:cxnLst>
              <a:rect l="l" t="t" r="r" b="b"/>
              <a:pathLst>
                <a:path w="754341" h="754341">
                  <a:moveTo>
                    <a:pt x="754341" y="754341"/>
                  </a:moveTo>
                  <a:lnTo>
                    <a:pt x="0" y="754341"/>
                  </a:lnTo>
                  <a:lnTo>
                    <a:pt x="0" y="0"/>
                  </a:lnTo>
                  <a:close/>
                </a:path>
              </a:pathLst>
            </a:custGeom>
            <a:solidFill>
              <a:schemeClr val="accent1">
                <a:lumMod val="50000"/>
              </a:schemeClr>
            </a:solidFill>
            <a:ln>
              <a:noFill/>
            </a:ln>
            <a:effectLst/>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noProof="0" dirty="0"/>
            </a:p>
          </p:txBody>
        </p:sp>
        <p:sp>
          <p:nvSpPr>
            <p:cNvPr id="14" name="Freeform: Shape 16">
              <a:extLst>
                <a:ext uri="{FF2B5EF4-FFF2-40B4-BE49-F238E27FC236}">
                  <a16:creationId xmlns:a16="http://schemas.microsoft.com/office/drawing/2014/main" id="{81C902DB-0D21-5044-82B6-9E7A70A1BF62}"/>
                </a:ext>
              </a:extLst>
            </p:cNvPr>
            <p:cNvSpPr/>
            <p:nvPr/>
          </p:nvSpPr>
          <p:spPr>
            <a:xfrm rot="8100000" flipH="1">
              <a:off x="10986797" y="7317026"/>
              <a:ext cx="2402031" cy="2402032"/>
            </a:xfrm>
            <a:custGeom>
              <a:avLst/>
              <a:gdLst>
                <a:gd name="connsiteX0" fmla="*/ 754341 w 754341"/>
                <a:gd name="connsiteY0" fmla="*/ 754341 h 754341"/>
                <a:gd name="connsiteX1" fmla="*/ 0 w 754341"/>
                <a:gd name="connsiteY1" fmla="*/ 754341 h 754341"/>
                <a:gd name="connsiteX2" fmla="*/ 0 w 754341"/>
                <a:gd name="connsiteY2" fmla="*/ 0 h 754341"/>
              </a:gdLst>
              <a:ahLst/>
              <a:cxnLst>
                <a:cxn ang="0">
                  <a:pos x="connsiteX0" y="connsiteY0"/>
                </a:cxn>
                <a:cxn ang="0">
                  <a:pos x="connsiteX1" y="connsiteY1"/>
                </a:cxn>
                <a:cxn ang="0">
                  <a:pos x="connsiteX2" y="connsiteY2"/>
                </a:cxn>
              </a:cxnLst>
              <a:rect l="l" t="t" r="r" b="b"/>
              <a:pathLst>
                <a:path w="754341" h="754341">
                  <a:moveTo>
                    <a:pt x="754341" y="754341"/>
                  </a:moveTo>
                  <a:lnTo>
                    <a:pt x="0" y="754341"/>
                  </a:lnTo>
                  <a:lnTo>
                    <a:pt x="0" y="0"/>
                  </a:lnTo>
                  <a:close/>
                </a:path>
              </a:pathLst>
            </a:custGeom>
            <a:pattFill prst="dkHorz">
              <a:fgClr>
                <a:schemeClr val="accent1">
                  <a:lumMod val="60000"/>
                  <a:lumOff val="40000"/>
                </a:schemeClr>
              </a:fgClr>
              <a:bgClr>
                <a:schemeClr val="accent2">
                  <a:lumMod val="50000"/>
                </a:schemeClr>
              </a:bgClr>
            </a:pattFill>
            <a:ln>
              <a:noFill/>
            </a:ln>
            <a:effectLst/>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noProof="0" dirty="0"/>
            </a:p>
          </p:txBody>
        </p:sp>
      </p:grpSp>
      <p:grpSp>
        <p:nvGrpSpPr>
          <p:cNvPr id="15" name="Group 14">
            <a:extLst>
              <a:ext uri="{FF2B5EF4-FFF2-40B4-BE49-F238E27FC236}">
                <a16:creationId xmlns:a16="http://schemas.microsoft.com/office/drawing/2014/main" id="{BE1E08A0-195D-694F-947B-986A76FBB93E}"/>
              </a:ext>
            </a:extLst>
          </p:cNvPr>
          <p:cNvGrpSpPr/>
          <p:nvPr userDrawn="1"/>
        </p:nvGrpSpPr>
        <p:grpSpPr>
          <a:xfrm>
            <a:off x="-1" y="1357409"/>
            <a:ext cx="12192001" cy="4846320"/>
            <a:chOff x="-1" y="1357409"/>
            <a:chExt cx="12192001" cy="4917518"/>
          </a:xfrm>
        </p:grpSpPr>
        <p:sp>
          <p:nvSpPr>
            <p:cNvPr id="16" name="Rectangle: Single Corner Snipped 18">
              <a:extLst>
                <a:ext uri="{FF2B5EF4-FFF2-40B4-BE49-F238E27FC236}">
                  <a16:creationId xmlns:a16="http://schemas.microsoft.com/office/drawing/2014/main" id="{ED5DFFCD-1EE3-E64E-B51F-BD7D72413E0B}"/>
                </a:ext>
              </a:extLst>
            </p:cNvPr>
            <p:cNvSpPr/>
            <p:nvPr userDrawn="1"/>
          </p:nvSpPr>
          <p:spPr>
            <a:xfrm flipV="1">
              <a:off x="-1" y="1357409"/>
              <a:ext cx="12192000" cy="4917518"/>
            </a:xfrm>
            <a:prstGeom prst="snip1Rect">
              <a:avLst>
                <a:gd name="adj" fmla="val 0"/>
              </a:avLst>
            </a:prstGeom>
            <a:pattFill prst="dkVert">
              <a:fgClr>
                <a:schemeClr val="accent5"/>
              </a:fgClr>
              <a:bgClr>
                <a:schemeClr val="accent2">
                  <a:lumMod val="50000"/>
                </a:schemeClr>
              </a:bgClr>
            </a:pattFill>
            <a:ln>
              <a:noFill/>
            </a:ln>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square" lIns="91440" tIns="45720" rIns="91440" bIns="45720" numCol="1" spcCol="0" rtlCol="0" fromWordArt="0" anchor="ctr" anchorCtr="0" forceAA="0" compatLnSpc="1">
              <a:prstTxWarp prst="textNoShape">
                <a:avLst/>
              </a:prstTxWarp>
              <a:noAutofit/>
            </a:bodyPr>
            <a:lstStyle/>
            <a:p>
              <a:pPr lvl="0" algn="ctr"/>
              <a:endParaRPr lang="en-US" noProof="0" dirty="0"/>
            </a:p>
          </p:txBody>
        </p:sp>
        <p:sp>
          <p:nvSpPr>
            <p:cNvPr id="17" name="Rectangle: Single Corner Snipped 2">
              <a:extLst>
                <a:ext uri="{FF2B5EF4-FFF2-40B4-BE49-F238E27FC236}">
                  <a16:creationId xmlns:a16="http://schemas.microsoft.com/office/drawing/2014/main" id="{C12DB3CA-8E64-AA43-BFBE-A2CA9A816DBE}"/>
                </a:ext>
              </a:extLst>
            </p:cNvPr>
            <p:cNvSpPr/>
            <p:nvPr userDrawn="1"/>
          </p:nvSpPr>
          <p:spPr>
            <a:xfrm flipV="1">
              <a:off x="-1" y="1357409"/>
              <a:ext cx="12192001" cy="4917518"/>
            </a:xfrm>
            <a:prstGeom prst="snip1Rect">
              <a:avLst>
                <a:gd name="adj" fmla="val 19670"/>
              </a:avLst>
            </a:prstGeom>
            <a:solidFill>
              <a:schemeClr val="accent1">
                <a:lumMod val="50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noProof="0" dirty="0"/>
            </a:p>
          </p:txBody>
        </p:sp>
      </p:grpSp>
      <p:sp>
        <p:nvSpPr>
          <p:cNvPr id="18" name="Freeform: Shape 23">
            <a:extLst>
              <a:ext uri="{FF2B5EF4-FFF2-40B4-BE49-F238E27FC236}">
                <a16:creationId xmlns:a16="http://schemas.microsoft.com/office/drawing/2014/main" id="{A587DEFD-D470-4142-8E0D-A71DDB147C92}"/>
              </a:ext>
            </a:extLst>
          </p:cNvPr>
          <p:cNvSpPr/>
          <p:nvPr userDrawn="1"/>
        </p:nvSpPr>
        <p:spPr>
          <a:xfrm flipH="1">
            <a:off x="10782300" y="5448297"/>
            <a:ext cx="1409700" cy="1409703"/>
          </a:xfrm>
          <a:custGeom>
            <a:avLst/>
            <a:gdLst>
              <a:gd name="connsiteX0" fmla="*/ 754341 w 754341"/>
              <a:gd name="connsiteY0" fmla="*/ 754341 h 754341"/>
              <a:gd name="connsiteX1" fmla="*/ 0 w 754341"/>
              <a:gd name="connsiteY1" fmla="*/ 754341 h 754341"/>
              <a:gd name="connsiteX2" fmla="*/ 0 w 754341"/>
              <a:gd name="connsiteY2" fmla="*/ 0 h 754341"/>
            </a:gdLst>
            <a:ahLst/>
            <a:cxnLst>
              <a:cxn ang="0">
                <a:pos x="connsiteX0" y="connsiteY0"/>
              </a:cxn>
              <a:cxn ang="0">
                <a:pos x="connsiteX1" y="connsiteY1"/>
              </a:cxn>
              <a:cxn ang="0">
                <a:pos x="connsiteX2" y="connsiteY2"/>
              </a:cxn>
            </a:cxnLst>
            <a:rect l="l" t="t" r="r" b="b"/>
            <a:pathLst>
              <a:path w="754341" h="754341">
                <a:moveTo>
                  <a:pt x="754341" y="754341"/>
                </a:moveTo>
                <a:lnTo>
                  <a:pt x="0" y="754341"/>
                </a:lnTo>
                <a:lnTo>
                  <a:pt x="0" y="0"/>
                </a:lnTo>
                <a:close/>
              </a:path>
            </a:pathLst>
          </a:custGeom>
          <a:pattFill prst="dkHorz">
            <a:fgClr>
              <a:schemeClr val="accent2">
                <a:lumMod val="50000"/>
              </a:schemeClr>
            </a:fgClr>
            <a:bgClr>
              <a:schemeClr val="accent2"/>
            </a:bgClr>
          </a:pattFill>
          <a:ln>
            <a:noFill/>
          </a:ln>
          <a:effectLst/>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noProof="0" dirty="0"/>
          </a:p>
        </p:txBody>
      </p:sp>
      <p:sp>
        <p:nvSpPr>
          <p:cNvPr id="19" name="Slide Number Placeholder 4">
            <a:extLst>
              <a:ext uri="{FF2B5EF4-FFF2-40B4-BE49-F238E27FC236}">
                <a16:creationId xmlns:a16="http://schemas.microsoft.com/office/drawing/2014/main" id="{7D9BF857-7910-734D-A217-5E3344220AA2}"/>
              </a:ext>
            </a:extLst>
          </p:cNvPr>
          <p:cNvSpPr txBox="1">
            <a:spLocks/>
          </p:cNvSpPr>
          <p:nvPr userDrawn="1"/>
        </p:nvSpPr>
        <p:spPr>
          <a:xfrm>
            <a:off x="11252200" y="6315075"/>
            <a:ext cx="406400" cy="365125"/>
          </a:xfrm>
          <a:prstGeom prst="rect">
            <a:avLst/>
          </a:prstGeom>
        </p:spPr>
        <p:txBody>
          <a:bodyPr/>
          <a:lstStyle>
            <a:defPPr>
              <a:defRPr lang="en-US"/>
            </a:defPPr>
            <a:lvl1pPr marL="0" algn="l" defTabSz="914400" rtl="0" eaLnBrk="1" latinLnBrk="0" hangingPunct="1">
              <a:defRPr sz="1000" kern="1200">
                <a:solidFill>
                  <a:schemeClr val="bg1"/>
                </a:solidFill>
                <a:latin typeface="Trade Gothic LT Pro" panose="020B0503040303020004" pitchFamily="34" charset="0"/>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a:lstStyle>
          <a:p>
            <a:fld id="{C263D6C4-4840-40CC-AC84-17E24B3B7BDE}" type="slidenum">
              <a:rPr lang="en-US" noProof="0" smtClean="0"/>
              <a:pPr/>
              <a:t>‹#›</a:t>
            </a:fld>
            <a:endParaRPr lang="en-US" noProof="0" dirty="0"/>
          </a:p>
        </p:txBody>
      </p:sp>
    </p:spTree>
    <p:extLst>
      <p:ext uri="{BB962C8B-B14F-4D97-AF65-F5344CB8AC3E}">
        <p14:creationId xmlns:p14="http://schemas.microsoft.com/office/powerpoint/2010/main" val="666093331"/>
      </p:ext>
    </p:extLst>
  </p:cSld>
  <p:clrMap bg1="lt1" tx1="dk1" bg2="lt2" tx2="dk2" accent1="accent1" accent2="accent2" accent3="accent3" accent4="accent4" accent5="accent5" accent6="accent6" hlink="hlink" folHlink="folHlink"/>
  <p:sldLayoutIdLst>
    <p:sldLayoutId id="2147483649" r:id="rId1"/>
    <p:sldLayoutId id="2147483651" r:id="rId2"/>
    <p:sldLayoutId id="2147483660" r:id="rId3"/>
    <p:sldLayoutId id="2147483666" r:id="rId4"/>
    <p:sldLayoutId id="2147483654" r:id="rId5"/>
    <p:sldLayoutId id="2147483661" r:id="rId6"/>
    <p:sldLayoutId id="2147483677" r:id="rId7"/>
    <p:sldLayoutId id="2147483674" r:id="rId8"/>
    <p:sldLayoutId id="2147483665" r:id="rId9"/>
    <p:sldLayoutId id="2147483673" r:id="rId10"/>
    <p:sldLayoutId id="2147483662" r:id="rId11"/>
    <p:sldLayoutId id="2147483663" r:id="rId12"/>
    <p:sldLayoutId id="2147483664" r:id="rId13"/>
    <p:sldLayoutId id="2147483675" r:id="rId14"/>
    <p:sldLayoutId id="2147483676" r:id="rId15"/>
    <p:sldLayoutId id="2147483672" r:id="rId16"/>
    <p:sldLayoutId id="2147483667" r:id="rId17"/>
    <p:sldLayoutId id="2147483668" r:id="rId18"/>
  </p:sldLayoutIdLst>
  <p:hf hdr="0" ftr="0" dt="0"/>
  <p:txStyles>
    <p:titleStyle>
      <a:lvl1pPr algn="l" defTabSz="914400" rtl="0" eaLnBrk="1" latinLnBrk="0" hangingPunct="1">
        <a:lnSpc>
          <a:spcPct val="90000"/>
        </a:lnSpc>
        <a:spcBef>
          <a:spcPct val="0"/>
        </a:spcBef>
        <a:buNone/>
        <a:defRPr sz="4400" kern="1200">
          <a:solidFill>
            <a:schemeClr val="tx1"/>
          </a:solidFill>
          <a:latin typeface="+mj-lt"/>
          <a:ea typeface="+mj-ea"/>
          <a:cs typeface="+mj-cs"/>
        </a:defRPr>
      </a:lvl1pPr>
    </p:titleStyle>
    <p:bodyStyle>
      <a:lvl1pPr marL="228600" indent="-228600" algn="l" defTabSz="914400" rtl="0" eaLnBrk="1" latinLnBrk="0" hangingPunct="1">
        <a:lnSpc>
          <a:spcPct val="90000"/>
        </a:lnSpc>
        <a:spcBef>
          <a:spcPts val="1000"/>
        </a:spcBef>
        <a:buClr>
          <a:schemeClr val="accent2"/>
        </a:buClr>
        <a:buFont typeface="Arial" panose="020B0604020202020204" pitchFamily="34" charset="0"/>
        <a:buChar char="•"/>
        <a:defRPr sz="2800" kern="1200">
          <a:solidFill>
            <a:schemeClr val="tx1"/>
          </a:solidFill>
          <a:latin typeface="+mn-lt"/>
          <a:ea typeface="+mn-ea"/>
          <a:cs typeface="+mn-cs"/>
        </a:defRPr>
      </a:lvl1pPr>
      <a:lvl2pPr marL="685800" indent="-228600" algn="l" defTabSz="914400" rtl="0" eaLnBrk="1" latinLnBrk="0" hangingPunct="1">
        <a:lnSpc>
          <a:spcPct val="90000"/>
        </a:lnSpc>
        <a:spcBef>
          <a:spcPts val="500"/>
        </a:spcBef>
        <a:buClr>
          <a:schemeClr val="accent2"/>
        </a:buClr>
        <a:buFont typeface="Arial" panose="020B0604020202020204" pitchFamily="34" charset="0"/>
        <a:buChar char="•"/>
        <a:defRPr sz="2400" kern="1200">
          <a:solidFill>
            <a:schemeClr val="tx1"/>
          </a:solidFill>
          <a:latin typeface="+mn-lt"/>
          <a:ea typeface="+mn-ea"/>
          <a:cs typeface="+mn-cs"/>
        </a:defRPr>
      </a:lvl2pPr>
      <a:lvl3pPr marL="1143000" indent="-228600" algn="l" defTabSz="914400" rtl="0" eaLnBrk="1" latinLnBrk="0" hangingPunct="1">
        <a:lnSpc>
          <a:spcPct val="90000"/>
        </a:lnSpc>
        <a:spcBef>
          <a:spcPts val="500"/>
        </a:spcBef>
        <a:buClr>
          <a:schemeClr val="accent2"/>
        </a:buClr>
        <a:buFont typeface="Arial" panose="020B0604020202020204" pitchFamily="34" charset="0"/>
        <a:buChar char="•"/>
        <a:defRPr sz="2000" kern="1200">
          <a:solidFill>
            <a:schemeClr val="tx1"/>
          </a:solidFill>
          <a:latin typeface="+mn-lt"/>
          <a:ea typeface="+mn-ea"/>
          <a:cs typeface="+mn-cs"/>
        </a:defRPr>
      </a:lvl3pPr>
      <a:lvl4pPr marL="1600200" indent="-228600" algn="l" defTabSz="914400" rtl="0" eaLnBrk="1" latinLnBrk="0" hangingPunct="1">
        <a:lnSpc>
          <a:spcPct val="90000"/>
        </a:lnSpc>
        <a:spcBef>
          <a:spcPts val="500"/>
        </a:spcBef>
        <a:buClr>
          <a:schemeClr val="accent2"/>
        </a:buClr>
        <a:buFont typeface="Arial" panose="020B0604020202020204" pitchFamily="34" charset="0"/>
        <a:buChar char="•"/>
        <a:defRPr sz="1800" kern="1200">
          <a:solidFill>
            <a:schemeClr val="tx1"/>
          </a:solidFill>
          <a:latin typeface="+mn-lt"/>
          <a:ea typeface="+mn-ea"/>
          <a:cs typeface="+mn-cs"/>
        </a:defRPr>
      </a:lvl4pPr>
      <a:lvl5pPr marL="2057400" indent="-228600" algn="l" defTabSz="914400" rtl="0" eaLnBrk="1" latinLnBrk="0" hangingPunct="1">
        <a:lnSpc>
          <a:spcPct val="90000"/>
        </a:lnSpc>
        <a:spcBef>
          <a:spcPts val="500"/>
        </a:spcBef>
        <a:buClr>
          <a:schemeClr val="accent2"/>
        </a:buClr>
        <a:buFont typeface="Arial" panose="020B0604020202020204" pitchFamily="34" charset="0"/>
        <a:buChar char="•"/>
        <a:defRPr sz="1800" kern="1200">
          <a:solidFill>
            <a:schemeClr val="tx1"/>
          </a:solidFill>
          <a:latin typeface="+mn-lt"/>
          <a:ea typeface="+mn-ea"/>
          <a:cs typeface="+mn-cs"/>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extLst>
    <p:ext uri="{27BBF7A9-308A-43DC-89C8-2F10F3537804}">
      <p15:sldGuideLst xmlns:p15="http://schemas.microsoft.com/office/powerpoint/2012/main">
        <p15:guide id="1" orient="horz" pos="2160" userDrawn="1">
          <p15:clr>
            <a:srgbClr val="F26B43"/>
          </p15:clr>
        </p15:guide>
        <p15:guide id="2" pos="3840" userDrawn="1">
          <p15:clr>
            <a:srgbClr val="F26B43"/>
          </p15:clr>
        </p15:guide>
        <p15:guide id="3" pos="336" userDrawn="1">
          <p15:clr>
            <a:srgbClr val="F26B43"/>
          </p15:clr>
        </p15:guide>
        <p15:guide id="4" orient="horz" pos="336" userDrawn="1">
          <p15:clr>
            <a:srgbClr val="F26B43"/>
          </p15:clr>
        </p15:guide>
        <p15:guide id="5" pos="7344" userDrawn="1">
          <p15:clr>
            <a:srgbClr val="F26B43"/>
          </p15:clr>
        </p15:guide>
        <p15:guide id="6" orient="horz" pos="3984" userDrawn="1">
          <p15:clr>
            <a:srgbClr val="F26B43"/>
          </p15:clr>
        </p15:guide>
      </p15:sldGuideLst>
    </p:ext>
  </p:extLst>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5.xml.rels><?xml version="1.0" encoding="UTF-8" standalone="yes"?>
<Relationships xmlns="http://schemas.openxmlformats.org/package/2006/relationships"><Relationship Id="rId2" Type="http://schemas.openxmlformats.org/officeDocument/2006/relationships/image" Target="../media/image1.png"/><Relationship Id="rId1" Type="http://schemas.openxmlformats.org/officeDocument/2006/relationships/slideLayout" Target="../slideLayouts/slideLayout5.xml"/></Relationships>
</file>

<file path=ppt/slides/_rels/slide6.xml.rels><?xml version="1.0" encoding="UTF-8" standalone="yes"?>
<Relationships xmlns="http://schemas.openxmlformats.org/package/2006/relationships"><Relationship Id="rId2" Type="http://schemas.openxmlformats.org/officeDocument/2006/relationships/image" Target="../media/image2.png"/><Relationship Id="rId1" Type="http://schemas.openxmlformats.org/officeDocument/2006/relationships/slideLayout" Target="../slideLayouts/slideLayout5.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5.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5.xml"/></Relationships>
</file>

<file path=ppt/slides/_rels/slide9.xml.rels><?xml version="1.0" encoding="UTF-8" standalone="yes"?>
<Relationships xmlns="http://schemas.openxmlformats.org/package/2006/relationships"><Relationship Id="rId2" Type="http://schemas.openxmlformats.org/officeDocument/2006/relationships/image" Target="../media/image3.png"/><Relationship Id="rId1" Type="http://schemas.openxmlformats.org/officeDocument/2006/relationships/slideLayout" Target="../slideLayouts/slideLayout5.xml"/></Relationships>
</file>

<file path=ppt/slides/_rels/slide10.xml.rels><?xml version="1.0" encoding="UTF-8" standalone="yes"?>
<Relationships xmlns="http://schemas.openxmlformats.org/package/2006/relationships"><Relationship Id="rId2" Type="http://schemas.openxmlformats.org/officeDocument/2006/relationships/image" Target="../media/image4.png"/><Relationship Id="rId1" Type="http://schemas.openxmlformats.org/officeDocument/2006/relationships/slideLayout" Target="../slideLayouts/slideLayout5.xml"/></Relationships>
</file>

<file path=ppt/slides/_rels/slide11.xml.rels><?xml version="1.0" encoding="UTF-8" standalone="yes"?>
<Relationships xmlns="http://schemas.openxmlformats.org/package/2006/relationships"><Relationship Id="rId2" Type="http://schemas.openxmlformats.org/officeDocument/2006/relationships/image" Target="../media/image5.png"/><Relationship Id="rId1" Type="http://schemas.openxmlformats.org/officeDocument/2006/relationships/slideLayout" Target="../slideLayouts/slideLayout5.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5.xml"/></Relationships>
</file>

<file path=ppt/slides/_rels/slide13.xml.rels><?xml version="1.0" encoding="UTF-8" standalone="yes"?>
<Relationships xmlns="http://schemas.openxmlformats.org/package/2006/relationships"><Relationship Id="rId2" Type="http://schemas.openxmlformats.org/officeDocument/2006/relationships/image" Target="../media/image6.png"/><Relationship Id="rId1" Type="http://schemas.openxmlformats.org/officeDocument/2006/relationships/slideLayout" Target="../slideLayouts/slideLayout5.xml"/></Relationships>
</file>

<file path=ppt/slides/_rels/slide14.xml.rels><?xml version="1.0" encoding="UTF-8" standalone="yes"?>
<Relationships xmlns="http://schemas.openxmlformats.org/package/2006/relationships"><Relationship Id="rId3" Type="http://schemas.openxmlformats.org/officeDocument/2006/relationships/image" Target="../media/image8.png"/><Relationship Id="rId2" Type="http://schemas.openxmlformats.org/officeDocument/2006/relationships/image" Target="../media/image7.png"/><Relationship Id="rId1" Type="http://schemas.openxmlformats.org/officeDocument/2006/relationships/slideLayout" Target="../slideLayouts/slideLayout5.xml"/></Relationships>
</file>

<file path=ppt/slides/_rels/slide15.xml.rels><?xml version="1.0" encoding="UTF-8" standalone="yes"?>
<Relationships xmlns="http://schemas.openxmlformats.org/package/2006/relationships"><Relationship Id="rId3" Type="http://schemas.openxmlformats.org/officeDocument/2006/relationships/image" Target="../media/image51.png"/><Relationship Id="rId2" Type="http://schemas.openxmlformats.org/officeDocument/2006/relationships/image" Target="../media/image9.png"/><Relationship Id="rId1" Type="http://schemas.openxmlformats.org/officeDocument/2006/relationships/slideLayout" Target="../slideLayouts/slideLayout5.xml"/></Relationships>
</file>

<file path=ppt/slides/_rels/slide16.xml.rels><?xml version="1.0" encoding="UTF-8" standalone="yes"?>
<Relationships xmlns="http://schemas.openxmlformats.org/package/2006/relationships"><Relationship Id="rId3" Type="http://schemas.openxmlformats.org/officeDocument/2006/relationships/image" Target="../media/image100.png"/><Relationship Id="rId2" Type="http://schemas.openxmlformats.org/officeDocument/2006/relationships/image" Target="../media/image10.png"/><Relationship Id="rId1" Type="http://schemas.openxmlformats.org/officeDocument/2006/relationships/slideLayout" Target="../slideLayouts/slideLayout5.xml"/></Relationships>
</file>

<file path=ppt/slides/_rels/slide17.xml.rels><?xml version="1.0" encoding="UTF-8" standalone="yes"?>
<Relationships xmlns="http://schemas.openxmlformats.org/package/2006/relationships"><Relationship Id="rId2" Type="http://schemas.openxmlformats.org/officeDocument/2006/relationships/image" Target="../media/image11.png"/><Relationship Id="rId1" Type="http://schemas.openxmlformats.org/officeDocument/2006/relationships/slideLayout" Target="../slideLayouts/slideLayout5.xml"/></Relationships>
</file>

<file path=ppt/slides/_rels/slide18.xml.rels><?xml version="1.0" encoding="UTF-8" standalone="yes"?>
<Relationships xmlns="http://schemas.openxmlformats.org/package/2006/relationships"><Relationship Id="rId2" Type="http://schemas.openxmlformats.org/officeDocument/2006/relationships/image" Target="../media/image12.png"/><Relationship Id="rId1" Type="http://schemas.openxmlformats.org/officeDocument/2006/relationships/slideLayout" Target="../slideLayouts/slideLayout5.xml"/></Relationships>
</file>

<file path=ppt/slides/_rels/slide19.xml.rels><?xml version="1.0" encoding="UTF-8" standalone="yes"?>
<Relationships xmlns="http://schemas.openxmlformats.org/package/2006/relationships"><Relationship Id="rId2" Type="http://schemas.openxmlformats.org/officeDocument/2006/relationships/image" Target="../media/image13.png"/><Relationship Id="rId1" Type="http://schemas.openxmlformats.org/officeDocument/2006/relationships/slideLayout" Target="../slideLayouts/slideLayout5.xml"/></Relationships>
</file>

<file path=ppt/slides/_rels/slide20.xml.rels><?xml version="1.0" encoding="UTF-8" standalone="yes"?>
<Relationships xmlns="http://schemas.openxmlformats.org/package/2006/relationships"><Relationship Id="rId2" Type="http://schemas.openxmlformats.org/officeDocument/2006/relationships/image" Target="../media/image14.png"/><Relationship Id="rId1" Type="http://schemas.openxmlformats.org/officeDocument/2006/relationships/slideLayout" Target="../slideLayouts/slideLayout5.xml"/></Relationships>
</file>

<file path=ppt/slides/_rels/slide21.xml.rels><?xml version="1.0" encoding="UTF-8" standalone="yes"?>
<Relationships xmlns="http://schemas.openxmlformats.org/package/2006/relationships"><Relationship Id="rId2" Type="http://schemas.openxmlformats.org/officeDocument/2006/relationships/image" Target="../media/image15.png"/><Relationship Id="rId1" Type="http://schemas.openxmlformats.org/officeDocument/2006/relationships/slideLayout" Target="../slideLayouts/slideLayout5.xml"/></Relationships>
</file>

<file path=ppt/slides/_rels/slide22.xml.rels><?xml version="1.0" encoding="UTF-8" standalone="yes"?>
<Relationships xmlns="http://schemas.openxmlformats.org/package/2006/relationships"><Relationship Id="rId1" Type="http://schemas.openxmlformats.org/officeDocument/2006/relationships/slideLayout" Target="../slideLayouts/slideLayout5.xml"/></Relationships>
</file>

<file path=ppt/slides/_rels/slide23.xml.rels><?xml version="1.0" encoding="UTF-8" standalone="yes"?>
<Relationships xmlns="http://schemas.openxmlformats.org/package/2006/relationships"><Relationship Id="rId2" Type="http://schemas.openxmlformats.org/officeDocument/2006/relationships/image" Target="../media/image19.png"/><Relationship Id="rId1" Type="http://schemas.openxmlformats.org/officeDocument/2006/relationships/slideLayout" Target="../slideLayouts/slideLayout5.xml"/></Relationships>
</file>

<file path=ppt/slides/_rels/slide24.xml.rels><?xml version="1.0" encoding="UTF-8" standalone="yes"?>
<Relationships xmlns="http://schemas.openxmlformats.org/package/2006/relationships"><Relationship Id="rId2" Type="http://schemas.openxmlformats.org/officeDocument/2006/relationships/image" Target="../media/image130.png"/><Relationship Id="rId1" Type="http://schemas.openxmlformats.org/officeDocument/2006/relationships/slideLayout" Target="../slideLayouts/slideLayout5.xml"/></Relationships>
</file>

<file path=ppt/slides/_rels/slide25.xml.rels><?xml version="1.0" encoding="UTF-8" standalone="yes"?>
<Relationships xmlns="http://schemas.openxmlformats.org/package/2006/relationships"><Relationship Id="rId2" Type="http://schemas.openxmlformats.org/officeDocument/2006/relationships/image" Target="../media/image30.png"/><Relationship Id="rId1" Type="http://schemas.openxmlformats.org/officeDocument/2006/relationships/slideLayout" Target="../slideLayouts/slideLayout5.xml"/></Relationships>
</file>

<file path=ppt/slides/_rels/slide26.xml.rels><?xml version="1.0" encoding="UTF-8" standalone="yes"?>
<Relationships xmlns="http://schemas.openxmlformats.org/package/2006/relationships"><Relationship Id="rId2" Type="http://schemas.openxmlformats.org/officeDocument/2006/relationships/image" Target="../media/image16.png"/><Relationship Id="rId1" Type="http://schemas.openxmlformats.org/officeDocument/2006/relationships/slideLayout" Target="../slideLayouts/slideLayout5.xml"/></Relationships>
</file>

<file path=ppt/slides/_rels/slide27.xml.rels><?xml version="1.0" encoding="UTF-8" standalone="yes"?>
<Relationships xmlns="http://schemas.openxmlformats.org/package/2006/relationships"><Relationship Id="rId2" Type="http://schemas.openxmlformats.org/officeDocument/2006/relationships/image" Target="../media/image17.png"/><Relationship Id="rId1" Type="http://schemas.openxmlformats.org/officeDocument/2006/relationships/slideLayout" Target="../slideLayouts/slideLayout5.xml"/></Relationships>
</file>

<file path=ppt/slides/_rels/slide28.xml.rels><?xml version="1.0" encoding="UTF-8" standalone="yes"?>
<Relationships xmlns="http://schemas.openxmlformats.org/package/2006/relationships"><Relationship Id="rId1" Type="http://schemas.openxmlformats.org/officeDocument/2006/relationships/slideLayout" Target="../slideLayouts/slideLayout5.xml"/></Relationships>
</file>

<file path=ppt/slides/_rels/slide29.xml.rels><?xml version="1.0" encoding="UTF-8" standalone="yes"?>
<Relationships xmlns="http://schemas.openxmlformats.org/package/2006/relationships"><Relationship Id="rId2" Type="http://schemas.openxmlformats.org/officeDocument/2006/relationships/image" Target="../media/image150.png"/><Relationship Id="rId1" Type="http://schemas.openxmlformats.org/officeDocument/2006/relationships/slideLayout" Target="../slideLayouts/slideLayout5.xml"/></Relationships>
</file>

<file path=ppt/slides/_rels/slide30.xml.rels><?xml version="1.0" encoding="UTF-8" standalone="yes"?>
<Relationships xmlns="http://schemas.openxmlformats.org/package/2006/relationships"><Relationship Id="rId1" Type="http://schemas.openxmlformats.org/officeDocument/2006/relationships/slideLayout" Target="../slideLayouts/slideLayout5.xml"/></Relationships>
</file>

<file path=ppt/slides/_rels/slide31.xml.rels><?xml version="1.0" encoding="UTF-8" standalone="yes"?>
<Relationships xmlns="http://schemas.openxmlformats.org/package/2006/relationships"><Relationship Id="rId1" Type="http://schemas.openxmlformats.org/officeDocument/2006/relationships/slideLayout" Target="../slideLayouts/slideLayout6.xml"/></Relationships>
</file>

<file path=ppt/slides/_rels/slide32.xml.rels><?xml version="1.0" encoding="UTF-8" standalone="yes"?>
<Relationships xmlns="http://schemas.openxmlformats.org/package/2006/relationships"><Relationship Id="rId2" Type="http://schemas.openxmlformats.org/officeDocument/2006/relationships/image" Target="../media/image160.png"/><Relationship Id="rId1" Type="http://schemas.openxmlformats.org/officeDocument/2006/relationships/slideLayout" Target="../slideLayouts/slideLayout5.xml"/></Relationships>
</file>

<file path=ppt/slides/_rels/slide33.xml.rels><?xml version="1.0" encoding="UTF-8" standalone="yes"?>
<Relationships xmlns="http://schemas.openxmlformats.org/package/2006/relationships"><Relationship Id="rId1" Type="http://schemas.openxmlformats.org/officeDocument/2006/relationships/slideLayout" Target="../slideLayouts/slideLayout5.xml"/></Relationships>
</file>

<file path=ppt/slides/_rels/slide34.xml.rels><?xml version="1.0" encoding="UTF-8" standalone="yes"?>
<Relationships xmlns="http://schemas.openxmlformats.org/package/2006/relationships"><Relationship Id="rId3" Type="http://schemas.openxmlformats.org/officeDocument/2006/relationships/image" Target="../media/image18.png"/><Relationship Id="rId2" Type="http://schemas.openxmlformats.org/officeDocument/2006/relationships/image" Target="../media/image140.png"/><Relationship Id="rId1" Type="http://schemas.openxmlformats.org/officeDocument/2006/relationships/slideLayout" Target="../slideLayouts/slideLayout5.xml"/></Relationships>
</file>

<file path=ppt/slides/_rels/slide35.xml.rels><?xml version="1.0" encoding="UTF-8" standalone="yes"?>
<Relationships xmlns="http://schemas.openxmlformats.org/package/2006/relationships"><Relationship Id="rId1" Type="http://schemas.openxmlformats.org/officeDocument/2006/relationships/slideLayout" Target="../slideLayouts/slideLayout5.xml"/></Relationships>
</file>

<file path=ppt/slides/_rels/slide36.xml.rels><?xml version="1.0" encoding="UTF-8" standalone="yes"?>
<Relationships xmlns="http://schemas.openxmlformats.org/package/2006/relationships"><Relationship Id="rId1" Type="http://schemas.openxmlformats.org/officeDocument/2006/relationships/slideLayout" Target="../slideLayouts/slideLayout18.xml"/></Relationships>
</file>

<file path=ppt/slides/slide1.xml><?xml version="1.0" encoding="utf-8"?>
<p:sld xmlns:a="http://schemas.openxmlformats.org/drawingml/2006/main" xmlns:r="http://schemas.openxmlformats.org/officeDocument/2006/relationships" xmlns:p="http://schemas.openxmlformats.org/presentationml/2006/main">
  <p:cSld>
    <p:bg>
      <p:bgPr>
        <a:solidFill>
          <a:schemeClr val="accent2"/>
        </a:solidFill>
        <a:effectLst/>
      </p:bgPr>
    </p:bg>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632BE5BF-9922-45FB-8F3F-4446D40A051B}"/>
              </a:ext>
            </a:extLst>
          </p:cNvPr>
          <p:cNvSpPr>
            <a:spLocks noGrp="1"/>
          </p:cNvSpPr>
          <p:nvPr>
            <p:ph type="ctrTitle"/>
          </p:nvPr>
        </p:nvSpPr>
        <p:spPr>
          <a:xfrm>
            <a:off x="3086452" y="1402197"/>
            <a:ext cx="7077456" cy="1243584"/>
          </a:xfrm>
        </p:spPr>
        <p:txBody>
          <a:bodyPr/>
          <a:lstStyle/>
          <a:p>
            <a:r>
              <a:rPr lang="en-US" sz="5400" dirty="0">
                <a:latin typeface="Times New Roman" panose="02020603050405020304" pitchFamily="18" charset="0"/>
                <a:cs typeface="Times New Roman" panose="02020603050405020304" pitchFamily="18" charset="0"/>
              </a:rPr>
              <a:t>ANOVA and T-test</a:t>
            </a:r>
          </a:p>
        </p:txBody>
      </p:sp>
      <p:sp>
        <p:nvSpPr>
          <p:cNvPr id="3" name="Subtitle 2">
            <a:extLst>
              <a:ext uri="{FF2B5EF4-FFF2-40B4-BE49-F238E27FC236}">
                <a16:creationId xmlns:a16="http://schemas.microsoft.com/office/drawing/2014/main" id="{0D537F64-4C96-4AA8-BB21-E8053A3186DD}"/>
              </a:ext>
            </a:extLst>
          </p:cNvPr>
          <p:cNvSpPr>
            <a:spLocks noGrp="1"/>
          </p:cNvSpPr>
          <p:nvPr>
            <p:ph type="subTitle" idx="1"/>
          </p:nvPr>
        </p:nvSpPr>
        <p:spPr>
          <a:xfrm>
            <a:off x="4528036" y="3060776"/>
            <a:ext cx="3868616" cy="815223"/>
          </a:xfrm>
        </p:spPr>
        <p:txBody>
          <a:bodyPr>
            <a:normAutofit lnSpcReduction="10000"/>
          </a:bodyPr>
          <a:lstStyle/>
          <a:p>
            <a:pPr marL="0" indent="0">
              <a:buNone/>
            </a:pPr>
            <a:r>
              <a:rPr lang="en-US" sz="2400" dirty="0" err="1">
                <a:latin typeface="Times New Roman" panose="02020603050405020304" pitchFamily="18" charset="0"/>
                <a:cs typeface="Times New Roman" panose="02020603050405020304" pitchFamily="18" charset="0"/>
              </a:rPr>
              <a:t>Gopika</a:t>
            </a:r>
            <a:r>
              <a:rPr lang="en-US" sz="2400" dirty="0">
                <a:latin typeface="Times New Roman" panose="02020603050405020304" pitchFamily="18" charset="0"/>
                <a:cs typeface="Times New Roman" panose="02020603050405020304" pitchFamily="18" charset="0"/>
              </a:rPr>
              <a:t> Dinesh K C</a:t>
            </a:r>
          </a:p>
          <a:p>
            <a:pPr marL="0" indent="0">
              <a:buNone/>
            </a:pPr>
            <a:r>
              <a:rPr lang="en-US" sz="2000" dirty="0">
                <a:latin typeface="Times New Roman" panose="02020603050405020304" pitchFamily="18" charset="0"/>
                <a:cs typeface="Times New Roman" panose="02020603050405020304" pitchFamily="18" charset="0"/>
              </a:rPr>
              <a:t>AM.PS.R4MAT24001</a:t>
            </a:r>
          </a:p>
          <a:p>
            <a:pPr marL="0" indent="0">
              <a:buNone/>
            </a:pPr>
            <a:endParaRPr lang="en-US" sz="2000" dirty="0">
              <a:latin typeface="Times New Roman" panose="02020603050405020304" pitchFamily="18" charset="0"/>
              <a:cs typeface="Times New Roman" panose="02020603050405020304" pitchFamily="18" charset="0"/>
            </a:endParaRPr>
          </a:p>
          <a:p>
            <a:pPr marL="0" indent="0">
              <a:buNone/>
            </a:pPr>
            <a:endParaRPr lang="en-US" dirty="0"/>
          </a:p>
        </p:txBody>
      </p:sp>
      <p:sp>
        <p:nvSpPr>
          <p:cNvPr id="4" name="TextBox 3"/>
          <p:cNvSpPr txBox="1"/>
          <p:nvPr/>
        </p:nvSpPr>
        <p:spPr>
          <a:xfrm>
            <a:off x="5134706" y="5246774"/>
            <a:ext cx="3261946" cy="461665"/>
          </a:xfrm>
          <a:prstGeom prst="rect">
            <a:avLst/>
          </a:prstGeom>
          <a:noFill/>
        </p:spPr>
        <p:txBody>
          <a:bodyPr wrap="square" rtlCol="0">
            <a:spAutoFit/>
          </a:bodyPr>
          <a:lstStyle/>
          <a:p>
            <a:r>
              <a:rPr lang="en-US" sz="2400" dirty="0">
                <a:solidFill>
                  <a:schemeClr val="bg1"/>
                </a:solidFill>
                <a:latin typeface="Times New Roman" panose="02020603050405020304" pitchFamily="18" charset="0"/>
                <a:cs typeface="Times New Roman" panose="02020603050405020304" pitchFamily="18" charset="0"/>
              </a:rPr>
              <a:t>30 October 2024</a:t>
            </a:r>
          </a:p>
        </p:txBody>
      </p:sp>
      <p:sp>
        <p:nvSpPr>
          <p:cNvPr id="6" name="TextBox 5"/>
          <p:cNvSpPr txBox="1"/>
          <p:nvPr/>
        </p:nvSpPr>
        <p:spPr>
          <a:xfrm>
            <a:off x="2875086" y="4254772"/>
            <a:ext cx="7288822" cy="461665"/>
          </a:xfrm>
          <a:prstGeom prst="rect">
            <a:avLst/>
          </a:prstGeom>
          <a:noFill/>
        </p:spPr>
        <p:txBody>
          <a:bodyPr wrap="square" rtlCol="0">
            <a:spAutoFit/>
          </a:bodyPr>
          <a:lstStyle/>
          <a:p>
            <a:r>
              <a:rPr lang="en-US" sz="2400" dirty="0">
                <a:solidFill>
                  <a:schemeClr val="bg1"/>
                </a:solidFill>
                <a:latin typeface="Times New Roman" panose="02020603050405020304" pitchFamily="18" charset="0"/>
                <a:cs typeface="Times New Roman" panose="02020603050405020304" pitchFamily="18" charset="0"/>
              </a:rPr>
              <a:t>Course Title: Research Methodology in Applied Sciences</a:t>
            </a:r>
          </a:p>
        </p:txBody>
      </p:sp>
    </p:spTree>
    <p:extLst>
      <p:ext uri="{BB962C8B-B14F-4D97-AF65-F5344CB8AC3E}">
        <p14:creationId xmlns:p14="http://schemas.microsoft.com/office/powerpoint/2010/main" val="3946934594"/>
      </p:ext>
    </p:extLst>
  </p:cSld>
  <p:clrMapOvr>
    <a:masterClrMapping/>
  </p:clrMapOvr>
  <p:transition spd="slow">
    <p:wipe/>
  </p:transition>
</p:sld>
</file>

<file path=ppt/slides/slide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ext Placeholder 1">
            <a:extLst>
              <a:ext uri="{FF2B5EF4-FFF2-40B4-BE49-F238E27FC236}">
                <a16:creationId xmlns:a16="http://schemas.microsoft.com/office/drawing/2014/main" id="{45A43791-3E8B-26D8-CE82-C5C8913727EA}"/>
              </a:ext>
            </a:extLst>
          </p:cNvPr>
          <p:cNvSpPr>
            <a:spLocks noGrp="1"/>
          </p:cNvSpPr>
          <p:nvPr>
            <p:ph type="body" idx="1"/>
          </p:nvPr>
        </p:nvSpPr>
        <p:spPr/>
        <p:txBody>
          <a:bodyPr/>
          <a:lstStyle/>
          <a:p>
            <a:endParaRPr lang="en-US"/>
          </a:p>
        </p:txBody>
      </p:sp>
      <p:sp>
        <p:nvSpPr>
          <p:cNvPr id="3" name="Slide Number Placeholder 2">
            <a:extLst>
              <a:ext uri="{FF2B5EF4-FFF2-40B4-BE49-F238E27FC236}">
                <a16:creationId xmlns:a16="http://schemas.microsoft.com/office/drawing/2014/main" id="{5652BCC4-BC73-C8A7-A6A1-99E88EC8D729}"/>
              </a:ext>
            </a:extLst>
          </p:cNvPr>
          <p:cNvSpPr>
            <a:spLocks noGrp="1"/>
          </p:cNvSpPr>
          <p:nvPr>
            <p:ph type="sldNum" sz="quarter" idx="12"/>
          </p:nvPr>
        </p:nvSpPr>
        <p:spPr/>
        <p:txBody>
          <a:bodyPr/>
          <a:lstStyle/>
          <a:p>
            <a:fld id="{C263D6C4-4840-40CC-AC84-17E24B3B7BDE}" type="slidenum">
              <a:rPr lang="en-US" noProof="0" smtClean="0"/>
              <a:pPr/>
              <a:t>2</a:t>
            </a:fld>
            <a:endParaRPr lang="en-US" noProof="0" dirty="0"/>
          </a:p>
        </p:txBody>
      </p:sp>
      <p:sp>
        <p:nvSpPr>
          <p:cNvPr id="4" name="Title 3">
            <a:extLst>
              <a:ext uri="{FF2B5EF4-FFF2-40B4-BE49-F238E27FC236}">
                <a16:creationId xmlns:a16="http://schemas.microsoft.com/office/drawing/2014/main" id="{1A64FF48-ACA7-B0C3-B60C-3D2340FDA0AB}"/>
              </a:ext>
            </a:extLst>
          </p:cNvPr>
          <p:cNvSpPr>
            <a:spLocks noGrp="1"/>
          </p:cNvSpPr>
          <p:nvPr>
            <p:ph type="title"/>
          </p:nvPr>
        </p:nvSpPr>
        <p:spPr/>
        <p:txBody>
          <a:bodyPr/>
          <a:lstStyle/>
          <a:p>
            <a:endParaRPr lang="en-US"/>
          </a:p>
        </p:txBody>
      </p:sp>
    </p:spTree>
    <p:extLst>
      <p:ext uri="{BB962C8B-B14F-4D97-AF65-F5344CB8AC3E}">
        <p14:creationId xmlns:p14="http://schemas.microsoft.com/office/powerpoint/2010/main" val="3234971420"/>
      </p:ext>
    </p:extLst>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Title 3">
            <a:extLst>
              <a:ext uri="{FF2B5EF4-FFF2-40B4-BE49-F238E27FC236}">
                <a16:creationId xmlns:a16="http://schemas.microsoft.com/office/drawing/2014/main" id="{E3BD8413-C238-49D7-A4E1-E8FEF1811A0E}"/>
              </a:ext>
            </a:extLst>
          </p:cNvPr>
          <p:cNvSpPr>
            <a:spLocks noGrp="1"/>
          </p:cNvSpPr>
          <p:nvPr>
            <p:ph type="title"/>
          </p:nvPr>
        </p:nvSpPr>
        <p:spPr>
          <a:xfrm>
            <a:off x="594711" y="1134208"/>
            <a:ext cx="7781544" cy="859055"/>
          </a:xfrm>
        </p:spPr>
        <p:txBody>
          <a:bodyPr/>
          <a:lstStyle/>
          <a:p>
            <a:r>
              <a:rPr lang="en-US" dirty="0"/>
              <a:t>Contents</a:t>
            </a:r>
          </a:p>
        </p:txBody>
      </p:sp>
      <p:sp>
        <p:nvSpPr>
          <p:cNvPr id="2" name="Slide Number Placeholder 1">
            <a:extLst>
              <a:ext uri="{FF2B5EF4-FFF2-40B4-BE49-F238E27FC236}">
                <a16:creationId xmlns:a16="http://schemas.microsoft.com/office/drawing/2014/main" id="{0B24BF10-2B55-43AB-9F77-F1A1410384A9}"/>
              </a:ext>
            </a:extLst>
          </p:cNvPr>
          <p:cNvSpPr>
            <a:spLocks noGrp="1"/>
          </p:cNvSpPr>
          <p:nvPr>
            <p:ph type="sldNum" sz="quarter" idx="12"/>
          </p:nvPr>
        </p:nvSpPr>
        <p:spPr/>
        <p:txBody>
          <a:bodyPr/>
          <a:lstStyle/>
          <a:p>
            <a:fld id="{C263D6C4-4840-40CC-AC84-17E24B3B7BDE}" type="slidenum">
              <a:rPr lang="en-US" smtClean="0"/>
              <a:pPr/>
              <a:t>3</a:t>
            </a:fld>
            <a:endParaRPr lang="en-US" dirty="0"/>
          </a:p>
        </p:txBody>
      </p:sp>
      <p:sp>
        <p:nvSpPr>
          <p:cNvPr id="6" name="TextBox 5"/>
          <p:cNvSpPr txBox="1"/>
          <p:nvPr/>
        </p:nvSpPr>
        <p:spPr>
          <a:xfrm>
            <a:off x="1688123" y="2699238"/>
            <a:ext cx="5846885" cy="2554545"/>
          </a:xfrm>
          <a:prstGeom prst="rect">
            <a:avLst/>
          </a:prstGeom>
          <a:noFill/>
        </p:spPr>
        <p:txBody>
          <a:bodyPr wrap="square" rtlCol="0">
            <a:spAutoFit/>
          </a:bodyPr>
          <a:lstStyle/>
          <a:p>
            <a:pPr marL="285750" indent="-285750">
              <a:buFont typeface="Courier New" panose="02070309020205020404" pitchFamily="49" charset="0"/>
              <a:buChar char="o"/>
            </a:pPr>
            <a:r>
              <a:rPr lang="en-US" sz="3200" dirty="0">
                <a:solidFill>
                  <a:schemeClr val="bg1"/>
                </a:solidFill>
                <a:latin typeface="Times New Roman" panose="02020603050405020304" pitchFamily="18" charset="0"/>
                <a:cs typeface="Times New Roman" panose="02020603050405020304" pitchFamily="18" charset="0"/>
              </a:rPr>
              <a:t>Introduction</a:t>
            </a:r>
          </a:p>
          <a:p>
            <a:pPr marL="285750" indent="-285750">
              <a:buFont typeface="Courier New" panose="02070309020205020404" pitchFamily="49" charset="0"/>
              <a:buChar char="o"/>
            </a:pPr>
            <a:endParaRPr lang="en-US" sz="3200" dirty="0">
              <a:solidFill>
                <a:schemeClr val="bg1"/>
              </a:solidFill>
              <a:latin typeface="Times New Roman" panose="02020603050405020304" pitchFamily="18" charset="0"/>
              <a:cs typeface="Times New Roman" panose="02020603050405020304" pitchFamily="18" charset="0"/>
            </a:endParaRPr>
          </a:p>
          <a:p>
            <a:pPr marL="285750" indent="-285750">
              <a:buFont typeface="Courier New" panose="02070309020205020404" pitchFamily="49" charset="0"/>
              <a:buChar char="o"/>
            </a:pPr>
            <a:r>
              <a:rPr lang="en-US" sz="3200" dirty="0">
                <a:solidFill>
                  <a:schemeClr val="bg1"/>
                </a:solidFill>
                <a:latin typeface="Times New Roman" panose="02020603050405020304" pitchFamily="18" charset="0"/>
                <a:cs typeface="Times New Roman" panose="02020603050405020304" pitchFamily="18" charset="0"/>
              </a:rPr>
              <a:t>ANOVA</a:t>
            </a:r>
          </a:p>
          <a:p>
            <a:pPr marL="285750" indent="-285750">
              <a:buFont typeface="Courier New" panose="02070309020205020404" pitchFamily="49" charset="0"/>
              <a:buChar char="o"/>
            </a:pPr>
            <a:endParaRPr lang="en-US" sz="3200" dirty="0">
              <a:solidFill>
                <a:schemeClr val="bg1"/>
              </a:solidFill>
              <a:latin typeface="Times New Roman" panose="02020603050405020304" pitchFamily="18" charset="0"/>
              <a:cs typeface="Times New Roman" panose="02020603050405020304" pitchFamily="18" charset="0"/>
            </a:endParaRPr>
          </a:p>
          <a:p>
            <a:pPr marL="285750" indent="-285750">
              <a:buFont typeface="Courier New" panose="02070309020205020404" pitchFamily="49" charset="0"/>
              <a:buChar char="o"/>
            </a:pPr>
            <a:r>
              <a:rPr lang="en-US" sz="3200" dirty="0">
                <a:solidFill>
                  <a:schemeClr val="bg1"/>
                </a:solidFill>
                <a:latin typeface="Times New Roman" panose="02020603050405020304" pitchFamily="18" charset="0"/>
                <a:cs typeface="Times New Roman" panose="02020603050405020304" pitchFamily="18" charset="0"/>
              </a:rPr>
              <a:t>T-test</a:t>
            </a:r>
          </a:p>
        </p:txBody>
      </p:sp>
    </p:spTree>
    <p:extLst>
      <p:ext uri="{BB962C8B-B14F-4D97-AF65-F5344CB8AC3E}">
        <p14:creationId xmlns:p14="http://schemas.microsoft.com/office/powerpoint/2010/main" val="2902794312"/>
      </p:ext>
    </p:extLst>
  </p:cSld>
  <p:clrMapOvr>
    <a:masterClrMapping/>
  </p:clrMapOvr>
  <mc:AlternateContent xmlns:mc="http://schemas.openxmlformats.org/markup-compatibility/2006" xmlns:p14="http://schemas.microsoft.com/office/powerpoint/2010/main">
    <mc:Choice Requires="p14">
      <p:transition spd="med" p14:dur="700">
        <p:fade/>
      </p:transition>
    </mc:Choice>
    <mc:Fallback xmlns="">
      <p:transition spd="med">
        <p:fade/>
      </p:transition>
    </mc:Fallback>
  </mc:AlternateContent>
</p:sld>
</file>

<file path=ppt/slides/slide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dirty="0">
                <a:latin typeface="Times New Roman" panose="02020603050405020304" pitchFamily="18" charset="0"/>
                <a:cs typeface="Times New Roman" panose="02020603050405020304" pitchFamily="18" charset="0"/>
              </a:rPr>
              <a:t>Introduction</a:t>
            </a:r>
          </a:p>
        </p:txBody>
      </p:sp>
      <p:sp>
        <p:nvSpPr>
          <p:cNvPr id="3" name="Slide Number Placeholder 2"/>
          <p:cNvSpPr>
            <a:spLocks noGrp="1"/>
          </p:cNvSpPr>
          <p:nvPr>
            <p:ph type="sldNum" sz="quarter" idx="12"/>
          </p:nvPr>
        </p:nvSpPr>
        <p:spPr/>
        <p:txBody>
          <a:bodyPr/>
          <a:lstStyle/>
          <a:p>
            <a:fld id="{C263D6C4-4840-40CC-AC84-17E24B3B7BDE}" type="slidenum">
              <a:rPr lang="en-US" noProof="0" smtClean="0"/>
              <a:pPr/>
              <a:t>4</a:t>
            </a:fld>
            <a:endParaRPr lang="en-US" noProof="0" dirty="0"/>
          </a:p>
        </p:txBody>
      </p:sp>
      <p:sp>
        <p:nvSpPr>
          <p:cNvPr id="5" name="TextBox 4"/>
          <p:cNvSpPr txBox="1"/>
          <p:nvPr/>
        </p:nvSpPr>
        <p:spPr>
          <a:xfrm>
            <a:off x="1389184" y="1899138"/>
            <a:ext cx="8959361" cy="3785652"/>
          </a:xfrm>
          <a:prstGeom prst="rect">
            <a:avLst/>
          </a:prstGeom>
          <a:noFill/>
        </p:spPr>
        <p:txBody>
          <a:bodyPr wrap="square" rtlCol="0">
            <a:spAutoFit/>
          </a:bodyPr>
          <a:lstStyle/>
          <a:p>
            <a:pPr marL="342900" indent="-342900">
              <a:buFont typeface="Arial" panose="020B0604020202020204" pitchFamily="34" charset="0"/>
              <a:buChar char="•"/>
            </a:pPr>
            <a:r>
              <a:rPr lang="en-US" sz="2400" b="1" dirty="0">
                <a:solidFill>
                  <a:schemeClr val="bg1"/>
                </a:solidFill>
                <a:latin typeface="Times New Roman" panose="02020603050405020304" pitchFamily="18" charset="0"/>
                <a:cs typeface="Times New Roman" panose="02020603050405020304" pitchFamily="18" charset="0"/>
              </a:rPr>
              <a:t>Sample: </a:t>
            </a:r>
            <a:r>
              <a:rPr lang="en-US" sz="2400" dirty="0">
                <a:solidFill>
                  <a:schemeClr val="bg1"/>
                </a:solidFill>
                <a:latin typeface="Times New Roman" panose="02020603050405020304" pitchFamily="18" charset="0"/>
                <a:cs typeface="Times New Roman" panose="02020603050405020304" pitchFamily="18" charset="0"/>
              </a:rPr>
              <a:t>A subset or small portion of data that is used to make inference about the whole data.</a:t>
            </a:r>
          </a:p>
          <a:p>
            <a:pPr marL="342900" indent="-342900">
              <a:buFont typeface="Arial" panose="020B0604020202020204" pitchFamily="34" charset="0"/>
              <a:buChar char="•"/>
            </a:pPr>
            <a:endParaRPr lang="en-US" sz="2400" b="1" dirty="0">
              <a:solidFill>
                <a:schemeClr val="bg1"/>
              </a:solidFill>
              <a:latin typeface="Times New Roman" panose="02020603050405020304" pitchFamily="18" charset="0"/>
              <a:cs typeface="Times New Roman" panose="02020603050405020304" pitchFamily="18" charset="0"/>
            </a:endParaRPr>
          </a:p>
          <a:p>
            <a:pPr marL="342900" indent="-342900">
              <a:buFont typeface="Arial" panose="020B0604020202020204" pitchFamily="34" charset="0"/>
              <a:buChar char="•"/>
            </a:pPr>
            <a:r>
              <a:rPr lang="en-US" sz="2400" b="1" dirty="0">
                <a:solidFill>
                  <a:schemeClr val="bg1"/>
                </a:solidFill>
                <a:latin typeface="Times New Roman" panose="02020603050405020304" pitchFamily="18" charset="0"/>
                <a:cs typeface="Times New Roman" panose="02020603050405020304" pitchFamily="18" charset="0"/>
              </a:rPr>
              <a:t>Hypothesis Testing: </a:t>
            </a:r>
            <a:r>
              <a:rPr lang="en-US" sz="2400" dirty="0">
                <a:solidFill>
                  <a:schemeClr val="bg1"/>
                </a:solidFill>
                <a:latin typeface="Times New Roman" panose="02020603050405020304" pitchFamily="18" charset="0"/>
                <a:cs typeface="Times New Roman" panose="02020603050405020304" pitchFamily="18" charset="0"/>
              </a:rPr>
              <a:t>A statistical hypothesis is usually a statement about a set of parameters of a population distribution.</a:t>
            </a:r>
            <a:r>
              <a:rPr lang="en-US" dirty="0"/>
              <a:t> </a:t>
            </a:r>
            <a:r>
              <a:rPr lang="en-US" sz="2400" dirty="0">
                <a:solidFill>
                  <a:schemeClr val="bg1"/>
                </a:solidFill>
                <a:latin typeface="Times New Roman" panose="02020603050405020304" pitchFamily="18" charset="0"/>
                <a:cs typeface="Times New Roman" panose="02020603050405020304" pitchFamily="18" charset="0"/>
              </a:rPr>
              <a:t>The objective of a statistical test is not to explicitly determine whether or not H</a:t>
            </a:r>
            <a:r>
              <a:rPr lang="en-US" sz="1400" dirty="0">
                <a:solidFill>
                  <a:schemeClr val="bg1"/>
                </a:solidFill>
                <a:latin typeface="Times New Roman" panose="02020603050405020304" pitchFamily="18" charset="0"/>
                <a:cs typeface="Times New Roman" panose="02020603050405020304" pitchFamily="18" charset="0"/>
              </a:rPr>
              <a:t>0 </a:t>
            </a:r>
            <a:r>
              <a:rPr lang="en-US" sz="2400" dirty="0">
                <a:solidFill>
                  <a:schemeClr val="bg1"/>
                </a:solidFill>
                <a:latin typeface="Times New Roman" panose="02020603050405020304" pitchFamily="18" charset="0"/>
                <a:cs typeface="Times New Roman" panose="02020603050405020304" pitchFamily="18" charset="0"/>
              </a:rPr>
              <a:t>(Null Hypothesis) is true but rather to determine if its validity is consistent with the resultant data.</a:t>
            </a:r>
          </a:p>
          <a:p>
            <a:pPr marL="342900" indent="-342900">
              <a:buFont typeface="Arial" panose="020B0604020202020204" pitchFamily="34" charset="0"/>
              <a:buChar char="•"/>
            </a:pPr>
            <a:endParaRPr lang="en-US" sz="2400" b="1" dirty="0">
              <a:solidFill>
                <a:schemeClr val="bg1"/>
              </a:solidFill>
              <a:latin typeface="Times New Roman" panose="02020603050405020304" pitchFamily="18" charset="0"/>
              <a:cs typeface="Times New Roman" panose="02020603050405020304" pitchFamily="18" charset="0"/>
            </a:endParaRPr>
          </a:p>
          <a:p>
            <a:r>
              <a:rPr lang="en-US" sz="2400" b="1" dirty="0">
                <a:solidFill>
                  <a:schemeClr val="bg1"/>
                </a:solidFill>
                <a:latin typeface="Times New Roman" panose="02020603050405020304" pitchFamily="18" charset="0"/>
                <a:cs typeface="Times New Roman" panose="02020603050405020304" pitchFamily="18" charset="0"/>
              </a:rPr>
              <a:t>                </a:t>
            </a:r>
          </a:p>
        </p:txBody>
      </p:sp>
    </p:spTree>
    <p:extLst>
      <p:ext uri="{BB962C8B-B14F-4D97-AF65-F5344CB8AC3E}">
        <p14:creationId xmlns:p14="http://schemas.microsoft.com/office/powerpoint/2010/main" val="4116124292"/>
      </p:ext>
    </p:extLst>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dirty="0">
                <a:latin typeface="Times New Roman" panose="02020603050405020304" pitchFamily="18" charset="0"/>
                <a:cs typeface="Times New Roman" panose="02020603050405020304" pitchFamily="18" charset="0"/>
              </a:rPr>
              <a:t>F-Test</a:t>
            </a:r>
          </a:p>
        </p:txBody>
      </p:sp>
      <p:sp>
        <p:nvSpPr>
          <p:cNvPr id="3" name="Slide Number Placeholder 2"/>
          <p:cNvSpPr>
            <a:spLocks noGrp="1"/>
          </p:cNvSpPr>
          <p:nvPr>
            <p:ph type="sldNum" sz="quarter" idx="12"/>
          </p:nvPr>
        </p:nvSpPr>
        <p:spPr/>
        <p:txBody>
          <a:bodyPr/>
          <a:lstStyle/>
          <a:p>
            <a:fld id="{C263D6C4-4840-40CC-AC84-17E24B3B7BDE}" type="slidenum">
              <a:rPr lang="en-US" noProof="0" smtClean="0"/>
              <a:pPr/>
              <a:t>5</a:t>
            </a:fld>
            <a:endParaRPr lang="en-US" noProof="0" dirty="0"/>
          </a:p>
        </p:txBody>
      </p:sp>
      <mc:AlternateContent xmlns:mc="http://schemas.openxmlformats.org/markup-compatibility/2006" xmlns:a14="http://schemas.microsoft.com/office/drawing/2010/main">
        <mc:Choice Requires="a14">
          <p:sp>
            <p:nvSpPr>
              <p:cNvPr id="4" name="Text Placeholder 3"/>
              <p:cNvSpPr>
                <a:spLocks noGrp="1"/>
              </p:cNvSpPr>
              <p:nvPr>
                <p:ph type="body" sz="quarter" idx="13"/>
              </p:nvPr>
            </p:nvSpPr>
            <p:spPr>
              <a:xfrm>
                <a:off x="444500" y="1625385"/>
                <a:ext cx="7943362" cy="4093243"/>
              </a:xfrm>
            </p:spPr>
            <p:txBody>
              <a:bodyPr/>
              <a:lstStyle/>
              <a:p>
                <a:r>
                  <a:rPr lang="en-US" sz="2400" dirty="0">
                    <a:latin typeface="Times New Roman" panose="02020603050405020304" pitchFamily="18" charset="0"/>
                    <a:cs typeface="Times New Roman" panose="02020603050405020304" pitchFamily="18" charset="0"/>
                  </a:rPr>
                  <a:t>F test uses  f test statistic to check whether the variances of two samples (or populations) are equal.</a:t>
                </a:r>
              </a:p>
              <a:p>
                <a:pPr marL="0" indent="0">
                  <a:buNone/>
                </a:pPr>
                <a:endParaRPr lang="en-US" sz="2400" dirty="0">
                  <a:latin typeface="Times New Roman" panose="02020603050405020304" pitchFamily="18" charset="0"/>
                  <a:cs typeface="Times New Roman" panose="02020603050405020304" pitchFamily="18" charset="0"/>
                </a:endParaRPr>
              </a:p>
              <a:p>
                <a:pPr fontAlgn="base"/>
                <a:r>
                  <a:rPr lang="en-US" sz="2400" b="1" dirty="0">
                    <a:latin typeface="Times New Roman" panose="02020603050405020304" pitchFamily="18" charset="0"/>
                    <a:cs typeface="Times New Roman" panose="02020603050405020304" pitchFamily="18" charset="0"/>
                  </a:rPr>
                  <a:t>Left Tailed Test:</a:t>
                </a:r>
                <a:endParaRPr lang="en-US" sz="2400" dirty="0">
                  <a:latin typeface="Times New Roman" panose="02020603050405020304" pitchFamily="18" charset="0"/>
                  <a:cs typeface="Times New Roman" panose="02020603050405020304" pitchFamily="18" charset="0"/>
                </a:endParaRPr>
              </a:p>
              <a:p>
                <a:pPr marL="0" indent="0" fontAlgn="base">
                  <a:buNone/>
                </a:pPr>
                <a:r>
                  <a:rPr lang="en-US" sz="2000" dirty="0">
                    <a:latin typeface="Times New Roman" panose="02020603050405020304" pitchFamily="18" charset="0"/>
                    <a:cs typeface="Times New Roman" panose="02020603050405020304" pitchFamily="18" charset="0"/>
                  </a:rPr>
                  <a:t>    Null Hypothesis: H</a:t>
                </a:r>
                <a:r>
                  <a:rPr lang="en-US" sz="1100" dirty="0">
                    <a:latin typeface="Times New Roman" panose="02020603050405020304" pitchFamily="18" charset="0"/>
                    <a:cs typeface="Times New Roman" panose="02020603050405020304" pitchFamily="18" charset="0"/>
                  </a:rPr>
                  <a:t>0</a:t>
                </a:r>
                <a:r>
                  <a:rPr lang="en-US" sz="2000" dirty="0">
                    <a:latin typeface="Times New Roman" panose="02020603050405020304" pitchFamily="18" charset="0"/>
                    <a:cs typeface="Times New Roman" panose="02020603050405020304" pitchFamily="18" charset="0"/>
                  </a:rPr>
                  <a:t> : </a:t>
                </a:r>
                <a14:m>
                  <m:oMath xmlns:m="http://schemas.openxmlformats.org/officeDocument/2006/math">
                    <m:sSup>
                      <m:sSupPr>
                        <m:ctrlPr>
                          <a:rPr lang="el-GR" sz="2000" i="1" dirty="0" smtClean="0">
                            <a:latin typeface="Cambria Math" panose="02040503050406030204" pitchFamily="18" charset="0"/>
                            <a:cs typeface="Times New Roman" panose="02020603050405020304" pitchFamily="18" charset="0"/>
                          </a:rPr>
                        </m:ctrlPr>
                      </m:sSupPr>
                      <m:e>
                        <m:r>
                          <m:rPr>
                            <m:nor/>
                          </m:rPr>
                          <a:rPr lang="el-GR" sz="2000" dirty="0">
                            <a:latin typeface="Times New Roman" panose="02020603050405020304" pitchFamily="18" charset="0"/>
                            <a:cs typeface="Times New Roman" panose="02020603050405020304" pitchFamily="18" charset="0"/>
                          </a:rPr>
                          <m:t>σ</m:t>
                        </m:r>
                        <m:r>
                          <m:rPr>
                            <m:nor/>
                          </m:rPr>
                          <a:rPr lang="en-US" sz="1200" dirty="0">
                            <a:latin typeface="Times New Roman" panose="02020603050405020304" pitchFamily="18" charset="0"/>
                            <a:cs typeface="Times New Roman" panose="02020603050405020304" pitchFamily="18" charset="0"/>
                          </a:rPr>
                          <m:t>1</m:t>
                        </m:r>
                      </m:e>
                      <m:sup>
                        <m:r>
                          <a:rPr lang="en-US" sz="2000" b="0" i="1" dirty="0" smtClean="0">
                            <a:latin typeface="Cambria Math" panose="02040503050406030204" pitchFamily="18" charset="0"/>
                            <a:cs typeface="Times New Roman" panose="02020603050405020304" pitchFamily="18" charset="0"/>
                          </a:rPr>
                          <m:t>2</m:t>
                        </m:r>
                      </m:sup>
                    </m:sSup>
                  </m:oMath>
                </a14:m>
                <a:r>
                  <a:rPr lang="el-GR" sz="2000" dirty="0">
                    <a:latin typeface="Times New Roman" panose="02020603050405020304" pitchFamily="18" charset="0"/>
                    <a:cs typeface="Times New Roman" panose="02020603050405020304" pitchFamily="18" charset="0"/>
                  </a:rPr>
                  <a:t>= </a:t>
                </a:r>
                <a14:m>
                  <m:oMath xmlns:m="http://schemas.openxmlformats.org/officeDocument/2006/math">
                    <m:sSup>
                      <m:sSupPr>
                        <m:ctrlPr>
                          <a:rPr lang="el-GR" sz="2000" i="1" dirty="0" smtClean="0">
                            <a:latin typeface="Cambria Math" panose="02040503050406030204" pitchFamily="18" charset="0"/>
                            <a:cs typeface="Times New Roman" panose="02020603050405020304" pitchFamily="18" charset="0"/>
                          </a:rPr>
                        </m:ctrlPr>
                      </m:sSupPr>
                      <m:e>
                        <m:r>
                          <m:rPr>
                            <m:nor/>
                          </m:rPr>
                          <a:rPr lang="el-GR" sz="2000" dirty="0">
                            <a:latin typeface="Times New Roman" panose="02020603050405020304" pitchFamily="18" charset="0"/>
                            <a:cs typeface="Times New Roman" panose="02020603050405020304" pitchFamily="18" charset="0"/>
                          </a:rPr>
                          <m:t>σ</m:t>
                        </m:r>
                        <m:r>
                          <m:rPr>
                            <m:nor/>
                          </m:rPr>
                          <a:rPr lang="en-US" sz="1200" dirty="0">
                            <a:latin typeface="Times New Roman" panose="02020603050405020304" pitchFamily="18" charset="0"/>
                            <a:cs typeface="Times New Roman" panose="02020603050405020304" pitchFamily="18" charset="0"/>
                          </a:rPr>
                          <m:t>2</m:t>
                        </m:r>
                        <m:r>
                          <m:rPr>
                            <m:nor/>
                          </m:rPr>
                          <a:rPr lang="el-GR" sz="2000" dirty="0">
                            <a:latin typeface="Times New Roman" panose="02020603050405020304" pitchFamily="18" charset="0"/>
                            <a:cs typeface="Times New Roman" panose="02020603050405020304" pitchFamily="18" charset="0"/>
                          </a:rPr>
                          <m:t> </m:t>
                        </m:r>
                      </m:e>
                      <m:sup>
                        <m:r>
                          <a:rPr lang="en-US" sz="2000" b="0" i="1" dirty="0" smtClean="0">
                            <a:latin typeface="Cambria Math" panose="02040503050406030204" pitchFamily="18" charset="0"/>
                            <a:cs typeface="Times New Roman" panose="02020603050405020304" pitchFamily="18" charset="0"/>
                          </a:rPr>
                          <m:t>2</m:t>
                        </m:r>
                      </m:sup>
                    </m:sSup>
                  </m:oMath>
                </a14:m>
                <a:endParaRPr lang="el-GR" sz="2000" dirty="0">
                  <a:latin typeface="Times New Roman" panose="02020603050405020304" pitchFamily="18" charset="0"/>
                  <a:cs typeface="Times New Roman" panose="02020603050405020304" pitchFamily="18" charset="0"/>
                </a:endParaRPr>
              </a:p>
              <a:p>
                <a:pPr marL="0" indent="0" fontAlgn="base">
                  <a:buNone/>
                </a:pPr>
                <a:r>
                  <a:rPr lang="en-US" sz="2000" dirty="0">
                    <a:latin typeface="Times New Roman" panose="02020603050405020304" pitchFamily="18" charset="0"/>
                    <a:cs typeface="Times New Roman" panose="02020603050405020304" pitchFamily="18" charset="0"/>
                  </a:rPr>
                  <a:t>    Alternate Hypothesis: H</a:t>
                </a:r>
                <a:r>
                  <a:rPr lang="en-US" sz="1200" dirty="0">
                    <a:latin typeface="Times New Roman" panose="02020603050405020304" pitchFamily="18" charset="0"/>
                    <a:cs typeface="Times New Roman" panose="02020603050405020304" pitchFamily="18" charset="0"/>
                  </a:rPr>
                  <a:t>1</a:t>
                </a:r>
                <a:r>
                  <a:rPr lang="en-US" sz="2000" dirty="0">
                    <a:latin typeface="Times New Roman" panose="02020603050405020304" pitchFamily="18" charset="0"/>
                    <a:cs typeface="Times New Roman" panose="02020603050405020304" pitchFamily="18" charset="0"/>
                  </a:rPr>
                  <a:t> :  </a:t>
                </a:r>
                <a14:m>
                  <m:oMath xmlns:m="http://schemas.openxmlformats.org/officeDocument/2006/math">
                    <m:sSup>
                      <m:sSupPr>
                        <m:ctrlPr>
                          <a:rPr lang="el-GR" sz="2000" i="1" dirty="0">
                            <a:latin typeface="Cambria Math" panose="02040503050406030204" pitchFamily="18" charset="0"/>
                            <a:cs typeface="Times New Roman" panose="02020603050405020304" pitchFamily="18" charset="0"/>
                          </a:rPr>
                        </m:ctrlPr>
                      </m:sSupPr>
                      <m:e>
                        <m:r>
                          <m:rPr>
                            <m:nor/>
                          </m:rPr>
                          <a:rPr lang="el-GR" sz="2000" dirty="0">
                            <a:latin typeface="Times New Roman" panose="02020603050405020304" pitchFamily="18" charset="0"/>
                            <a:cs typeface="Times New Roman" panose="02020603050405020304" pitchFamily="18" charset="0"/>
                          </a:rPr>
                          <m:t>σ</m:t>
                        </m:r>
                        <m:r>
                          <m:rPr>
                            <m:nor/>
                          </m:rPr>
                          <a:rPr lang="en-US" sz="1200" dirty="0">
                            <a:latin typeface="Times New Roman" panose="02020603050405020304" pitchFamily="18" charset="0"/>
                            <a:cs typeface="Times New Roman" panose="02020603050405020304" pitchFamily="18" charset="0"/>
                          </a:rPr>
                          <m:t>1</m:t>
                        </m:r>
                      </m:e>
                      <m:sup>
                        <m:r>
                          <a:rPr lang="en-US" sz="2000" i="1" dirty="0">
                            <a:latin typeface="Cambria Math" panose="02040503050406030204" pitchFamily="18" charset="0"/>
                            <a:cs typeface="Times New Roman" panose="02020603050405020304" pitchFamily="18" charset="0"/>
                          </a:rPr>
                          <m:t>2</m:t>
                        </m:r>
                      </m:sup>
                    </m:sSup>
                    <m:r>
                      <a:rPr lang="en-US" sz="2000" b="0" i="0" dirty="0" smtClean="0">
                        <a:latin typeface="Cambria Math" panose="02040503050406030204" pitchFamily="18" charset="0"/>
                        <a:cs typeface="Times New Roman" panose="02020603050405020304" pitchFamily="18" charset="0"/>
                      </a:rPr>
                      <m:t>&lt;</m:t>
                    </m:r>
                  </m:oMath>
                </a14:m>
                <a:r>
                  <a:rPr lang="el-GR" sz="2000" dirty="0">
                    <a:latin typeface="Times New Roman" panose="02020603050405020304" pitchFamily="18" charset="0"/>
                    <a:cs typeface="Times New Roman" panose="02020603050405020304" pitchFamily="18" charset="0"/>
                  </a:rPr>
                  <a:t> </a:t>
                </a:r>
                <a14:m>
                  <m:oMath xmlns:m="http://schemas.openxmlformats.org/officeDocument/2006/math">
                    <m:sSup>
                      <m:sSupPr>
                        <m:ctrlPr>
                          <a:rPr lang="el-GR" sz="2000" i="1" dirty="0">
                            <a:latin typeface="Cambria Math" panose="02040503050406030204" pitchFamily="18" charset="0"/>
                            <a:cs typeface="Times New Roman" panose="02020603050405020304" pitchFamily="18" charset="0"/>
                          </a:rPr>
                        </m:ctrlPr>
                      </m:sSupPr>
                      <m:e>
                        <m:r>
                          <m:rPr>
                            <m:nor/>
                          </m:rPr>
                          <a:rPr lang="el-GR" sz="2000" dirty="0">
                            <a:latin typeface="Times New Roman" panose="02020603050405020304" pitchFamily="18" charset="0"/>
                            <a:cs typeface="Times New Roman" panose="02020603050405020304" pitchFamily="18" charset="0"/>
                          </a:rPr>
                          <m:t>σ</m:t>
                        </m:r>
                        <m:r>
                          <m:rPr>
                            <m:nor/>
                          </m:rPr>
                          <a:rPr lang="en-US" sz="1200" dirty="0">
                            <a:latin typeface="Times New Roman" panose="02020603050405020304" pitchFamily="18" charset="0"/>
                            <a:cs typeface="Times New Roman" panose="02020603050405020304" pitchFamily="18" charset="0"/>
                          </a:rPr>
                          <m:t>2</m:t>
                        </m:r>
                        <m:r>
                          <m:rPr>
                            <m:nor/>
                          </m:rPr>
                          <a:rPr lang="el-GR" sz="2000" dirty="0">
                            <a:latin typeface="Times New Roman" panose="02020603050405020304" pitchFamily="18" charset="0"/>
                            <a:cs typeface="Times New Roman" panose="02020603050405020304" pitchFamily="18" charset="0"/>
                          </a:rPr>
                          <m:t> </m:t>
                        </m:r>
                      </m:e>
                      <m:sup>
                        <m:r>
                          <a:rPr lang="en-US" sz="2000" i="1" dirty="0">
                            <a:latin typeface="Cambria Math" panose="02040503050406030204" pitchFamily="18" charset="0"/>
                            <a:cs typeface="Times New Roman" panose="02020603050405020304" pitchFamily="18" charset="0"/>
                          </a:rPr>
                          <m:t>2</m:t>
                        </m:r>
                      </m:sup>
                    </m:sSup>
                  </m:oMath>
                </a14:m>
                <a:r>
                  <a:rPr lang="en-US" sz="2000" dirty="0">
                    <a:latin typeface="Times New Roman" panose="02020603050405020304" pitchFamily="18" charset="0"/>
                    <a:cs typeface="Times New Roman" panose="02020603050405020304" pitchFamily="18" charset="0"/>
                  </a:rPr>
                  <a:t>    </a:t>
                </a:r>
              </a:p>
              <a:p>
                <a:pPr marL="0" indent="0" fontAlgn="base">
                  <a:buNone/>
                </a:pPr>
                <a:r>
                  <a:rPr lang="en-US" sz="2000" dirty="0">
                    <a:latin typeface="Times New Roman" panose="02020603050405020304" pitchFamily="18" charset="0"/>
                    <a:cs typeface="Times New Roman" panose="02020603050405020304" pitchFamily="18" charset="0"/>
                  </a:rPr>
                  <a:t>    If the f statistic &lt; f critical value then reject the null  hypothesis</a:t>
                </a:r>
              </a:p>
              <a:p>
                <a:pPr marL="0" indent="0">
                  <a:buNone/>
                </a:pPr>
                <a:endParaRPr lang="en-US" sz="2400" dirty="0">
                  <a:latin typeface="Times New Roman" panose="02020603050405020304" pitchFamily="18" charset="0"/>
                  <a:cs typeface="Times New Roman" panose="02020603050405020304" pitchFamily="18" charset="0"/>
                </a:endParaRPr>
              </a:p>
            </p:txBody>
          </p:sp>
        </mc:Choice>
        <mc:Fallback xmlns="">
          <p:sp>
            <p:nvSpPr>
              <p:cNvPr id="4" name="Text Placeholder 3"/>
              <p:cNvSpPr>
                <a:spLocks noGrp="1" noRot="1" noChangeAspect="1" noMove="1" noResize="1" noEditPoints="1" noAdjustHandles="1" noChangeArrowheads="1" noChangeShapeType="1" noTextEdit="1"/>
              </p:cNvSpPr>
              <p:nvPr>
                <p:ph type="body" sz="quarter" idx="13"/>
              </p:nvPr>
            </p:nvSpPr>
            <p:spPr>
              <a:xfrm>
                <a:off x="444500" y="1625385"/>
                <a:ext cx="7943362" cy="4093243"/>
              </a:xfrm>
              <a:blipFill>
                <a:blip r:embed="rId2"/>
                <a:stretch>
                  <a:fillRect l="-1074" t="-1192"/>
                </a:stretch>
              </a:blipFill>
            </p:spPr>
            <p:txBody>
              <a:bodyPr/>
              <a:lstStyle/>
              <a:p>
                <a:r>
                  <a:rPr lang="en-US">
                    <a:noFill/>
                  </a:rPr>
                  <a:t> </a:t>
                </a:r>
              </a:p>
            </p:txBody>
          </p:sp>
        </mc:Fallback>
      </mc:AlternateContent>
    </p:spTree>
    <p:extLst>
      <p:ext uri="{BB962C8B-B14F-4D97-AF65-F5344CB8AC3E}">
        <p14:creationId xmlns:p14="http://schemas.microsoft.com/office/powerpoint/2010/main" val="203102978"/>
      </p:ext>
    </p:extLst>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Slide Number Placeholder 2"/>
          <p:cNvSpPr>
            <a:spLocks noGrp="1"/>
          </p:cNvSpPr>
          <p:nvPr>
            <p:ph type="sldNum" sz="quarter" idx="12"/>
          </p:nvPr>
        </p:nvSpPr>
        <p:spPr/>
        <p:txBody>
          <a:bodyPr/>
          <a:lstStyle/>
          <a:p>
            <a:fld id="{C263D6C4-4840-40CC-AC84-17E24B3B7BDE}" type="slidenum">
              <a:rPr lang="en-US" noProof="0" smtClean="0"/>
              <a:pPr/>
              <a:t>6</a:t>
            </a:fld>
            <a:endParaRPr lang="en-US" noProof="0" dirty="0"/>
          </a:p>
        </p:txBody>
      </p:sp>
      <mc:AlternateContent xmlns:mc="http://schemas.openxmlformats.org/markup-compatibility/2006" xmlns:a14="http://schemas.microsoft.com/office/drawing/2010/main">
        <mc:Choice Requires="a14">
          <p:sp>
            <p:nvSpPr>
              <p:cNvPr id="4" name="Text Placeholder 3"/>
              <p:cNvSpPr>
                <a:spLocks noGrp="1"/>
              </p:cNvSpPr>
              <p:nvPr>
                <p:ph type="body" sz="quarter" idx="13"/>
              </p:nvPr>
            </p:nvSpPr>
            <p:spPr>
              <a:xfrm>
                <a:off x="444500" y="764931"/>
                <a:ext cx="9736992" cy="4953697"/>
              </a:xfrm>
            </p:spPr>
            <p:txBody>
              <a:bodyPr/>
              <a:lstStyle/>
              <a:p>
                <a:pPr fontAlgn="base"/>
                <a:r>
                  <a:rPr lang="en-US" sz="2400" b="1" dirty="0">
                    <a:latin typeface="Times New Roman" panose="02020603050405020304" pitchFamily="18" charset="0"/>
                    <a:cs typeface="Times New Roman" panose="02020603050405020304" pitchFamily="18" charset="0"/>
                  </a:rPr>
                  <a:t>Right Tailed test</a:t>
                </a:r>
                <a:r>
                  <a:rPr lang="en-US" b="1" dirty="0"/>
                  <a:t>:</a:t>
                </a:r>
                <a:endParaRPr lang="en-US" dirty="0"/>
              </a:p>
              <a:p>
                <a:pPr marL="0" indent="0" fontAlgn="base">
                  <a:buNone/>
                </a:pPr>
                <a:r>
                  <a:rPr lang="en-US" sz="2000" dirty="0">
                    <a:latin typeface="Times New Roman" panose="02020603050405020304" pitchFamily="18" charset="0"/>
                    <a:cs typeface="Times New Roman" panose="02020603050405020304" pitchFamily="18" charset="0"/>
                  </a:rPr>
                  <a:t>Null Hypothesis: H</a:t>
                </a:r>
                <a:r>
                  <a:rPr lang="en-US" sz="1200" dirty="0">
                    <a:latin typeface="Times New Roman" panose="02020603050405020304" pitchFamily="18" charset="0"/>
                    <a:cs typeface="Times New Roman" panose="02020603050405020304" pitchFamily="18" charset="0"/>
                  </a:rPr>
                  <a:t>0</a:t>
                </a:r>
                <a:r>
                  <a:rPr lang="en-US" sz="2000" dirty="0">
                    <a:latin typeface="Times New Roman" panose="02020603050405020304" pitchFamily="18" charset="0"/>
                    <a:cs typeface="Times New Roman" panose="02020603050405020304" pitchFamily="18" charset="0"/>
                  </a:rPr>
                  <a:t> : </a:t>
                </a:r>
                <a14:m>
                  <m:oMath xmlns:m="http://schemas.openxmlformats.org/officeDocument/2006/math">
                    <m:sSup>
                      <m:sSupPr>
                        <m:ctrlPr>
                          <a:rPr lang="el-GR" sz="2000" i="1" dirty="0">
                            <a:latin typeface="Cambria Math" panose="02040503050406030204" pitchFamily="18" charset="0"/>
                            <a:cs typeface="Times New Roman" panose="02020603050405020304" pitchFamily="18" charset="0"/>
                          </a:rPr>
                        </m:ctrlPr>
                      </m:sSupPr>
                      <m:e>
                        <m:r>
                          <m:rPr>
                            <m:nor/>
                          </m:rPr>
                          <a:rPr lang="el-GR" sz="2000" dirty="0">
                            <a:latin typeface="Times New Roman" panose="02020603050405020304" pitchFamily="18" charset="0"/>
                            <a:cs typeface="Times New Roman" panose="02020603050405020304" pitchFamily="18" charset="0"/>
                          </a:rPr>
                          <m:t>σ</m:t>
                        </m:r>
                        <m:r>
                          <m:rPr>
                            <m:nor/>
                          </m:rPr>
                          <a:rPr lang="en-US" sz="1200" dirty="0">
                            <a:latin typeface="Times New Roman" panose="02020603050405020304" pitchFamily="18" charset="0"/>
                            <a:cs typeface="Times New Roman" panose="02020603050405020304" pitchFamily="18" charset="0"/>
                          </a:rPr>
                          <m:t>1</m:t>
                        </m:r>
                      </m:e>
                      <m:sup>
                        <m:r>
                          <a:rPr lang="en-US" sz="2000" i="1" dirty="0">
                            <a:latin typeface="Cambria Math" panose="02040503050406030204" pitchFamily="18" charset="0"/>
                            <a:cs typeface="Times New Roman" panose="02020603050405020304" pitchFamily="18" charset="0"/>
                          </a:rPr>
                          <m:t>2</m:t>
                        </m:r>
                      </m:sup>
                    </m:sSup>
                  </m:oMath>
                </a14:m>
                <a:r>
                  <a:rPr lang="el-GR" sz="2000" dirty="0">
                    <a:latin typeface="Times New Roman" panose="02020603050405020304" pitchFamily="18" charset="0"/>
                    <a:cs typeface="Times New Roman" panose="02020603050405020304" pitchFamily="18" charset="0"/>
                  </a:rPr>
                  <a:t>= </a:t>
                </a:r>
                <a14:m>
                  <m:oMath xmlns:m="http://schemas.openxmlformats.org/officeDocument/2006/math">
                    <m:sSup>
                      <m:sSupPr>
                        <m:ctrlPr>
                          <a:rPr lang="el-GR" sz="2000" i="1" dirty="0">
                            <a:latin typeface="Cambria Math" panose="02040503050406030204" pitchFamily="18" charset="0"/>
                            <a:cs typeface="Times New Roman" panose="02020603050405020304" pitchFamily="18" charset="0"/>
                          </a:rPr>
                        </m:ctrlPr>
                      </m:sSupPr>
                      <m:e>
                        <m:r>
                          <m:rPr>
                            <m:nor/>
                          </m:rPr>
                          <a:rPr lang="el-GR" sz="2000" dirty="0">
                            <a:latin typeface="Times New Roman" panose="02020603050405020304" pitchFamily="18" charset="0"/>
                            <a:cs typeface="Times New Roman" panose="02020603050405020304" pitchFamily="18" charset="0"/>
                          </a:rPr>
                          <m:t>σ</m:t>
                        </m:r>
                        <m:r>
                          <m:rPr>
                            <m:nor/>
                          </m:rPr>
                          <a:rPr lang="en-US" sz="1200" dirty="0">
                            <a:latin typeface="Times New Roman" panose="02020603050405020304" pitchFamily="18" charset="0"/>
                            <a:cs typeface="Times New Roman" panose="02020603050405020304" pitchFamily="18" charset="0"/>
                          </a:rPr>
                          <m:t>2</m:t>
                        </m:r>
                        <m:r>
                          <m:rPr>
                            <m:nor/>
                          </m:rPr>
                          <a:rPr lang="el-GR" sz="2000" dirty="0">
                            <a:latin typeface="Times New Roman" panose="02020603050405020304" pitchFamily="18" charset="0"/>
                            <a:cs typeface="Times New Roman" panose="02020603050405020304" pitchFamily="18" charset="0"/>
                          </a:rPr>
                          <m:t> </m:t>
                        </m:r>
                      </m:e>
                      <m:sup>
                        <m:r>
                          <a:rPr lang="en-US" sz="2000" i="1" dirty="0">
                            <a:latin typeface="Cambria Math" panose="02040503050406030204" pitchFamily="18" charset="0"/>
                            <a:cs typeface="Times New Roman" panose="02020603050405020304" pitchFamily="18" charset="0"/>
                          </a:rPr>
                          <m:t>2</m:t>
                        </m:r>
                      </m:sup>
                    </m:sSup>
                  </m:oMath>
                </a14:m>
                <a:endParaRPr lang="el-GR" sz="2000" dirty="0">
                  <a:latin typeface="Times New Roman" panose="02020603050405020304" pitchFamily="18" charset="0"/>
                  <a:cs typeface="Times New Roman" panose="02020603050405020304" pitchFamily="18" charset="0"/>
                </a:endParaRPr>
              </a:p>
              <a:p>
                <a:pPr marL="0" indent="0" fontAlgn="base">
                  <a:buNone/>
                </a:pPr>
                <a:r>
                  <a:rPr lang="en-US" sz="2000" dirty="0">
                    <a:latin typeface="Times New Roman" panose="02020603050405020304" pitchFamily="18" charset="0"/>
                    <a:cs typeface="Times New Roman" panose="02020603050405020304" pitchFamily="18" charset="0"/>
                  </a:rPr>
                  <a:t>Alternate Hypothesis: H1 :  </a:t>
                </a:r>
                <a14:m>
                  <m:oMath xmlns:m="http://schemas.openxmlformats.org/officeDocument/2006/math">
                    <m:sSup>
                      <m:sSupPr>
                        <m:ctrlPr>
                          <a:rPr lang="el-GR" sz="2000" i="1" dirty="0">
                            <a:latin typeface="Cambria Math" panose="02040503050406030204" pitchFamily="18" charset="0"/>
                            <a:cs typeface="Times New Roman" panose="02020603050405020304" pitchFamily="18" charset="0"/>
                          </a:rPr>
                        </m:ctrlPr>
                      </m:sSupPr>
                      <m:e>
                        <m:r>
                          <m:rPr>
                            <m:nor/>
                          </m:rPr>
                          <a:rPr lang="el-GR" sz="2000" dirty="0">
                            <a:latin typeface="Times New Roman" panose="02020603050405020304" pitchFamily="18" charset="0"/>
                            <a:cs typeface="Times New Roman" panose="02020603050405020304" pitchFamily="18" charset="0"/>
                          </a:rPr>
                          <m:t>σ</m:t>
                        </m:r>
                        <m:r>
                          <m:rPr>
                            <m:nor/>
                          </m:rPr>
                          <a:rPr lang="en-US" sz="1200" dirty="0">
                            <a:latin typeface="Times New Roman" panose="02020603050405020304" pitchFamily="18" charset="0"/>
                            <a:cs typeface="Times New Roman" panose="02020603050405020304" pitchFamily="18" charset="0"/>
                          </a:rPr>
                          <m:t>1</m:t>
                        </m:r>
                      </m:e>
                      <m:sup>
                        <m:r>
                          <a:rPr lang="en-US" sz="2000" i="1" dirty="0">
                            <a:latin typeface="Cambria Math" panose="02040503050406030204" pitchFamily="18" charset="0"/>
                            <a:cs typeface="Times New Roman" panose="02020603050405020304" pitchFamily="18" charset="0"/>
                          </a:rPr>
                          <m:t>2</m:t>
                        </m:r>
                      </m:sup>
                    </m:sSup>
                    <m:r>
                      <a:rPr lang="en-US" sz="2000" b="0" i="0" dirty="0" smtClean="0">
                        <a:latin typeface="Cambria Math" panose="02040503050406030204" pitchFamily="18" charset="0"/>
                        <a:cs typeface="Times New Roman" panose="02020603050405020304" pitchFamily="18" charset="0"/>
                      </a:rPr>
                      <m:t>&gt;</m:t>
                    </m:r>
                  </m:oMath>
                </a14:m>
                <a:r>
                  <a:rPr lang="el-GR" sz="2000" dirty="0">
                    <a:latin typeface="Times New Roman" panose="02020603050405020304" pitchFamily="18" charset="0"/>
                    <a:cs typeface="Times New Roman" panose="02020603050405020304" pitchFamily="18" charset="0"/>
                  </a:rPr>
                  <a:t> </a:t>
                </a:r>
                <a14:m>
                  <m:oMath xmlns:m="http://schemas.openxmlformats.org/officeDocument/2006/math">
                    <m:sSup>
                      <m:sSupPr>
                        <m:ctrlPr>
                          <a:rPr lang="el-GR" sz="2000" i="1" dirty="0">
                            <a:latin typeface="Cambria Math" panose="02040503050406030204" pitchFamily="18" charset="0"/>
                            <a:cs typeface="Times New Roman" panose="02020603050405020304" pitchFamily="18" charset="0"/>
                          </a:rPr>
                        </m:ctrlPr>
                      </m:sSupPr>
                      <m:e>
                        <m:r>
                          <m:rPr>
                            <m:nor/>
                          </m:rPr>
                          <a:rPr lang="el-GR" sz="2000" dirty="0">
                            <a:latin typeface="Times New Roman" panose="02020603050405020304" pitchFamily="18" charset="0"/>
                            <a:cs typeface="Times New Roman" panose="02020603050405020304" pitchFamily="18" charset="0"/>
                          </a:rPr>
                          <m:t>σ</m:t>
                        </m:r>
                        <m:r>
                          <m:rPr>
                            <m:nor/>
                          </m:rPr>
                          <a:rPr lang="en-US" sz="1200" dirty="0">
                            <a:latin typeface="Times New Roman" panose="02020603050405020304" pitchFamily="18" charset="0"/>
                            <a:cs typeface="Times New Roman" panose="02020603050405020304" pitchFamily="18" charset="0"/>
                          </a:rPr>
                          <m:t>2</m:t>
                        </m:r>
                        <m:r>
                          <m:rPr>
                            <m:nor/>
                          </m:rPr>
                          <a:rPr lang="el-GR" sz="2000" dirty="0">
                            <a:latin typeface="Times New Roman" panose="02020603050405020304" pitchFamily="18" charset="0"/>
                            <a:cs typeface="Times New Roman" panose="02020603050405020304" pitchFamily="18" charset="0"/>
                          </a:rPr>
                          <m:t> </m:t>
                        </m:r>
                      </m:e>
                      <m:sup>
                        <m:r>
                          <a:rPr lang="en-US" sz="2000" i="1" dirty="0">
                            <a:latin typeface="Cambria Math" panose="02040503050406030204" pitchFamily="18" charset="0"/>
                            <a:cs typeface="Times New Roman" panose="02020603050405020304" pitchFamily="18" charset="0"/>
                          </a:rPr>
                          <m:t>2</m:t>
                        </m:r>
                      </m:sup>
                    </m:sSup>
                  </m:oMath>
                </a14:m>
                <a:r>
                  <a:rPr lang="en-US" sz="2000" dirty="0">
                    <a:latin typeface="Times New Roman" panose="02020603050405020304" pitchFamily="18" charset="0"/>
                    <a:cs typeface="Times New Roman" panose="02020603050405020304" pitchFamily="18" charset="0"/>
                  </a:rPr>
                  <a:t>    </a:t>
                </a:r>
              </a:p>
              <a:p>
                <a:pPr marL="0" indent="0" fontAlgn="base">
                  <a:buNone/>
                </a:pPr>
                <a:r>
                  <a:rPr lang="en-US" sz="2000" dirty="0">
                    <a:latin typeface="Times New Roman" panose="02020603050405020304" pitchFamily="18" charset="0"/>
                    <a:cs typeface="Times New Roman" panose="02020603050405020304" pitchFamily="18" charset="0"/>
                  </a:rPr>
                  <a:t> If the f statistic &lt; f critical value then reject the null  hypothesis</a:t>
                </a:r>
              </a:p>
              <a:p>
                <a:pPr marL="0" indent="0" fontAlgn="base">
                  <a:buNone/>
                </a:pPr>
                <a:endParaRPr lang="en-US" sz="2400" dirty="0">
                  <a:latin typeface="Times New Roman" panose="02020603050405020304" pitchFamily="18" charset="0"/>
                  <a:cs typeface="Times New Roman" panose="02020603050405020304" pitchFamily="18" charset="0"/>
                </a:endParaRPr>
              </a:p>
              <a:p>
                <a:pPr fontAlgn="base"/>
                <a:r>
                  <a:rPr lang="en-US" sz="2400" b="1" dirty="0">
                    <a:latin typeface="Times New Roman" panose="02020603050405020304" pitchFamily="18" charset="0"/>
                    <a:cs typeface="Times New Roman" panose="02020603050405020304" pitchFamily="18" charset="0"/>
                  </a:rPr>
                  <a:t>Two Tailed test:</a:t>
                </a:r>
                <a:endParaRPr lang="en-US" sz="2400" dirty="0">
                  <a:latin typeface="Times New Roman" panose="02020603050405020304" pitchFamily="18" charset="0"/>
                  <a:cs typeface="Times New Roman" panose="02020603050405020304" pitchFamily="18" charset="0"/>
                </a:endParaRPr>
              </a:p>
              <a:p>
                <a:pPr marL="0" indent="0" fontAlgn="base">
                  <a:buNone/>
                </a:pPr>
                <a:r>
                  <a:rPr lang="en-US" sz="2000" dirty="0">
                    <a:latin typeface="Times New Roman" panose="02020603050405020304" pitchFamily="18" charset="0"/>
                    <a:cs typeface="Times New Roman" panose="02020603050405020304" pitchFamily="18" charset="0"/>
                  </a:rPr>
                  <a:t>Null Hypothesis: H</a:t>
                </a:r>
                <a:r>
                  <a:rPr lang="en-US" sz="1200" dirty="0">
                    <a:latin typeface="Times New Roman" panose="02020603050405020304" pitchFamily="18" charset="0"/>
                    <a:cs typeface="Times New Roman" panose="02020603050405020304" pitchFamily="18" charset="0"/>
                  </a:rPr>
                  <a:t>0</a:t>
                </a:r>
                <a:r>
                  <a:rPr lang="en-US" sz="2000" dirty="0">
                    <a:latin typeface="Times New Roman" panose="02020603050405020304" pitchFamily="18" charset="0"/>
                    <a:cs typeface="Times New Roman" panose="02020603050405020304" pitchFamily="18" charset="0"/>
                  </a:rPr>
                  <a:t> : </a:t>
                </a:r>
                <a14:m>
                  <m:oMath xmlns:m="http://schemas.openxmlformats.org/officeDocument/2006/math">
                    <m:sSup>
                      <m:sSupPr>
                        <m:ctrlPr>
                          <a:rPr lang="el-GR" sz="2000" i="1" dirty="0">
                            <a:latin typeface="Cambria Math" panose="02040503050406030204" pitchFamily="18" charset="0"/>
                            <a:cs typeface="Times New Roman" panose="02020603050405020304" pitchFamily="18" charset="0"/>
                          </a:rPr>
                        </m:ctrlPr>
                      </m:sSupPr>
                      <m:e>
                        <m:r>
                          <m:rPr>
                            <m:nor/>
                          </m:rPr>
                          <a:rPr lang="el-GR" sz="2000" dirty="0">
                            <a:latin typeface="Times New Roman" panose="02020603050405020304" pitchFamily="18" charset="0"/>
                            <a:cs typeface="Times New Roman" panose="02020603050405020304" pitchFamily="18" charset="0"/>
                          </a:rPr>
                          <m:t>σ</m:t>
                        </m:r>
                        <m:r>
                          <m:rPr>
                            <m:nor/>
                          </m:rPr>
                          <a:rPr lang="en-US" sz="1200" dirty="0">
                            <a:latin typeface="Times New Roman" panose="02020603050405020304" pitchFamily="18" charset="0"/>
                            <a:cs typeface="Times New Roman" panose="02020603050405020304" pitchFamily="18" charset="0"/>
                          </a:rPr>
                          <m:t>1</m:t>
                        </m:r>
                      </m:e>
                      <m:sup>
                        <m:r>
                          <a:rPr lang="en-US" sz="2000" i="1" dirty="0">
                            <a:latin typeface="Cambria Math" panose="02040503050406030204" pitchFamily="18" charset="0"/>
                            <a:cs typeface="Times New Roman" panose="02020603050405020304" pitchFamily="18" charset="0"/>
                          </a:rPr>
                          <m:t>2</m:t>
                        </m:r>
                      </m:sup>
                    </m:sSup>
                  </m:oMath>
                </a14:m>
                <a:r>
                  <a:rPr lang="el-GR" sz="2000" dirty="0">
                    <a:latin typeface="Times New Roman" panose="02020603050405020304" pitchFamily="18" charset="0"/>
                    <a:cs typeface="Times New Roman" panose="02020603050405020304" pitchFamily="18" charset="0"/>
                  </a:rPr>
                  <a:t>= </a:t>
                </a:r>
                <a14:m>
                  <m:oMath xmlns:m="http://schemas.openxmlformats.org/officeDocument/2006/math">
                    <m:sSup>
                      <m:sSupPr>
                        <m:ctrlPr>
                          <a:rPr lang="el-GR" sz="2000" i="1" dirty="0">
                            <a:latin typeface="Cambria Math" panose="02040503050406030204" pitchFamily="18" charset="0"/>
                            <a:cs typeface="Times New Roman" panose="02020603050405020304" pitchFamily="18" charset="0"/>
                          </a:rPr>
                        </m:ctrlPr>
                      </m:sSupPr>
                      <m:e>
                        <m:r>
                          <m:rPr>
                            <m:nor/>
                          </m:rPr>
                          <a:rPr lang="el-GR" sz="2000" dirty="0">
                            <a:latin typeface="Times New Roman" panose="02020603050405020304" pitchFamily="18" charset="0"/>
                            <a:cs typeface="Times New Roman" panose="02020603050405020304" pitchFamily="18" charset="0"/>
                          </a:rPr>
                          <m:t>σ</m:t>
                        </m:r>
                        <m:r>
                          <m:rPr>
                            <m:nor/>
                          </m:rPr>
                          <a:rPr lang="en-US" sz="1200" dirty="0">
                            <a:latin typeface="Times New Roman" panose="02020603050405020304" pitchFamily="18" charset="0"/>
                            <a:cs typeface="Times New Roman" panose="02020603050405020304" pitchFamily="18" charset="0"/>
                          </a:rPr>
                          <m:t>2</m:t>
                        </m:r>
                        <m:r>
                          <m:rPr>
                            <m:nor/>
                          </m:rPr>
                          <a:rPr lang="el-GR" sz="2000" dirty="0">
                            <a:latin typeface="Times New Roman" panose="02020603050405020304" pitchFamily="18" charset="0"/>
                            <a:cs typeface="Times New Roman" panose="02020603050405020304" pitchFamily="18" charset="0"/>
                          </a:rPr>
                          <m:t> </m:t>
                        </m:r>
                      </m:e>
                      <m:sup>
                        <m:r>
                          <a:rPr lang="en-US" sz="2000" i="1" dirty="0">
                            <a:latin typeface="Cambria Math" panose="02040503050406030204" pitchFamily="18" charset="0"/>
                            <a:cs typeface="Times New Roman" panose="02020603050405020304" pitchFamily="18" charset="0"/>
                          </a:rPr>
                          <m:t>2</m:t>
                        </m:r>
                      </m:sup>
                    </m:sSup>
                  </m:oMath>
                </a14:m>
                <a:endParaRPr lang="el-GR" sz="2000" dirty="0">
                  <a:latin typeface="Times New Roman" panose="02020603050405020304" pitchFamily="18" charset="0"/>
                  <a:cs typeface="Times New Roman" panose="02020603050405020304" pitchFamily="18" charset="0"/>
                </a:endParaRPr>
              </a:p>
              <a:p>
                <a:pPr marL="0" indent="0" fontAlgn="base">
                  <a:buNone/>
                </a:pPr>
                <a:r>
                  <a:rPr lang="en-US" sz="2000" dirty="0">
                    <a:latin typeface="Times New Roman" panose="02020603050405020304" pitchFamily="18" charset="0"/>
                    <a:cs typeface="Times New Roman" panose="02020603050405020304" pitchFamily="18" charset="0"/>
                  </a:rPr>
                  <a:t>Alternate Hypothesis: H</a:t>
                </a:r>
                <a:r>
                  <a:rPr lang="en-US" sz="1200" dirty="0">
                    <a:latin typeface="Times New Roman" panose="02020603050405020304" pitchFamily="18" charset="0"/>
                    <a:cs typeface="Times New Roman" panose="02020603050405020304" pitchFamily="18" charset="0"/>
                  </a:rPr>
                  <a:t>1</a:t>
                </a:r>
                <a:r>
                  <a:rPr lang="en-US" sz="2000" dirty="0">
                    <a:latin typeface="Times New Roman" panose="02020603050405020304" pitchFamily="18" charset="0"/>
                    <a:cs typeface="Times New Roman" panose="02020603050405020304" pitchFamily="18" charset="0"/>
                  </a:rPr>
                  <a:t> :  </a:t>
                </a:r>
                <a14:m>
                  <m:oMath xmlns:m="http://schemas.openxmlformats.org/officeDocument/2006/math">
                    <m:sSup>
                      <m:sSupPr>
                        <m:ctrlPr>
                          <a:rPr lang="el-GR" sz="2000" i="1" dirty="0">
                            <a:latin typeface="Cambria Math" panose="02040503050406030204" pitchFamily="18" charset="0"/>
                            <a:cs typeface="Times New Roman" panose="02020603050405020304" pitchFamily="18" charset="0"/>
                          </a:rPr>
                        </m:ctrlPr>
                      </m:sSupPr>
                      <m:e>
                        <m:r>
                          <m:rPr>
                            <m:nor/>
                          </m:rPr>
                          <a:rPr lang="el-GR" sz="2000" dirty="0">
                            <a:latin typeface="Times New Roman" panose="02020603050405020304" pitchFamily="18" charset="0"/>
                            <a:cs typeface="Times New Roman" panose="02020603050405020304" pitchFamily="18" charset="0"/>
                          </a:rPr>
                          <m:t>σ</m:t>
                        </m:r>
                        <m:r>
                          <m:rPr>
                            <m:nor/>
                          </m:rPr>
                          <a:rPr lang="en-US" sz="1200" dirty="0">
                            <a:latin typeface="Times New Roman" panose="02020603050405020304" pitchFamily="18" charset="0"/>
                            <a:cs typeface="Times New Roman" panose="02020603050405020304" pitchFamily="18" charset="0"/>
                          </a:rPr>
                          <m:t>1</m:t>
                        </m:r>
                      </m:e>
                      <m:sup>
                        <m:r>
                          <a:rPr lang="en-US" sz="2000" i="1" dirty="0">
                            <a:latin typeface="Cambria Math" panose="02040503050406030204" pitchFamily="18" charset="0"/>
                            <a:cs typeface="Times New Roman" panose="02020603050405020304" pitchFamily="18" charset="0"/>
                          </a:rPr>
                          <m:t>2</m:t>
                        </m:r>
                      </m:sup>
                    </m:sSup>
                  </m:oMath>
                </a14:m>
                <a:r>
                  <a:rPr lang="el-GR" sz="2000" dirty="0">
                    <a:latin typeface="Times New Roman" panose="02020603050405020304" pitchFamily="18" charset="0"/>
                    <a:cs typeface="Times New Roman" panose="02020603050405020304" pitchFamily="18" charset="0"/>
                  </a:rPr>
                  <a:t>≠</a:t>
                </a:r>
                <a14:m>
                  <m:oMath xmlns:m="http://schemas.openxmlformats.org/officeDocument/2006/math">
                    <m:sSup>
                      <m:sSupPr>
                        <m:ctrlPr>
                          <a:rPr lang="el-GR" sz="2000" i="1" dirty="0">
                            <a:latin typeface="Cambria Math" panose="02040503050406030204" pitchFamily="18" charset="0"/>
                            <a:cs typeface="Times New Roman" panose="02020603050405020304" pitchFamily="18" charset="0"/>
                          </a:rPr>
                        </m:ctrlPr>
                      </m:sSupPr>
                      <m:e>
                        <m:r>
                          <m:rPr>
                            <m:nor/>
                          </m:rPr>
                          <a:rPr lang="el-GR" sz="2000" dirty="0">
                            <a:latin typeface="Times New Roman" panose="02020603050405020304" pitchFamily="18" charset="0"/>
                            <a:cs typeface="Times New Roman" panose="02020603050405020304" pitchFamily="18" charset="0"/>
                          </a:rPr>
                          <m:t>σ</m:t>
                        </m:r>
                        <m:r>
                          <m:rPr>
                            <m:nor/>
                          </m:rPr>
                          <a:rPr lang="en-US" sz="1200" dirty="0">
                            <a:latin typeface="Times New Roman" panose="02020603050405020304" pitchFamily="18" charset="0"/>
                            <a:cs typeface="Times New Roman" panose="02020603050405020304" pitchFamily="18" charset="0"/>
                          </a:rPr>
                          <m:t>2</m:t>
                        </m:r>
                        <m:r>
                          <m:rPr>
                            <m:nor/>
                          </m:rPr>
                          <a:rPr lang="el-GR" sz="2000" dirty="0">
                            <a:latin typeface="Times New Roman" panose="02020603050405020304" pitchFamily="18" charset="0"/>
                            <a:cs typeface="Times New Roman" panose="02020603050405020304" pitchFamily="18" charset="0"/>
                          </a:rPr>
                          <m:t> </m:t>
                        </m:r>
                      </m:e>
                      <m:sup>
                        <m:r>
                          <a:rPr lang="en-US" sz="2000" i="1" dirty="0">
                            <a:latin typeface="Cambria Math" panose="02040503050406030204" pitchFamily="18" charset="0"/>
                            <a:cs typeface="Times New Roman" panose="02020603050405020304" pitchFamily="18" charset="0"/>
                          </a:rPr>
                          <m:t>2</m:t>
                        </m:r>
                      </m:sup>
                    </m:sSup>
                  </m:oMath>
                </a14:m>
                <a:endParaRPr lang="en-US" sz="2000" dirty="0">
                  <a:latin typeface="Times New Roman" panose="02020603050405020304" pitchFamily="18" charset="0"/>
                  <a:cs typeface="Times New Roman" panose="02020603050405020304" pitchFamily="18" charset="0"/>
                </a:endParaRPr>
              </a:p>
              <a:p>
                <a:pPr marL="0" indent="0" fontAlgn="base">
                  <a:buNone/>
                </a:pPr>
                <a:r>
                  <a:rPr lang="en-US" sz="2000" dirty="0">
                    <a:latin typeface="Times New Roman" panose="02020603050405020304" pitchFamily="18" charset="0"/>
                    <a:cs typeface="Times New Roman" panose="02020603050405020304" pitchFamily="18" charset="0"/>
                  </a:rPr>
                  <a:t>If the f statistic &lt; f critical value then reject the null  hypothesis</a:t>
                </a:r>
              </a:p>
              <a:p>
                <a:endParaRPr lang="en-US" sz="2400" dirty="0">
                  <a:latin typeface="Times New Roman" panose="02020603050405020304" pitchFamily="18" charset="0"/>
                  <a:cs typeface="Times New Roman" panose="02020603050405020304" pitchFamily="18" charset="0"/>
                </a:endParaRPr>
              </a:p>
            </p:txBody>
          </p:sp>
        </mc:Choice>
        <mc:Fallback xmlns="">
          <p:sp>
            <p:nvSpPr>
              <p:cNvPr id="4" name="Text Placeholder 3"/>
              <p:cNvSpPr>
                <a:spLocks noGrp="1" noRot="1" noChangeAspect="1" noMove="1" noResize="1" noEditPoints="1" noAdjustHandles="1" noChangeArrowheads="1" noChangeShapeType="1" noTextEdit="1"/>
              </p:cNvSpPr>
              <p:nvPr>
                <p:ph type="body" sz="quarter" idx="13"/>
              </p:nvPr>
            </p:nvSpPr>
            <p:spPr>
              <a:xfrm>
                <a:off x="444500" y="764931"/>
                <a:ext cx="9736992" cy="4953697"/>
              </a:xfrm>
              <a:blipFill>
                <a:blip r:embed="rId2"/>
                <a:stretch>
                  <a:fillRect l="-877" t="-984"/>
                </a:stretch>
              </a:blipFill>
            </p:spPr>
            <p:txBody>
              <a:bodyPr/>
              <a:lstStyle/>
              <a:p>
                <a:r>
                  <a:rPr lang="en-US">
                    <a:noFill/>
                  </a:rPr>
                  <a:t> </a:t>
                </a:r>
              </a:p>
            </p:txBody>
          </p:sp>
        </mc:Fallback>
      </mc:AlternateContent>
    </p:spTree>
    <p:extLst>
      <p:ext uri="{BB962C8B-B14F-4D97-AF65-F5344CB8AC3E}">
        <p14:creationId xmlns:p14="http://schemas.microsoft.com/office/powerpoint/2010/main" val="3152582108"/>
      </p:ext>
    </p:extLst>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7" name="Title 6">
            <a:extLst>
              <a:ext uri="{FF2B5EF4-FFF2-40B4-BE49-F238E27FC236}">
                <a16:creationId xmlns:a16="http://schemas.microsoft.com/office/drawing/2014/main" id="{7875C19A-1AAE-476A-A316-A2CF92D763D3}"/>
              </a:ext>
            </a:extLst>
          </p:cNvPr>
          <p:cNvSpPr>
            <a:spLocks noGrp="1"/>
          </p:cNvSpPr>
          <p:nvPr>
            <p:ph type="title"/>
          </p:nvPr>
        </p:nvSpPr>
        <p:spPr/>
        <p:txBody>
          <a:bodyPr/>
          <a:lstStyle/>
          <a:p>
            <a:r>
              <a:rPr lang="en-US" dirty="0">
                <a:latin typeface="Times New Roman" panose="02020603050405020304" pitchFamily="18" charset="0"/>
                <a:cs typeface="Times New Roman" panose="02020603050405020304" pitchFamily="18" charset="0"/>
              </a:rPr>
              <a:t>ANOVA</a:t>
            </a:r>
          </a:p>
        </p:txBody>
      </p:sp>
      <p:sp>
        <p:nvSpPr>
          <p:cNvPr id="10" name="Text Placeholder 9">
            <a:extLst>
              <a:ext uri="{FF2B5EF4-FFF2-40B4-BE49-F238E27FC236}">
                <a16:creationId xmlns:a16="http://schemas.microsoft.com/office/drawing/2014/main" id="{EF2BC084-E6DB-4DE7-B309-042A85EBA700}"/>
              </a:ext>
            </a:extLst>
          </p:cNvPr>
          <p:cNvSpPr>
            <a:spLocks noGrp="1"/>
          </p:cNvSpPr>
          <p:nvPr>
            <p:ph type="body" sz="quarter" idx="13"/>
          </p:nvPr>
        </p:nvSpPr>
        <p:spPr/>
        <p:txBody>
          <a:bodyPr/>
          <a:lstStyle/>
          <a:p>
            <a:r>
              <a:rPr lang="en-US" sz="2400" dirty="0">
                <a:latin typeface="Times New Roman" panose="02020603050405020304" pitchFamily="18" charset="0"/>
                <a:cs typeface="Times New Roman" panose="02020603050405020304" pitchFamily="18" charset="0"/>
              </a:rPr>
              <a:t>Analysis of Variance (ANOVA).</a:t>
            </a:r>
          </a:p>
          <a:p>
            <a:r>
              <a:rPr lang="en-US" sz="2400" dirty="0">
                <a:latin typeface="Times New Roman" panose="02020603050405020304" pitchFamily="18" charset="0"/>
                <a:cs typeface="Times New Roman" panose="02020603050405020304" pitchFamily="18" charset="0"/>
              </a:rPr>
              <a:t>Use when we need to find the significant difference between two or means at the same time.</a:t>
            </a:r>
          </a:p>
          <a:p>
            <a:r>
              <a:rPr lang="en-IN" sz="2400" dirty="0">
                <a:latin typeface="Times New Roman" panose="02020603050405020304" pitchFamily="18" charset="0"/>
                <a:ea typeface="Calibri" panose="020F0502020204030204" pitchFamily="34" charset="0"/>
                <a:cs typeface="Times New Roman" panose="02020603050405020304" pitchFamily="18" charset="0"/>
              </a:rPr>
              <a:t>To check if an independent variable have an effect on the dependent variable.</a:t>
            </a:r>
            <a:endParaRPr lang="en-IN" sz="2400" dirty="0">
              <a:latin typeface="Calibri" panose="020F0502020204030204" pitchFamily="34" charset="0"/>
              <a:ea typeface="Calibri" panose="020F0502020204030204" pitchFamily="34" charset="0"/>
              <a:cs typeface="Times New Roman" panose="02020603050405020304" pitchFamily="18" charset="0"/>
            </a:endParaRPr>
          </a:p>
          <a:p>
            <a:r>
              <a:rPr lang="en-US" sz="2400" dirty="0">
                <a:latin typeface="Times New Roman" panose="02020603050405020304" pitchFamily="18" charset="0"/>
                <a:cs typeface="Times New Roman" panose="02020603050405020304" pitchFamily="18" charset="0"/>
              </a:rPr>
              <a:t>Example: To check the effect of different types of fertilizers in the growth of plant.</a:t>
            </a:r>
          </a:p>
        </p:txBody>
      </p:sp>
      <p:sp>
        <p:nvSpPr>
          <p:cNvPr id="2" name="Slide Number Placeholder 1">
            <a:extLst>
              <a:ext uri="{FF2B5EF4-FFF2-40B4-BE49-F238E27FC236}">
                <a16:creationId xmlns:a16="http://schemas.microsoft.com/office/drawing/2014/main" id="{BE9800F6-D571-48C4-8466-12AA1ADB6599}"/>
              </a:ext>
            </a:extLst>
          </p:cNvPr>
          <p:cNvSpPr>
            <a:spLocks noGrp="1"/>
          </p:cNvSpPr>
          <p:nvPr>
            <p:ph type="sldNum" sz="quarter" idx="12"/>
          </p:nvPr>
        </p:nvSpPr>
        <p:spPr/>
        <p:txBody>
          <a:bodyPr/>
          <a:lstStyle/>
          <a:p>
            <a:fld id="{C263D6C4-4840-40CC-AC84-17E24B3B7BDE}" type="slidenum">
              <a:rPr lang="en-US" smtClean="0"/>
              <a:pPr/>
              <a:t>7</a:t>
            </a:fld>
            <a:endParaRPr lang="en-US" dirty="0"/>
          </a:p>
        </p:txBody>
      </p:sp>
    </p:spTree>
    <p:extLst>
      <p:ext uri="{BB962C8B-B14F-4D97-AF65-F5344CB8AC3E}">
        <p14:creationId xmlns:p14="http://schemas.microsoft.com/office/powerpoint/2010/main" val="3733486012"/>
      </p:ext>
    </p:extLst>
  </p:cSld>
  <p:clrMapOvr>
    <a:masterClrMapping/>
  </p:clrMapOvr>
  <mc:AlternateContent xmlns:mc="http://schemas.openxmlformats.org/markup-compatibility/2006" xmlns:p14="http://schemas.microsoft.com/office/powerpoint/2010/main">
    <mc:Choice Requires="p14">
      <p:transition spd="med" p14:dur="700">
        <p:fade/>
      </p:transition>
    </mc:Choice>
    <mc:Fallback xmlns="">
      <p:transition spd="med">
        <p:fade/>
      </p:transition>
    </mc:Fallback>
  </mc:AlternateContent>
</p:sld>
</file>

<file path=ppt/slides/slide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Slide Number Placeholder 2"/>
          <p:cNvSpPr>
            <a:spLocks noGrp="1"/>
          </p:cNvSpPr>
          <p:nvPr>
            <p:ph type="sldNum" sz="quarter" idx="12"/>
          </p:nvPr>
        </p:nvSpPr>
        <p:spPr/>
        <p:txBody>
          <a:bodyPr/>
          <a:lstStyle/>
          <a:p>
            <a:fld id="{C263D6C4-4840-40CC-AC84-17E24B3B7BDE}" type="slidenum">
              <a:rPr lang="en-US" noProof="0" smtClean="0"/>
              <a:pPr/>
              <a:t>8</a:t>
            </a:fld>
            <a:endParaRPr lang="en-US" noProof="0" dirty="0"/>
          </a:p>
        </p:txBody>
      </p:sp>
      <p:sp>
        <p:nvSpPr>
          <p:cNvPr id="4" name="Text Placeholder 3"/>
          <p:cNvSpPr>
            <a:spLocks noGrp="1"/>
          </p:cNvSpPr>
          <p:nvPr>
            <p:ph type="body" sz="quarter" idx="13"/>
          </p:nvPr>
        </p:nvSpPr>
        <p:spPr>
          <a:xfrm>
            <a:off x="690685" y="1433147"/>
            <a:ext cx="6718300" cy="3701562"/>
          </a:xfrm>
        </p:spPr>
        <p:txBody>
          <a:bodyPr/>
          <a:lstStyle/>
          <a:p>
            <a:r>
              <a:rPr lang="en-US" sz="2400" dirty="0">
                <a:latin typeface="Times New Roman" panose="02020603050405020304" pitchFamily="18" charset="0"/>
                <a:cs typeface="Times New Roman" panose="02020603050405020304" pitchFamily="18" charset="0"/>
              </a:rPr>
              <a:t>Null Hypothesis (H</a:t>
            </a:r>
            <a:r>
              <a:rPr lang="en-US" sz="1400" dirty="0">
                <a:latin typeface="Times New Roman" panose="02020603050405020304" pitchFamily="18" charset="0"/>
                <a:cs typeface="Times New Roman" panose="02020603050405020304" pitchFamily="18" charset="0"/>
              </a:rPr>
              <a:t>0</a:t>
            </a:r>
            <a:r>
              <a:rPr lang="en-US" sz="2400" dirty="0">
                <a:latin typeface="Times New Roman" panose="02020603050405020304" pitchFamily="18" charset="0"/>
                <a:cs typeface="Times New Roman" panose="02020603050405020304" pitchFamily="18" charset="0"/>
              </a:rPr>
              <a:t>):</a:t>
            </a:r>
          </a:p>
          <a:p>
            <a:pPr marL="0" indent="0">
              <a:buNone/>
            </a:pPr>
            <a:r>
              <a:rPr lang="en-US" sz="2400" dirty="0">
                <a:latin typeface="Times New Roman" panose="02020603050405020304" pitchFamily="18" charset="0"/>
                <a:cs typeface="Times New Roman" panose="02020603050405020304" pitchFamily="18" charset="0"/>
              </a:rPr>
              <a:t>                 All means are equal,</a:t>
            </a:r>
          </a:p>
          <a:p>
            <a:pPr marL="0" indent="0">
              <a:buNone/>
            </a:pPr>
            <a:r>
              <a:rPr lang="en-US" sz="2400" dirty="0">
                <a:latin typeface="Times New Roman" panose="02020603050405020304" pitchFamily="18" charset="0"/>
                <a:cs typeface="Times New Roman" panose="02020603050405020304" pitchFamily="18" charset="0"/>
              </a:rPr>
              <a:t>                          H</a:t>
            </a:r>
            <a:r>
              <a:rPr lang="en-US" sz="1400" dirty="0">
                <a:latin typeface="Times New Roman" panose="02020603050405020304" pitchFamily="18" charset="0"/>
                <a:cs typeface="Times New Roman" panose="02020603050405020304" pitchFamily="18" charset="0"/>
              </a:rPr>
              <a:t>0</a:t>
            </a:r>
            <a:r>
              <a:rPr lang="en-US" sz="2400" dirty="0">
                <a:latin typeface="Times New Roman" panose="02020603050405020304" pitchFamily="18" charset="0"/>
                <a:cs typeface="Times New Roman" panose="02020603050405020304" pitchFamily="18" charset="0"/>
              </a:rPr>
              <a:t>: </a:t>
            </a:r>
            <a:r>
              <a:rPr lang="en-US" sz="3200" dirty="0">
                <a:latin typeface="Times New Roman" panose="02020603050405020304" pitchFamily="18" charset="0"/>
                <a:cs typeface="Times New Roman" panose="02020603050405020304" pitchFamily="18" charset="0"/>
              </a:rPr>
              <a:t>µ</a:t>
            </a:r>
            <a:r>
              <a:rPr lang="en-US" sz="1100" dirty="0">
                <a:latin typeface="Times New Roman" panose="02020603050405020304" pitchFamily="18" charset="0"/>
                <a:cs typeface="Times New Roman" panose="02020603050405020304" pitchFamily="18" charset="0"/>
              </a:rPr>
              <a:t>0</a:t>
            </a:r>
            <a:r>
              <a:rPr lang="en-US" sz="2400" dirty="0">
                <a:latin typeface="Times New Roman" panose="02020603050405020304" pitchFamily="18" charset="0"/>
                <a:cs typeface="Times New Roman" panose="02020603050405020304" pitchFamily="18" charset="0"/>
              </a:rPr>
              <a:t>=</a:t>
            </a:r>
            <a:r>
              <a:rPr lang="en-US" sz="3200" dirty="0">
                <a:latin typeface="Times New Roman" panose="02020603050405020304" pitchFamily="18" charset="0"/>
                <a:cs typeface="Times New Roman" panose="02020603050405020304" pitchFamily="18" charset="0"/>
              </a:rPr>
              <a:t>µ</a:t>
            </a:r>
            <a:r>
              <a:rPr lang="en-US" sz="1100" dirty="0">
                <a:latin typeface="Times New Roman" panose="02020603050405020304" pitchFamily="18" charset="0"/>
                <a:cs typeface="Times New Roman" panose="02020603050405020304" pitchFamily="18" charset="0"/>
              </a:rPr>
              <a:t>1</a:t>
            </a:r>
            <a:r>
              <a:rPr lang="en-US" sz="2400" dirty="0">
                <a:latin typeface="Times New Roman" panose="02020603050405020304" pitchFamily="18" charset="0"/>
                <a:cs typeface="Times New Roman" panose="02020603050405020304" pitchFamily="18" charset="0"/>
              </a:rPr>
              <a:t>=</a:t>
            </a:r>
            <a:r>
              <a:rPr lang="en-US" sz="3200" dirty="0">
                <a:latin typeface="Times New Roman" panose="02020603050405020304" pitchFamily="18" charset="0"/>
                <a:cs typeface="Times New Roman" panose="02020603050405020304" pitchFamily="18" charset="0"/>
              </a:rPr>
              <a:t>µ</a:t>
            </a:r>
            <a:r>
              <a:rPr lang="en-US" sz="1400" dirty="0">
                <a:latin typeface="Times New Roman" panose="02020603050405020304" pitchFamily="18" charset="0"/>
                <a:cs typeface="Times New Roman" panose="02020603050405020304" pitchFamily="18" charset="0"/>
              </a:rPr>
              <a:t>2</a:t>
            </a:r>
            <a:r>
              <a:rPr lang="en-US" sz="2400" dirty="0">
                <a:latin typeface="Times New Roman" panose="02020603050405020304" pitchFamily="18" charset="0"/>
                <a:cs typeface="Times New Roman" panose="02020603050405020304" pitchFamily="18" charset="0"/>
              </a:rPr>
              <a:t>= …..=</a:t>
            </a:r>
            <a:r>
              <a:rPr lang="en-US" sz="3200" dirty="0">
                <a:latin typeface="Times New Roman" panose="02020603050405020304" pitchFamily="18" charset="0"/>
                <a:cs typeface="Times New Roman" panose="02020603050405020304" pitchFamily="18" charset="0"/>
              </a:rPr>
              <a:t>µ</a:t>
            </a:r>
            <a:r>
              <a:rPr lang="en-US" sz="1400" dirty="0">
                <a:latin typeface="Times New Roman" panose="02020603050405020304" pitchFamily="18" charset="0"/>
                <a:cs typeface="Times New Roman" panose="02020603050405020304" pitchFamily="18" charset="0"/>
              </a:rPr>
              <a:t>n</a:t>
            </a:r>
          </a:p>
          <a:p>
            <a:endParaRPr lang="en-US" sz="2400" dirty="0">
              <a:latin typeface="Times New Roman" panose="02020603050405020304" pitchFamily="18" charset="0"/>
              <a:cs typeface="Times New Roman" panose="02020603050405020304" pitchFamily="18" charset="0"/>
            </a:endParaRPr>
          </a:p>
          <a:p>
            <a:r>
              <a:rPr lang="en-US" sz="2400" dirty="0">
                <a:latin typeface="Times New Roman" panose="02020603050405020304" pitchFamily="18" charset="0"/>
                <a:cs typeface="Times New Roman" panose="02020603050405020304" pitchFamily="18" charset="0"/>
              </a:rPr>
              <a:t>Alternate Hypothesis(H</a:t>
            </a:r>
            <a:r>
              <a:rPr lang="en-US" sz="1400" dirty="0">
                <a:latin typeface="Times New Roman" panose="02020603050405020304" pitchFamily="18" charset="0"/>
                <a:cs typeface="Times New Roman" panose="02020603050405020304" pitchFamily="18" charset="0"/>
              </a:rPr>
              <a:t>1</a:t>
            </a:r>
            <a:r>
              <a:rPr lang="en-US" sz="2400" dirty="0">
                <a:latin typeface="Times New Roman" panose="02020603050405020304" pitchFamily="18" charset="0"/>
                <a:cs typeface="Times New Roman" panose="02020603050405020304" pitchFamily="18" charset="0"/>
              </a:rPr>
              <a:t>): </a:t>
            </a:r>
          </a:p>
          <a:p>
            <a:pPr marL="0" indent="0">
              <a:buNone/>
            </a:pPr>
            <a:r>
              <a:rPr lang="en-US" sz="2400" dirty="0">
                <a:latin typeface="Times New Roman" panose="02020603050405020304" pitchFamily="18" charset="0"/>
                <a:cs typeface="Times New Roman" panose="02020603050405020304" pitchFamily="18" charset="0"/>
              </a:rPr>
              <a:t>                 Not all means are equal.      </a:t>
            </a:r>
          </a:p>
        </p:txBody>
      </p:sp>
    </p:spTree>
    <p:extLst>
      <p:ext uri="{BB962C8B-B14F-4D97-AF65-F5344CB8AC3E}">
        <p14:creationId xmlns:p14="http://schemas.microsoft.com/office/powerpoint/2010/main" val="3696649502"/>
      </p:ext>
    </p:extLst>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585177" y="1694717"/>
            <a:ext cx="11214100" cy="535531"/>
          </a:xfrm>
        </p:spPr>
        <p:txBody>
          <a:bodyPr/>
          <a:lstStyle/>
          <a:p>
            <a:r>
              <a:rPr lang="en-US" dirty="0">
                <a:latin typeface="Times New Roman" panose="02020603050405020304" pitchFamily="18" charset="0"/>
                <a:cs typeface="Times New Roman" panose="02020603050405020304" pitchFamily="18" charset="0"/>
              </a:rPr>
              <a:t>Variance</a:t>
            </a:r>
          </a:p>
        </p:txBody>
      </p:sp>
      <p:sp>
        <p:nvSpPr>
          <p:cNvPr id="3" name="Slide Number Placeholder 2"/>
          <p:cNvSpPr>
            <a:spLocks noGrp="1"/>
          </p:cNvSpPr>
          <p:nvPr>
            <p:ph type="sldNum" sz="quarter" idx="12"/>
          </p:nvPr>
        </p:nvSpPr>
        <p:spPr/>
        <p:txBody>
          <a:bodyPr/>
          <a:lstStyle/>
          <a:p>
            <a:fld id="{C263D6C4-4840-40CC-AC84-17E24B3B7BDE}" type="slidenum">
              <a:rPr lang="en-US" noProof="0" smtClean="0"/>
              <a:pPr/>
              <a:t>9</a:t>
            </a:fld>
            <a:endParaRPr lang="en-US" noProof="0" dirty="0"/>
          </a:p>
        </p:txBody>
      </p:sp>
      <mc:AlternateContent xmlns:mc="http://schemas.openxmlformats.org/markup-compatibility/2006" xmlns:a14="http://schemas.microsoft.com/office/drawing/2010/main">
        <mc:Choice Requires="a14">
          <p:sp>
            <p:nvSpPr>
              <p:cNvPr id="4" name="Text Placeholder 3"/>
              <p:cNvSpPr>
                <a:spLocks noGrp="1"/>
              </p:cNvSpPr>
              <p:nvPr>
                <p:ph type="body" sz="quarter" idx="13"/>
              </p:nvPr>
            </p:nvSpPr>
            <p:spPr/>
            <p:txBody>
              <a:bodyPr/>
              <a:lstStyle/>
              <a:p>
                <a:pPr marL="0" indent="0">
                  <a:buNone/>
                </a:pPr>
                <a:r>
                  <a:rPr lang="en-US" sz="2400" dirty="0">
                    <a:latin typeface="Times New Roman" panose="02020603050405020304" pitchFamily="18" charset="0"/>
                    <a:cs typeface="Times New Roman" panose="02020603050405020304" pitchFamily="18" charset="0"/>
                  </a:rPr>
                  <a:t>    </a:t>
                </a:r>
              </a:p>
              <a:p>
                <a:pPr marL="0" indent="0">
                  <a:buNone/>
                </a:pPr>
                <a:endParaRPr lang="en-US" sz="2400" dirty="0">
                  <a:latin typeface="Times New Roman" panose="02020603050405020304" pitchFamily="18" charset="0"/>
                  <a:cs typeface="Times New Roman" panose="02020603050405020304" pitchFamily="18" charset="0"/>
                </a:endParaRPr>
              </a:p>
              <a:p>
                <a:pPr marL="0" indent="0">
                  <a:buNone/>
                </a:pPr>
                <a:endParaRPr lang="en-US" sz="2400" dirty="0">
                  <a:latin typeface="Times New Roman" panose="02020603050405020304" pitchFamily="18" charset="0"/>
                  <a:cs typeface="Times New Roman" panose="02020603050405020304" pitchFamily="18" charset="0"/>
                </a:endParaRPr>
              </a:p>
              <a:p>
                <a:pPr marL="0" indent="0">
                  <a:buNone/>
                </a:pPr>
                <a:r>
                  <a:rPr lang="en-US" sz="2400" dirty="0">
                    <a:latin typeface="Times New Roman" panose="02020603050405020304" pitchFamily="18" charset="0"/>
                    <a:cs typeface="Times New Roman" panose="02020603050405020304" pitchFamily="18" charset="0"/>
                  </a:rPr>
                  <a:t>                        </a:t>
                </a:r>
                <a14:m>
                  <m:oMath xmlns:m="http://schemas.openxmlformats.org/officeDocument/2006/math">
                    <m:sSup>
                      <m:sSupPr>
                        <m:ctrlPr>
                          <a:rPr lang="en-US" sz="3200" i="1" dirty="0" smtClean="0">
                            <a:latin typeface="Cambria Math" panose="02040503050406030204" pitchFamily="18" charset="0"/>
                            <a:cs typeface="Times New Roman" panose="02020603050405020304" pitchFamily="18" charset="0"/>
                          </a:rPr>
                        </m:ctrlPr>
                      </m:sSupPr>
                      <m:e>
                        <m:r>
                          <a:rPr lang="en-US" sz="3200" b="0" i="1" dirty="0" smtClean="0">
                            <a:latin typeface="Cambria Math" panose="02040503050406030204" pitchFamily="18" charset="0"/>
                            <a:cs typeface="Times New Roman" panose="02020603050405020304" pitchFamily="18" charset="0"/>
                          </a:rPr>
                          <m:t>𝑆</m:t>
                        </m:r>
                      </m:e>
                      <m:sup>
                        <m:r>
                          <a:rPr lang="en-US" sz="3200" b="0" i="1" dirty="0" smtClean="0">
                            <a:latin typeface="Cambria Math" panose="02040503050406030204" pitchFamily="18" charset="0"/>
                            <a:cs typeface="Times New Roman" panose="02020603050405020304" pitchFamily="18" charset="0"/>
                          </a:rPr>
                          <m:t>2</m:t>
                        </m:r>
                      </m:sup>
                    </m:sSup>
                    <m:r>
                      <a:rPr lang="en-US" sz="3200" i="1" dirty="0">
                        <a:latin typeface="Cambria Math" panose="02040503050406030204" pitchFamily="18" charset="0"/>
                        <a:cs typeface="Times New Roman" panose="02020603050405020304" pitchFamily="18" charset="0"/>
                      </a:rPr>
                      <m:t>=</m:t>
                    </m:r>
                    <m:f>
                      <m:fPr>
                        <m:ctrlPr>
                          <a:rPr lang="en-US" sz="3200" i="1" dirty="0">
                            <a:latin typeface="Cambria Math" panose="02040503050406030204" pitchFamily="18" charset="0"/>
                            <a:cs typeface="Times New Roman" panose="02020603050405020304" pitchFamily="18" charset="0"/>
                          </a:rPr>
                        </m:ctrlPr>
                      </m:fPr>
                      <m:num>
                        <m:nary>
                          <m:naryPr>
                            <m:chr m:val="∑"/>
                            <m:ctrlPr>
                              <a:rPr lang="en-US" sz="3200" i="1" dirty="0" smtClean="0">
                                <a:latin typeface="Cambria Math" panose="02040503050406030204" pitchFamily="18" charset="0"/>
                                <a:cs typeface="Times New Roman" panose="02020603050405020304" pitchFamily="18" charset="0"/>
                              </a:rPr>
                            </m:ctrlPr>
                          </m:naryPr>
                          <m:sub>
                            <m:r>
                              <m:rPr>
                                <m:brk m:alnAt="23"/>
                              </m:rPr>
                              <a:rPr lang="en-US" sz="3200" i="1" dirty="0">
                                <a:latin typeface="Cambria Math" panose="02040503050406030204" pitchFamily="18" charset="0"/>
                                <a:cs typeface="Times New Roman" panose="02020603050405020304" pitchFamily="18" charset="0"/>
                              </a:rPr>
                              <m:t>𝑖</m:t>
                            </m:r>
                            <m:r>
                              <a:rPr lang="en-US" sz="3200" i="1" dirty="0">
                                <a:latin typeface="Cambria Math" panose="02040503050406030204" pitchFamily="18" charset="0"/>
                                <a:cs typeface="Times New Roman" panose="02020603050405020304" pitchFamily="18" charset="0"/>
                              </a:rPr>
                              <m:t>=1</m:t>
                            </m:r>
                          </m:sub>
                          <m:sup>
                            <m:r>
                              <a:rPr lang="en-US" sz="3200" i="1" dirty="0">
                                <a:latin typeface="Cambria Math" panose="02040503050406030204" pitchFamily="18" charset="0"/>
                                <a:cs typeface="Times New Roman" panose="02020603050405020304" pitchFamily="18" charset="0"/>
                              </a:rPr>
                              <m:t>𝑛</m:t>
                            </m:r>
                          </m:sup>
                          <m:e>
                            <m:sSup>
                              <m:sSupPr>
                                <m:ctrlPr>
                                  <a:rPr lang="en-US" sz="3200" i="1" dirty="0" smtClean="0">
                                    <a:latin typeface="Cambria Math" panose="02040503050406030204" pitchFamily="18" charset="0"/>
                                    <a:cs typeface="Times New Roman" panose="02020603050405020304" pitchFamily="18" charset="0"/>
                                  </a:rPr>
                                </m:ctrlPr>
                              </m:sSupPr>
                              <m:e>
                                <m:r>
                                  <a:rPr lang="en-US" sz="3200" b="0" i="1" dirty="0" smtClean="0">
                                    <a:latin typeface="Cambria Math" panose="02040503050406030204" pitchFamily="18" charset="0"/>
                                    <a:cs typeface="Times New Roman" panose="02020603050405020304" pitchFamily="18" charset="0"/>
                                  </a:rPr>
                                  <m:t>(</m:t>
                                </m:r>
                                <m:r>
                                  <a:rPr lang="en-US" sz="3200" b="0" i="1" dirty="0" smtClean="0">
                                    <a:latin typeface="Cambria Math" panose="02040503050406030204" pitchFamily="18" charset="0"/>
                                    <a:cs typeface="Times New Roman" panose="02020603050405020304" pitchFamily="18" charset="0"/>
                                  </a:rPr>
                                  <m:t>𝑋</m:t>
                                </m:r>
                                <m:r>
                                  <a:rPr lang="en-US" sz="3200" b="0" i="1" dirty="0" smtClean="0">
                                    <a:latin typeface="Cambria Math" panose="02040503050406030204" pitchFamily="18" charset="0"/>
                                    <a:cs typeface="Times New Roman" panose="02020603050405020304" pitchFamily="18" charset="0"/>
                                  </a:rPr>
                                  <m:t>−</m:t>
                                </m:r>
                                <m:bar>
                                  <m:barPr>
                                    <m:pos m:val="top"/>
                                    <m:ctrlPr>
                                      <a:rPr lang="en-US" sz="3200" b="0" i="1" dirty="0" smtClean="0">
                                        <a:latin typeface="Cambria Math" panose="02040503050406030204" pitchFamily="18" charset="0"/>
                                        <a:cs typeface="Times New Roman" panose="02020603050405020304" pitchFamily="18" charset="0"/>
                                      </a:rPr>
                                    </m:ctrlPr>
                                  </m:barPr>
                                  <m:e>
                                    <m:r>
                                      <a:rPr lang="en-US" sz="3200" b="0" i="1" dirty="0" smtClean="0">
                                        <a:latin typeface="Cambria Math" panose="02040503050406030204" pitchFamily="18" charset="0"/>
                                        <a:cs typeface="Times New Roman" panose="02020603050405020304" pitchFamily="18" charset="0"/>
                                      </a:rPr>
                                      <m:t>𝑋</m:t>
                                    </m:r>
                                  </m:e>
                                </m:bar>
                                <m:r>
                                  <a:rPr lang="en-US" sz="3200" b="0" i="1" dirty="0" smtClean="0">
                                    <a:latin typeface="Cambria Math" panose="02040503050406030204" pitchFamily="18" charset="0"/>
                                    <a:cs typeface="Times New Roman" panose="02020603050405020304" pitchFamily="18" charset="0"/>
                                  </a:rPr>
                                  <m:t>)</m:t>
                                </m:r>
                              </m:e>
                              <m:sup>
                                <m:r>
                                  <a:rPr lang="en-US" sz="3200" b="0" i="1" dirty="0" smtClean="0">
                                    <a:latin typeface="Cambria Math" panose="02040503050406030204" pitchFamily="18" charset="0"/>
                                    <a:cs typeface="Times New Roman" panose="02020603050405020304" pitchFamily="18" charset="0"/>
                                  </a:rPr>
                                  <m:t>2</m:t>
                                </m:r>
                              </m:sup>
                            </m:sSup>
                          </m:e>
                        </m:nary>
                      </m:num>
                      <m:den>
                        <m:r>
                          <a:rPr lang="en-US" sz="3200" i="1" dirty="0">
                            <a:latin typeface="Cambria Math" panose="02040503050406030204" pitchFamily="18" charset="0"/>
                            <a:cs typeface="Times New Roman" panose="02020603050405020304" pitchFamily="18" charset="0"/>
                          </a:rPr>
                          <m:t>𝑛</m:t>
                        </m:r>
                        <m:r>
                          <a:rPr lang="en-US" sz="3200" i="1" dirty="0">
                            <a:latin typeface="Cambria Math" panose="02040503050406030204" pitchFamily="18" charset="0"/>
                            <a:cs typeface="Times New Roman" panose="02020603050405020304" pitchFamily="18" charset="0"/>
                          </a:rPr>
                          <m:t>−1</m:t>
                        </m:r>
                      </m:den>
                    </m:f>
                  </m:oMath>
                </a14:m>
                <a:endParaRPr lang="en-US" sz="3200" dirty="0">
                  <a:latin typeface="Times New Roman" panose="02020603050405020304" pitchFamily="18" charset="0"/>
                  <a:cs typeface="Times New Roman" panose="02020603050405020304" pitchFamily="18" charset="0"/>
                </a:endParaRPr>
              </a:p>
              <a:p>
                <a:r>
                  <a:rPr lang="en-US" sz="2400" dirty="0">
                    <a:latin typeface="Times New Roman" panose="02020603050405020304" pitchFamily="18" charset="0"/>
                    <a:cs typeface="Times New Roman" panose="02020603050405020304" pitchFamily="18" charset="0"/>
                  </a:rPr>
                  <a:t>X is the </a:t>
                </a:r>
                <a:r>
                  <a:rPr lang="en-US" sz="2400" dirty="0" err="1">
                    <a:latin typeface="Times New Roman" panose="02020603050405020304" pitchFamily="18" charset="0"/>
                    <a:cs typeface="Times New Roman" panose="02020603050405020304" pitchFamily="18" charset="0"/>
                  </a:rPr>
                  <a:t>datapoint</a:t>
                </a:r>
                <a:endParaRPr lang="en-US" sz="2400" dirty="0">
                  <a:latin typeface="Times New Roman" panose="02020603050405020304" pitchFamily="18" charset="0"/>
                  <a:cs typeface="Times New Roman" panose="02020603050405020304" pitchFamily="18" charset="0"/>
                </a:endParaRPr>
              </a:p>
              <a:p>
                <a14:m>
                  <m:oMath xmlns:m="http://schemas.openxmlformats.org/officeDocument/2006/math">
                    <m:bar>
                      <m:barPr>
                        <m:pos m:val="top"/>
                        <m:ctrlPr>
                          <a:rPr lang="en-US" sz="2400" b="0" i="1" smtClean="0">
                            <a:latin typeface="Cambria Math" panose="02040503050406030204" pitchFamily="18" charset="0"/>
                            <a:cs typeface="Times New Roman" panose="02020603050405020304" pitchFamily="18" charset="0"/>
                          </a:rPr>
                        </m:ctrlPr>
                      </m:barPr>
                      <m:e>
                        <m:r>
                          <a:rPr lang="en-US" sz="2400" b="0" i="1" smtClean="0">
                            <a:latin typeface="Cambria Math" panose="02040503050406030204" pitchFamily="18" charset="0"/>
                            <a:cs typeface="Times New Roman" panose="02020603050405020304" pitchFamily="18" charset="0"/>
                          </a:rPr>
                          <m:t>𝑋</m:t>
                        </m:r>
                      </m:e>
                    </m:bar>
                    <m:r>
                      <a:rPr lang="en-US" sz="2400" b="0" i="1" smtClean="0">
                        <a:latin typeface="Cambria Math" panose="02040503050406030204" pitchFamily="18" charset="0"/>
                        <a:cs typeface="Times New Roman" panose="02020603050405020304" pitchFamily="18" charset="0"/>
                      </a:rPr>
                      <m:t> </m:t>
                    </m:r>
                  </m:oMath>
                </a14:m>
                <a:r>
                  <a:rPr lang="en-US" sz="2400" dirty="0">
                    <a:latin typeface="Times New Roman" panose="02020603050405020304" pitchFamily="18" charset="0"/>
                    <a:cs typeface="Times New Roman" panose="02020603050405020304" pitchFamily="18" charset="0"/>
                  </a:rPr>
                  <a:t>is the mean</a:t>
                </a:r>
              </a:p>
              <a:p>
                <a:r>
                  <a:rPr lang="en-US" sz="2400" dirty="0">
                    <a:latin typeface="Times New Roman" panose="02020603050405020304" pitchFamily="18" charset="0"/>
                    <a:cs typeface="Times New Roman" panose="02020603050405020304" pitchFamily="18" charset="0"/>
                  </a:rPr>
                  <a:t>n is the sample size</a:t>
                </a:r>
              </a:p>
            </p:txBody>
          </p:sp>
        </mc:Choice>
        <mc:Fallback xmlns="">
          <p:sp>
            <p:nvSpPr>
              <p:cNvPr id="4" name="Text Placeholder 3"/>
              <p:cNvSpPr>
                <a:spLocks noGrp="1" noRot="1" noChangeAspect="1" noMove="1" noResize="1" noEditPoints="1" noAdjustHandles="1" noChangeArrowheads="1" noChangeShapeType="1" noTextEdit="1"/>
              </p:cNvSpPr>
              <p:nvPr>
                <p:ph type="body" sz="quarter" idx="13"/>
              </p:nvPr>
            </p:nvSpPr>
            <p:spPr>
              <a:blipFill>
                <a:blip r:embed="rId2"/>
                <a:stretch>
                  <a:fillRect l="-1270"/>
                </a:stretch>
              </a:blipFill>
            </p:spPr>
            <p:txBody>
              <a:bodyPr/>
              <a:lstStyle/>
              <a:p>
                <a:r>
                  <a:rPr lang="en-US">
                    <a:noFill/>
                  </a:rPr>
                  <a:t> </a:t>
                </a:r>
              </a:p>
            </p:txBody>
          </p:sp>
        </mc:Fallback>
      </mc:AlternateContent>
    </p:spTree>
    <p:extLst>
      <p:ext uri="{BB962C8B-B14F-4D97-AF65-F5344CB8AC3E}">
        <p14:creationId xmlns:p14="http://schemas.microsoft.com/office/powerpoint/2010/main" val="1011277756"/>
      </p:ext>
    </p:extLst>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44500" y="542925"/>
            <a:ext cx="11214100" cy="480131"/>
          </a:xfrm>
        </p:spPr>
        <p:txBody>
          <a:bodyPr/>
          <a:lstStyle/>
          <a:p>
            <a:r>
              <a:rPr lang="en-US" sz="2800" dirty="0">
                <a:latin typeface="Times New Roman" panose="02020603050405020304" pitchFamily="18" charset="0"/>
                <a:cs typeface="Times New Roman" panose="02020603050405020304" pitchFamily="18" charset="0"/>
              </a:rPr>
              <a:t>Types of ANOVA</a:t>
            </a:r>
          </a:p>
        </p:txBody>
      </p:sp>
      <p:sp>
        <p:nvSpPr>
          <p:cNvPr id="3" name="Slide Number Placeholder 2"/>
          <p:cNvSpPr>
            <a:spLocks noGrp="1"/>
          </p:cNvSpPr>
          <p:nvPr>
            <p:ph type="sldNum" sz="quarter" idx="12"/>
          </p:nvPr>
        </p:nvSpPr>
        <p:spPr/>
        <p:txBody>
          <a:bodyPr/>
          <a:lstStyle/>
          <a:p>
            <a:fld id="{C263D6C4-4840-40CC-AC84-17E24B3B7BDE}" type="slidenum">
              <a:rPr lang="en-US" noProof="0" smtClean="0"/>
              <a:pPr/>
              <a:t>10</a:t>
            </a:fld>
            <a:endParaRPr lang="en-US" noProof="0" dirty="0"/>
          </a:p>
        </p:txBody>
      </p:sp>
      <p:sp>
        <p:nvSpPr>
          <p:cNvPr id="4" name="Text Placeholder 3"/>
          <p:cNvSpPr>
            <a:spLocks noGrp="1"/>
          </p:cNvSpPr>
          <p:nvPr>
            <p:ph type="body" sz="quarter" idx="13"/>
          </p:nvPr>
        </p:nvSpPr>
        <p:spPr/>
        <p:txBody>
          <a:bodyPr/>
          <a:lstStyle/>
          <a:p>
            <a:r>
              <a:rPr lang="en-US" sz="2400" dirty="0">
                <a:latin typeface="Times New Roman" panose="02020603050405020304" pitchFamily="18" charset="0"/>
                <a:cs typeface="Times New Roman" panose="02020603050405020304" pitchFamily="18" charset="0"/>
              </a:rPr>
              <a:t>One Way ANOVA</a:t>
            </a:r>
          </a:p>
          <a:p>
            <a:endParaRPr lang="en-US" sz="2400" dirty="0">
              <a:latin typeface="Times New Roman" panose="02020603050405020304" pitchFamily="18" charset="0"/>
              <a:cs typeface="Times New Roman" panose="02020603050405020304" pitchFamily="18" charset="0"/>
            </a:endParaRPr>
          </a:p>
        </p:txBody>
      </p:sp>
      <p:pic>
        <p:nvPicPr>
          <p:cNvPr id="5" name="Content Placeholder 3">
            <a:extLst>
              <a:ext uri="{FF2B5EF4-FFF2-40B4-BE49-F238E27FC236}">
                <a16:creationId xmlns:a16="http://schemas.microsoft.com/office/drawing/2014/main" id="{8969E46E-97C4-E080-1F0D-50C2454CF966}"/>
              </a:ext>
            </a:extLst>
          </p:cNvPr>
          <p:cNvPicPr>
            <a:picLocks noChangeAspect="1"/>
          </p:cNvPicPr>
          <p:nvPr/>
        </p:nvPicPr>
        <p:blipFill>
          <a:blip r:embed="rId2"/>
          <a:stretch>
            <a:fillRect/>
          </a:stretch>
        </p:blipFill>
        <p:spPr>
          <a:xfrm>
            <a:off x="2030218" y="2347545"/>
            <a:ext cx="7912514" cy="4079775"/>
          </a:xfrm>
          <a:prstGeom prst="rect">
            <a:avLst/>
          </a:prstGeom>
        </p:spPr>
      </p:pic>
    </p:spTree>
    <p:extLst>
      <p:ext uri="{BB962C8B-B14F-4D97-AF65-F5344CB8AC3E}">
        <p14:creationId xmlns:p14="http://schemas.microsoft.com/office/powerpoint/2010/main" val="3054131739"/>
      </p:ext>
    </p:extLst>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44500" y="542925"/>
            <a:ext cx="11214100" cy="424732"/>
          </a:xfrm>
        </p:spPr>
        <p:txBody>
          <a:bodyPr/>
          <a:lstStyle/>
          <a:p>
            <a:pPr marL="342900" indent="-342900">
              <a:buFont typeface="Arial" panose="020B0604020202020204" pitchFamily="34" charset="0"/>
              <a:buChar char="•"/>
            </a:pPr>
            <a:r>
              <a:rPr lang="en-US" sz="2400" b="0" dirty="0">
                <a:latin typeface="Times New Roman" panose="02020603050405020304" pitchFamily="18" charset="0"/>
                <a:cs typeface="Times New Roman" panose="02020603050405020304" pitchFamily="18" charset="0"/>
              </a:rPr>
              <a:t>Two Way ANOVA</a:t>
            </a:r>
          </a:p>
        </p:txBody>
      </p:sp>
      <p:sp>
        <p:nvSpPr>
          <p:cNvPr id="3" name="Slide Number Placeholder 2"/>
          <p:cNvSpPr>
            <a:spLocks noGrp="1"/>
          </p:cNvSpPr>
          <p:nvPr>
            <p:ph type="sldNum" sz="quarter" idx="12"/>
          </p:nvPr>
        </p:nvSpPr>
        <p:spPr/>
        <p:txBody>
          <a:bodyPr/>
          <a:lstStyle/>
          <a:p>
            <a:fld id="{C263D6C4-4840-40CC-AC84-17E24B3B7BDE}" type="slidenum">
              <a:rPr lang="en-US" noProof="0" smtClean="0"/>
              <a:pPr/>
              <a:t>11</a:t>
            </a:fld>
            <a:endParaRPr lang="en-US" noProof="0" dirty="0"/>
          </a:p>
        </p:txBody>
      </p:sp>
      <p:pic>
        <p:nvPicPr>
          <p:cNvPr id="5" name="Picture 4"/>
          <p:cNvPicPr>
            <a:picLocks noChangeAspect="1"/>
          </p:cNvPicPr>
          <p:nvPr/>
        </p:nvPicPr>
        <p:blipFill>
          <a:blip r:embed="rId2"/>
          <a:stretch>
            <a:fillRect/>
          </a:stretch>
        </p:blipFill>
        <p:spPr>
          <a:xfrm>
            <a:off x="879230" y="1370566"/>
            <a:ext cx="8657070" cy="4602879"/>
          </a:xfrm>
          <a:prstGeom prst="rect">
            <a:avLst/>
          </a:prstGeom>
        </p:spPr>
      </p:pic>
      <p:sp>
        <p:nvSpPr>
          <p:cNvPr id="6" name="TextBox 5"/>
          <p:cNvSpPr txBox="1"/>
          <p:nvPr/>
        </p:nvSpPr>
        <p:spPr>
          <a:xfrm>
            <a:off x="4308231" y="1932082"/>
            <a:ext cx="237392" cy="369332"/>
          </a:xfrm>
          <a:prstGeom prst="rect">
            <a:avLst/>
          </a:prstGeom>
          <a:noFill/>
        </p:spPr>
        <p:txBody>
          <a:bodyPr wrap="square" rtlCol="0">
            <a:spAutoFit/>
          </a:bodyPr>
          <a:lstStyle/>
          <a:p>
            <a:r>
              <a:rPr lang="en-US" dirty="0">
                <a:solidFill>
                  <a:schemeClr val="bg1"/>
                </a:solidFill>
                <a:latin typeface="Times New Roman" panose="02020603050405020304" pitchFamily="18" charset="0"/>
                <a:cs typeface="Times New Roman" panose="02020603050405020304" pitchFamily="18" charset="0"/>
              </a:rPr>
              <a:t>o</a:t>
            </a:r>
          </a:p>
        </p:txBody>
      </p:sp>
    </p:spTree>
    <p:extLst>
      <p:ext uri="{BB962C8B-B14F-4D97-AF65-F5344CB8AC3E}">
        <p14:creationId xmlns:p14="http://schemas.microsoft.com/office/powerpoint/2010/main" val="1577530456"/>
      </p:ext>
    </p:extLst>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dirty="0">
                <a:latin typeface="Times New Roman" panose="02020603050405020304" pitchFamily="18" charset="0"/>
                <a:cs typeface="Times New Roman" panose="02020603050405020304" pitchFamily="18" charset="0"/>
              </a:rPr>
              <a:t>Steps</a:t>
            </a:r>
          </a:p>
        </p:txBody>
      </p:sp>
      <p:sp>
        <p:nvSpPr>
          <p:cNvPr id="3" name="Slide Number Placeholder 2"/>
          <p:cNvSpPr>
            <a:spLocks noGrp="1"/>
          </p:cNvSpPr>
          <p:nvPr>
            <p:ph type="sldNum" sz="quarter" idx="12"/>
          </p:nvPr>
        </p:nvSpPr>
        <p:spPr/>
        <p:txBody>
          <a:bodyPr/>
          <a:lstStyle/>
          <a:p>
            <a:fld id="{C263D6C4-4840-40CC-AC84-17E24B3B7BDE}" type="slidenum">
              <a:rPr lang="en-US" noProof="0" smtClean="0"/>
              <a:pPr/>
              <a:t>12</a:t>
            </a:fld>
            <a:endParaRPr lang="en-US" noProof="0" dirty="0"/>
          </a:p>
        </p:txBody>
      </p:sp>
      <p:sp>
        <p:nvSpPr>
          <p:cNvPr id="4" name="Text Placeholder 3"/>
          <p:cNvSpPr>
            <a:spLocks noGrp="1"/>
          </p:cNvSpPr>
          <p:nvPr>
            <p:ph type="body" sz="quarter" idx="13"/>
          </p:nvPr>
        </p:nvSpPr>
        <p:spPr/>
        <p:txBody>
          <a:bodyPr/>
          <a:lstStyle/>
          <a:p>
            <a:r>
              <a:rPr lang="en-US" sz="2400" dirty="0">
                <a:latin typeface="Times New Roman" panose="02020603050405020304" pitchFamily="18" charset="0"/>
                <a:cs typeface="Times New Roman" panose="02020603050405020304" pitchFamily="18" charset="0"/>
              </a:rPr>
              <a:t>Calculate the mean square error between groups and within groups.</a:t>
            </a:r>
          </a:p>
          <a:p>
            <a:r>
              <a:rPr lang="en-US" sz="2400" dirty="0">
                <a:latin typeface="Times New Roman" panose="02020603050405020304" pitchFamily="18" charset="0"/>
                <a:cs typeface="Times New Roman" panose="02020603050405020304" pitchFamily="18" charset="0"/>
              </a:rPr>
              <a:t>Find the F value </a:t>
            </a:r>
          </a:p>
          <a:p>
            <a:r>
              <a:rPr lang="en-US" sz="2400" dirty="0">
                <a:latin typeface="Times New Roman" panose="02020603050405020304" pitchFamily="18" charset="0"/>
                <a:cs typeface="Times New Roman" panose="02020603050405020304" pitchFamily="18" charset="0"/>
              </a:rPr>
              <a:t>Find </a:t>
            </a:r>
            <a:r>
              <a:rPr lang="en-US" sz="2400" i="1" dirty="0" err="1">
                <a:latin typeface="Times New Roman" panose="02020603050405020304" pitchFamily="18" charset="0"/>
                <a:cs typeface="Times New Roman" panose="02020603050405020304" pitchFamily="18" charset="0"/>
              </a:rPr>
              <a:t>F</a:t>
            </a:r>
            <a:r>
              <a:rPr lang="en-US" i="1" dirty="0" err="1">
                <a:latin typeface="Times New Roman" panose="02020603050405020304" pitchFamily="18" charset="0"/>
                <a:cs typeface="Times New Roman" panose="02020603050405020304" pitchFamily="18" charset="0"/>
              </a:rPr>
              <a:t>ɑ</a:t>
            </a:r>
            <a:r>
              <a:rPr lang="en-US" sz="2400" i="1" dirty="0">
                <a:latin typeface="Times New Roman" panose="02020603050405020304" pitchFamily="18" charset="0"/>
                <a:cs typeface="Times New Roman" panose="02020603050405020304" pitchFamily="18" charset="0"/>
              </a:rPr>
              <a:t>(</a:t>
            </a:r>
            <a:r>
              <a:rPr lang="en-US" sz="2400" i="1" dirty="0" err="1">
                <a:latin typeface="Times New Roman" panose="02020603050405020304" pitchFamily="18" charset="0"/>
                <a:cs typeface="Times New Roman" panose="02020603050405020304" pitchFamily="18" charset="0"/>
              </a:rPr>
              <a:t>d</a:t>
            </a:r>
            <a:r>
              <a:rPr lang="en-US" sz="1400" i="1" dirty="0" err="1">
                <a:latin typeface="Times New Roman" panose="02020603050405020304" pitchFamily="18" charset="0"/>
                <a:cs typeface="Times New Roman" panose="02020603050405020304" pitchFamily="18" charset="0"/>
              </a:rPr>
              <a:t>b</a:t>
            </a:r>
            <a:r>
              <a:rPr lang="en-US" sz="2400" i="1" dirty="0" err="1">
                <a:latin typeface="Times New Roman" panose="02020603050405020304" pitchFamily="18" charset="0"/>
                <a:cs typeface="Times New Roman" panose="02020603050405020304" pitchFamily="18" charset="0"/>
              </a:rPr>
              <a:t>,d</a:t>
            </a:r>
            <a:r>
              <a:rPr lang="en-US" sz="1400" i="1" dirty="0" err="1">
                <a:latin typeface="Times New Roman" panose="02020603050405020304" pitchFamily="18" charset="0"/>
                <a:cs typeface="Times New Roman" panose="02020603050405020304" pitchFamily="18" charset="0"/>
              </a:rPr>
              <a:t>w</a:t>
            </a:r>
            <a:r>
              <a:rPr lang="en-US" sz="2400" i="1" dirty="0">
                <a:latin typeface="Times New Roman" panose="02020603050405020304" pitchFamily="18" charset="0"/>
                <a:cs typeface="Times New Roman" panose="02020603050405020304" pitchFamily="18" charset="0"/>
              </a:rPr>
              <a:t>), </a:t>
            </a:r>
            <a:r>
              <a:rPr lang="en-US" sz="2400" dirty="0">
                <a:latin typeface="Times New Roman" panose="02020603050405020304" pitchFamily="18" charset="0"/>
                <a:cs typeface="Times New Roman" panose="02020603050405020304" pitchFamily="18" charset="0"/>
              </a:rPr>
              <a:t>where </a:t>
            </a:r>
            <a:r>
              <a:rPr lang="en-US" sz="2400" i="1" dirty="0">
                <a:latin typeface="Times New Roman" panose="02020603050405020304" pitchFamily="18" charset="0"/>
                <a:cs typeface="Times New Roman" panose="02020603050405020304" pitchFamily="18" charset="0"/>
              </a:rPr>
              <a:t>ɑ </a:t>
            </a:r>
            <a:r>
              <a:rPr lang="en-US" sz="2400" dirty="0">
                <a:latin typeface="Times New Roman" panose="02020603050405020304" pitchFamily="18" charset="0"/>
                <a:cs typeface="Times New Roman" panose="02020603050405020304" pitchFamily="18" charset="0"/>
              </a:rPr>
              <a:t>is the significance level </a:t>
            </a:r>
            <a:r>
              <a:rPr lang="en-US" sz="2400" i="1" dirty="0" err="1">
                <a:latin typeface="Times New Roman" panose="02020603050405020304" pitchFamily="18" charset="0"/>
                <a:cs typeface="Times New Roman" panose="02020603050405020304" pitchFamily="18" charset="0"/>
              </a:rPr>
              <a:t>d</a:t>
            </a:r>
            <a:r>
              <a:rPr lang="en-US" sz="1400" i="1" dirty="0" err="1">
                <a:latin typeface="Times New Roman" panose="02020603050405020304" pitchFamily="18" charset="0"/>
                <a:cs typeface="Times New Roman" panose="02020603050405020304" pitchFamily="18" charset="0"/>
              </a:rPr>
              <a:t>b</a:t>
            </a:r>
            <a:r>
              <a:rPr lang="en-US" sz="2400" i="1" dirty="0">
                <a:latin typeface="Times New Roman" panose="02020603050405020304" pitchFamily="18" charset="0"/>
                <a:cs typeface="Times New Roman" panose="02020603050405020304" pitchFamily="18" charset="0"/>
              </a:rPr>
              <a:t> and </a:t>
            </a:r>
            <a:r>
              <a:rPr lang="en-US" sz="2400" i="1" dirty="0" err="1">
                <a:latin typeface="Times New Roman" panose="02020603050405020304" pitchFamily="18" charset="0"/>
                <a:cs typeface="Times New Roman" panose="02020603050405020304" pitchFamily="18" charset="0"/>
              </a:rPr>
              <a:t>d</a:t>
            </a:r>
            <a:r>
              <a:rPr lang="en-US" sz="1400" i="1" dirty="0" err="1">
                <a:latin typeface="Times New Roman" panose="02020603050405020304" pitchFamily="18" charset="0"/>
                <a:cs typeface="Times New Roman" panose="02020603050405020304" pitchFamily="18" charset="0"/>
              </a:rPr>
              <a:t>w</a:t>
            </a:r>
            <a:r>
              <a:rPr lang="en-US" sz="1400" i="1" dirty="0">
                <a:latin typeface="Times New Roman" panose="02020603050405020304" pitchFamily="18" charset="0"/>
                <a:cs typeface="Times New Roman" panose="02020603050405020304" pitchFamily="18" charset="0"/>
              </a:rPr>
              <a:t> </a:t>
            </a:r>
            <a:r>
              <a:rPr lang="en-US" sz="2400" dirty="0">
                <a:latin typeface="Times New Roman" panose="02020603050405020304" pitchFamily="18" charset="0"/>
                <a:cs typeface="Times New Roman" panose="02020603050405020304" pitchFamily="18" charset="0"/>
              </a:rPr>
              <a:t>are degrees of freedom.</a:t>
            </a:r>
          </a:p>
          <a:p>
            <a:r>
              <a:rPr lang="en-US" sz="2400" dirty="0">
                <a:latin typeface="Times New Roman" panose="02020603050405020304" pitchFamily="18" charset="0"/>
                <a:cs typeface="Times New Roman" panose="02020603050405020304" pitchFamily="18" charset="0"/>
              </a:rPr>
              <a:t>If </a:t>
            </a:r>
            <a:r>
              <a:rPr lang="en-US" sz="2400" i="1" dirty="0">
                <a:latin typeface="Times New Roman" panose="02020603050405020304" pitchFamily="18" charset="0"/>
                <a:cs typeface="Times New Roman" panose="02020603050405020304" pitchFamily="18" charset="0"/>
              </a:rPr>
              <a:t>F &gt; </a:t>
            </a:r>
            <a:r>
              <a:rPr lang="en-US" sz="2400" i="1" dirty="0" err="1">
                <a:latin typeface="Times New Roman" panose="02020603050405020304" pitchFamily="18" charset="0"/>
                <a:cs typeface="Times New Roman" panose="02020603050405020304" pitchFamily="18" charset="0"/>
              </a:rPr>
              <a:t>F</a:t>
            </a:r>
            <a:r>
              <a:rPr lang="en-US" sz="1400" i="1" dirty="0" err="1">
                <a:latin typeface="Times New Roman" panose="02020603050405020304" pitchFamily="18" charset="0"/>
                <a:cs typeface="Times New Roman" panose="02020603050405020304" pitchFamily="18" charset="0"/>
              </a:rPr>
              <a:t>ɑ</a:t>
            </a:r>
            <a:r>
              <a:rPr lang="en-US" sz="2400" i="1" dirty="0">
                <a:latin typeface="Times New Roman" panose="02020603050405020304" pitchFamily="18" charset="0"/>
                <a:cs typeface="Times New Roman" panose="02020603050405020304" pitchFamily="18" charset="0"/>
              </a:rPr>
              <a:t>(</a:t>
            </a:r>
            <a:r>
              <a:rPr lang="en-US" sz="2400" i="1" dirty="0" err="1">
                <a:latin typeface="Times New Roman" panose="02020603050405020304" pitchFamily="18" charset="0"/>
                <a:cs typeface="Times New Roman" panose="02020603050405020304" pitchFamily="18" charset="0"/>
              </a:rPr>
              <a:t>d</a:t>
            </a:r>
            <a:r>
              <a:rPr lang="en-US" sz="1200" i="1" dirty="0" err="1">
                <a:latin typeface="Times New Roman" panose="02020603050405020304" pitchFamily="18" charset="0"/>
                <a:cs typeface="Times New Roman" panose="02020603050405020304" pitchFamily="18" charset="0"/>
              </a:rPr>
              <a:t>b</a:t>
            </a:r>
            <a:r>
              <a:rPr lang="en-US" sz="2400" i="1" dirty="0" err="1">
                <a:latin typeface="Times New Roman" panose="02020603050405020304" pitchFamily="18" charset="0"/>
                <a:cs typeface="Times New Roman" panose="02020603050405020304" pitchFamily="18" charset="0"/>
              </a:rPr>
              <a:t>,d</a:t>
            </a:r>
            <a:r>
              <a:rPr lang="en-US" sz="1400" i="1" dirty="0" err="1">
                <a:latin typeface="Times New Roman" panose="02020603050405020304" pitchFamily="18" charset="0"/>
                <a:cs typeface="Times New Roman" panose="02020603050405020304" pitchFamily="18" charset="0"/>
              </a:rPr>
              <a:t>w</a:t>
            </a:r>
            <a:r>
              <a:rPr lang="en-US" sz="2400" i="1" dirty="0">
                <a:latin typeface="Times New Roman" panose="02020603050405020304" pitchFamily="18" charset="0"/>
                <a:cs typeface="Times New Roman" panose="02020603050405020304" pitchFamily="18" charset="0"/>
              </a:rPr>
              <a:t>) </a:t>
            </a:r>
          </a:p>
          <a:p>
            <a:pPr marL="0" indent="0">
              <a:buNone/>
            </a:pPr>
            <a:r>
              <a:rPr lang="en-US" sz="2400" i="1" dirty="0">
                <a:latin typeface="Times New Roman" panose="02020603050405020304" pitchFamily="18" charset="0"/>
                <a:cs typeface="Times New Roman" panose="02020603050405020304" pitchFamily="18" charset="0"/>
              </a:rPr>
              <a:t>           Reject H</a:t>
            </a:r>
            <a:r>
              <a:rPr lang="en-US" sz="1200" i="1" dirty="0">
                <a:latin typeface="Times New Roman" panose="02020603050405020304" pitchFamily="18" charset="0"/>
                <a:cs typeface="Times New Roman" panose="02020603050405020304" pitchFamily="18" charset="0"/>
              </a:rPr>
              <a:t>0</a:t>
            </a:r>
          </a:p>
        </p:txBody>
      </p:sp>
    </p:spTree>
    <p:extLst>
      <p:ext uri="{BB962C8B-B14F-4D97-AF65-F5344CB8AC3E}">
        <p14:creationId xmlns:p14="http://schemas.microsoft.com/office/powerpoint/2010/main" val="2259738010"/>
      </p:ext>
    </p:extLst>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dirty="0"/>
              <a:t>Example</a:t>
            </a:r>
          </a:p>
        </p:txBody>
      </p:sp>
      <p:sp>
        <p:nvSpPr>
          <p:cNvPr id="3" name="Slide Number Placeholder 2"/>
          <p:cNvSpPr>
            <a:spLocks noGrp="1"/>
          </p:cNvSpPr>
          <p:nvPr>
            <p:ph type="sldNum" sz="quarter" idx="12"/>
          </p:nvPr>
        </p:nvSpPr>
        <p:spPr/>
        <p:txBody>
          <a:bodyPr/>
          <a:lstStyle/>
          <a:p>
            <a:fld id="{C263D6C4-4840-40CC-AC84-17E24B3B7BDE}" type="slidenum">
              <a:rPr lang="en-US" noProof="0" smtClean="0"/>
              <a:pPr/>
              <a:t>13</a:t>
            </a:fld>
            <a:endParaRPr lang="en-US" noProof="0" dirty="0"/>
          </a:p>
        </p:txBody>
      </p:sp>
      <p:sp>
        <p:nvSpPr>
          <p:cNvPr id="4" name="Text Placeholder 3"/>
          <p:cNvSpPr>
            <a:spLocks noGrp="1"/>
          </p:cNvSpPr>
          <p:nvPr>
            <p:ph type="body" sz="quarter" idx="13"/>
          </p:nvPr>
        </p:nvSpPr>
        <p:spPr>
          <a:xfrm>
            <a:off x="444500" y="1078457"/>
            <a:ext cx="10807700" cy="5709206"/>
          </a:xfrm>
        </p:spPr>
        <p:txBody>
          <a:bodyPr/>
          <a:lstStyle/>
          <a:p>
            <a:r>
              <a:rPr lang="en-IN" sz="2400" dirty="0">
                <a:latin typeface="Times New Roman" panose="02020603050405020304" pitchFamily="18" charset="0"/>
                <a:ea typeface="Calibri" panose="020F0502020204030204" pitchFamily="34" charset="0"/>
                <a:cs typeface="Times New Roman" panose="02020603050405020304" pitchFamily="18" charset="0"/>
              </a:rPr>
              <a:t>Four popular weight loss programs are considered. The first is a low-calorie diet, the second is a low-fat diet, the third is a low- carbohydrate diet and the fourth is a control diet. A total of twenty patients participate in a study of healthy behaviours with weight loss and the patients were randomly assigned to one of the four diet groups. The difference in weights after and before participation is given below</a:t>
            </a:r>
          </a:p>
          <a:p>
            <a:endParaRPr lang="en-US" dirty="0"/>
          </a:p>
        </p:txBody>
      </p:sp>
      <p:pic>
        <p:nvPicPr>
          <p:cNvPr id="5" name="Picture 4"/>
          <p:cNvPicPr>
            <a:picLocks noChangeAspect="1"/>
          </p:cNvPicPr>
          <p:nvPr/>
        </p:nvPicPr>
        <p:blipFill>
          <a:blip r:embed="rId2"/>
          <a:stretch>
            <a:fillRect/>
          </a:stretch>
        </p:blipFill>
        <p:spPr>
          <a:xfrm>
            <a:off x="783471" y="3128913"/>
            <a:ext cx="7706012" cy="2128887"/>
          </a:xfrm>
          <a:prstGeom prst="rect">
            <a:avLst/>
          </a:prstGeom>
        </p:spPr>
      </p:pic>
      <p:sp>
        <p:nvSpPr>
          <p:cNvPr id="6" name="Rectangle 5"/>
          <p:cNvSpPr/>
          <p:nvPr/>
        </p:nvSpPr>
        <p:spPr>
          <a:xfrm>
            <a:off x="783471" y="5257800"/>
            <a:ext cx="10382760" cy="1200329"/>
          </a:xfrm>
          <a:prstGeom prst="rect">
            <a:avLst/>
          </a:prstGeom>
        </p:spPr>
        <p:txBody>
          <a:bodyPr wrap="square">
            <a:spAutoFit/>
          </a:bodyPr>
          <a:lstStyle/>
          <a:p>
            <a:pPr algn="just"/>
            <a:r>
              <a:rPr lang="en-IN" sz="2400" dirty="0">
                <a:solidFill>
                  <a:schemeClr val="bg1"/>
                </a:solidFill>
                <a:latin typeface="Times New Roman" panose="02020603050405020304" pitchFamily="18" charset="0"/>
                <a:ea typeface="Calibri" panose="020F0502020204030204" pitchFamily="34" charset="0"/>
                <a:cs typeface="Times New Roman" panose="02020603050405020304" pitchFamily="18" charset="0"/>
              </a:rPr>
              <a:t>Positive differences indicate weight loss and negative differences indicate weight gain. Is there a statistically significant difference in the mean weight loss among the four diets?</a:t>
            </a:r>
            <a:endParaRPr lang="en-IN" sz="2400" dirty="0">
              <a:solidFill>
                <a:schemeClr val="bg1"/>
              </a:solidFill>
              <a:latin typeface="Calibri" panose="020F0502020204030204" pitchFamily="34" charset="0"/>
              <a:ea typeface="Calibri" panose="020F0502020204030204" pitchFamily="34" charset="0"/>
              <a:cs typeface="Times New Roman" panose="02020603050405020304" pitchFamily="18" charset="0"/>
            </a:endParaRPr>
          </a:p>
        </p:txBody>
      </p:sp>
    </p:spTree>
    <p:extLst>
      <p:ext uri="{BB962C8B-B14F-4D97-AF65-F5344CB8AC3E}">
        <p14:creationId xmlns:p14="http://schemas.microsoft.com/office/powerpoint/2010/main" val="119322714"/>
      </p:ext>
    </p:extLst>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dirty="0">
                <a:latin typeface="Times New Roman" panose="02020603050405020304" pitchFamily="18" charset="0"/>
                <a:cs typeface="Times New Roman" panose="02020603050405020304" pitchFamily="18" charset="0"/>
              </a:rPr>
              <a:t>Solution</a:t>
            </a:r>
          </a:p>
        </p:txBody>
      </p:sp>
      <p:sp>
        <p:nvSpPr>
          <p:cNvPr id="3" name="Slide Number Placeholder 2"/>
          <p:cNvSpPr>
            <a:spLocks noGrp="1"/>
          </p:cNvSpPr>
          <p:nvPr>
            <p:ph type="sldNum" sz="quarter" idx="12"/>
          </p:nvPr>
        </p:nvSpPr>
        <p:spPr/>
        <p:txBody>
          <a:bodyPr/>
          <a:lstStyle/>
          <a:p>
            <a:fld id="{C263D6C4-4840-40CC-AC84-17E24B3B7BDE}" type="slidenum">
              <a:rPr lang="en-US" noProof="0" smtClean="0"/>
              <a:pPr/>
              <a:t>14</a:t>
            </a:fld>
            <a:endParaRPr lang="en-US" noProof="0" dirty="0"/>
          </a:p>
        </p:txBody>
      </p:sp>
      <mc:AlternateContent xmlns:mc="http://schemas.openxmlformats.org/markup-compatibility/2006" xmlns:a14="http://schemas.microsoft.com/office/drawing/2010/main">
        <mc:Choice Requires="a14">
          <p:sp>
            <p:nvSpPr>
              <p:cNvPr id="4" name="Text Placeholder 3"/>
              <p:cNvSpPr>
                <a:spLocks noGrp="1"/>
              </p:cNvSpPr>
              <p:nvPr>
                <p:ph type="body" sz="quarter" idx="13"/>
              </p:nvPr>
            </p:nvSpPr>
            <p:spPr>
              <a:xfrm>
                <a:off x="444500" y="1625385"/>
                <a:ext cx="10932746" cy="4093243"/>
              </a:xfrm>
            </p:spPr>
            <p:txBody>
              <a:bodyPr/>
              <a:lstStyle/>
              <a:p>
                <a:pPr marL="0" indent="0" algn="just">
                  <a:lnSpc>
                    <a:spcPct val="107000"/>
                  </a:lnSpc>
                  <a:spcAft>
                    <a:spcPts val="800"/>
                  </a:spcAft>
                  <a:buNone/>
                </a:pPr>
                <a:r>
                  <a:rPr lang="en-IN" sz="2400" dirty="0">
                    <a:latin typeface="Times New Roman" panose="02020603050405020304" pitchFamily="18" charset="0"/>
                    <a:ea typeface="Times New Roman" panose="02020603050405020304" pitchFamily="18" charset="0"/>
                    <a:cs typeface="Times New Roman" panose="02020603050405020304" pitchFamily="18" charset="0"/>
                  </a:rPr>
                  <a:t>Let </a:t>
                </a:r>
                <a14:m>
                  <m:oMath xmlns:m="http://schemas.openxmlformats.org/officeDocument/2006/math">
                    <m:sSub>
                      <m:sSubPr>
                        <m:ctrlPr>
                          <a:rPr lang="en-IN" sz="2400" i="1">
                            <a:latin typeface="Cambria Math" panose="02040503050406030204" pitchFamily="18" charset="0"/>
                            <a:ea typeface="Times New Roman" panose="02020603050405020304" pitchFamily="18" charset="0"/>
                            <a:cs typeface="Times New Roman" panose="02020603050405020304" pitchFamily="18" charset="0"/>
                          </a:rPr>
                        </m:ctrlPr>
                      </m:sSubPr>
                      <m:e>
                        <m:r>
                          <a:rPr lang="en-IN" sz="2400" i="1">
                            <a:latin typeface="Cambria Math" panose="02040503050406030204" pitchFamily="18" charset="0"/>
                            <a:ea typeface="Times New Roman" panose="02020603050405020304" pitchFamily="18" charset="0"/>
                            <a:cs typeface="Times New Roman" panose="02020603050405020304" pitchFamily="18" charset="0"/>
                          </a:rPr>
                          <m:t>𝜇</m:t>
                        </m:r>
                      </m:e>
                      <m:sub>
                        <m:r>
                          <a:rPr lang="en-IN" sz="2400" i="1">
                            <a:latin typeface="Cambria Math" panose="02040503050406030204" pitchFamily="18" charset="0"/>
                            <a:ea typeface="Times New Roman" panose="02020603050405020304" pitchFamily="18" charset="0"/>
                            <a:cs typeface="Times New Roman" panose="02020603050405020304" pitchFamily="18" charset="0"/>
                          </a:rPr>
                          <m:t>1</m:t>
                        </m:r>
                      </m:sub>
                    </m:sSub>
                  </m:oMath>
                </a14:m>
                <a:r>
                  <a:rPr lang="en-IN" sz="2400" dirty="0">
                    <a:latin typeface="Times New Roman" panose="02020603050405020304" pitchFamily="18" charset="0"/>
                    <a:ea typeface="Times New Roman" panose="02020603050405020304" pitchFamily="18" charset="0"/>
                    <a:cs typeface="Times New Roman" panose="02020603050405020304" pitchFamily="18" charset="0"/>
                  </a:rPr>
                  <a:t>, </a:t>
                </a:r>
                <a14:m>
                  <m:oMath xmlns:m="http://schemas.openxmlformats.org/officeDocument/2006/math">
                    <m:sSub>
                      <m:sSubPr>
                        <m:ctrlPr>
                          <a:rPr lang="en-IN" sz="2400" i="1">
                            <a:latin typeface="Cambria Math" panose="02040503050406030204" pitchFamily="18" charset="0"/>
                            <a:ea typeface="Times New Roman" panose="02020603050405020304" pitchFamily="18" charset="0"/>
                            <a:cs typeface="Times New Roman" panose="02020603050405020304" pitchFamily="18" charset="0"/>
                          </a:rPr>
                        </m:ctrlPr>
                      </m:sSubPr>
                      <m:e>
                        <m:r>
                          <a:rPr lang="en-IN" sz="2400" i="1">
                            <a:latin typeface="Cambria Math" panose="02040503050406030204" pitchFamily="18" charset="0"/>
                            <a:ea typeface="Times New Roman" panose="02020603050405020304" pitchFamily="18" charset="0"/>
                            <a:cs typeface="Times New Roman" panose="02020603050405020304" pitchFamily="18" charset="0"/>
                          </a:rPr>
                          <m:t>𝜇</m:t>
                        </m:r>
                      </m:e>
                      <m:sub>
                        <m:r>
                          <a:rPr lang="en-IN" sz="2400" i="1">
                            <a:latin typeface="Cambria Math" panose="02040503050406030204" pitchFamily="18" charset="0"/>
                            <a:ea typeface="Times New Roman" panose="02020603050405020304" pitchFamily="18" charset="0"/>
                            <a:cs typeface="Times New Roman" panose="02020603050405020304" pitchFamily="18" charset="0"/>
                          </a:rPr>
                          <m:t>2</m:t>
                        </m:r>
                      </m:sub>
                    </m:sSub>
                    <m:r>
                      <a:rPr lang="en-IN" sz="2400" i="1">
                        <a:latin typeface="Cambria Math" panose="02040503050406030204" pitchFamily="18" charset="0"/>
                        <a:ea typeface="Times New Roman" panose="02020603050405020304" pitchFamily="18" charset="0"/>
                        <a:cs typeface="Times New Roman" panose="02020603050405020304" pitchFamily="18" charset="0"/>
                      </a:rPr>
                      <m:t>, </m:t>
                    </m:r>
                    <m:sSub>
                      <m:sSubPr>
                        <m:ctrlPr>
                          <a:rPr lang="en-IN" sz="2400" i="1">
                            <a:latin typeface="Cambria Math" panose="02040503050406030204" pitchFamily="18" charset="0"/>
                            <a:ea typeface="Times New Roman" panose="02020603050405020304" pitchFamily="18" charset="0"/>
                            <a:cs typeface="Times New Roman" panose="02020603050405020304" pitchFamily="18" charset="0"/>
                          </a:rPr>
                        </m:ctrlPr>
                      </m:sSubPr>
                      <m:e>
                        <m:r>
                          <a:rPr lang="en-IN" sz="2400" i="1">
                            <a:latin typeface="Cambria Math" panose="02040503050406030204" pitchFamily="18" charset="0"/>
                            <a:ea typeface="Times New Roman" panose="02020603050405020304" pitchFamily="18" charset="0"/>
                            <a:cs typeface="Times New Roman" panose="02020603050405020304" pitchFamily="18" charset="0"/>
                          </a:rPr>
                          <m:t>𝜇</m:t>
                        </m:r>
                      </m:e>
                      <m:sub>
                        <m:r>
                          <a:rPr lang="en-IN" sz="2400" i="1">
                            <a:latin typeface="Cambria Math" panose="02040503050406030204" pitchFamily="18" charset="0"/>
                            <a:ea typeface="Times New Roman" panose="02020603050405020304" pitchFamily="18" charset="0"/>
                            <a:cs typeface="Times New Roman" panose="02020603050405020304" pitchFamily="18" charset="0"/>
                          </a:rPr>
                          <m:t>3</m:t>
                        </m:r>
                      </m:sub>
                    </m:sSub>
                  </m:oMath>
                </a14:m>
                <a:r>
                  <a:rPr lang="en-IN" sz="2400" dirty="0">
                    <a:latin typeface="Times New Roman" panose="02020603050405020304" pitchFamily="18" charset="0"/>
                    <a:ea typeface="Times New Roman" panose="02020603050405020304" pitchFamily="18" charset="0"/>
                    <a:cs typeface="Times New Roman" panose="02020603050405020304" pitchFamily="18" charset="0"/>
                  </a:rPr>
                  <a:t> and </a:t>
                </a:r>
                <a14:m>
                  <m:oMath xmlns:m="http://schemas.openxmlformats.org/officeDocument/2006/math">
                    <m:sSub>
                      <m:sSubPr>
                        <m:ctrlPr>
                          <a:rPr lang="en-IN" sz="2400" i="1">
                            <a:latin typeface="Cambria Math" panose="02040503050406030204" pitchFamily="18" charset="0"/>
                            <a:ea typeface="Times New Roman" panose="02020603050405020304" pitchFamily="18" charset="0"/>
                            <a:cs typeface="Times New Roman" panose="02020603050405020304" pitchFamily="18" charset="0"/>
                          </a:rPr>
                        </m:ctrlPr>
                      </m:sSubPr>
                      <m:e>
                        <m:r>
                          <a:rPr lang="en-IN" sz="2400" i="1">
                            <a:latin typeface="Cambria Math" panose="02040503050406030204" pitchFamily="18" charset="0"/>
                            <a:ea typeface="Times New Roman" panose="02020603050405020304" pitchFamily="18" charset="0"/>
                            <a:cs typeface="Times New Roman" panose="02020603050405020304" pitchFamily="18" charset="0"/>
                          </a:rPr>
                          <m:t>𝜇</m:t>
                        </m:r>
                      </m:e>
                      <m:sub>
                        <m:r>
                          <a:rPr lang="en-IN" sz="2400" i="1">
                            <a:latin typeface="Cambria Math" panose="02040503050406030204" pitchFamily="18" charset="0"/>
                            <a:ea typeface="Times New Roman" panose="02020603050405020304" pitchFamily="18" charset="0"/>
                            <a:cs typeface="Times New Roman" panose="02020603050405020304" pitchFamily="18" charset="0"/>
                          </a:rPr>
                          <m:t>4</m:t>
                        </m:r>
                      </m:sub>
                    </m:sSub>
                  </m:oMath>
                </a14:m>
                <a:r>
                  <a:rPr lang="en-IN" sz="2400" dirty="0">
                    <a:latin typeface="Times New Roman" panose="02020603050405020304" pitchFamily="18" charset="0"/>
                    <a:ea typeface="Times New Roman" panose="02020603050405020304" pitchFamily="18" charset="0"/>
                    <a:cs typeface="Times New Roman" panose="02020603050405020304" pitchFamily="18" charset="0"/>
                  </a:rPr>
                  <a:t> be mean weight loss for each program </a:t>
                </a:r>
                <a:endParaRPr lang="en-IN" sz="2400" dirty="0">
                  <a:latin typeface="Times New Roman" panose="02020603050405020304" pitchFamily="18" charset="0"/>
                  <a:ea typeface="Calibri" panose="020F0502020204030204" pitchFamily="34" charset="0"/>
                  <a:cs typeface="Times New Roman" panose="02020603050405020304" pitchFamily="18" charset="0"/>
                </a:endParaRPr>
              </a:p>
              <a:p>
                <a:pPr marL="0" indent="0">
                  <a:lnSpc>
                    <a:spcPct val="107000"/>
                  </a:lnSpc>
                  <a:spcAft>
                    <a:spcPts val="800"/>
                  </a:spcAft>
                  <a:buNone/>
                </a:pPr>
                <a14:m>
                  <m:oMath xmlns:m="http://schemas.openxmlformats.org/officeDocument/2006/math">
                    <m:sSub>
                      <m:sSubPr>
                        <m:ctrlPr>
                          <a:rPr lang="en-IN" sz="2400" i="1">
                            <a:latin typeface="Cambria Math" panose="02040503050406030204" pitchFamily="18" charset="0"/>
                            <a:ea typeface="Calibri" panose="020F0502020204030204" pitchFamily="34" charset="0"/>
                            <a:cs typeface="Times New Roman" panose="02020603050405020304" pitchFamily="18" charset="0"/>
                          </a:rPr>
                        </m:ctrlPr>
                      </m:sSubPr>
                      <m:e>
                        <m:r>
                          <a:rPr lang="en-IN" sz="2400" i="1">
                            <a:latin typeface="Cambria Math" panose="02040503050406030204" pitchFamily="18" charset="0"/>
                            <a:ea typeface="Calibri" panose="020F0502020204030204" pitchFamily="34" charset="0"/>
                            <a:cs typeface="Times New Roman" panose="02020603050405020304" pitchFamily="18" charset="0"/>
                          </a:rPr>
                          <m:t>𝐻</m:t>
                        </m:r>
                      </m:e>
                      <m:sub>
                        <m:r>
                          <a:rPr lang="en-IN" sz="2400" i="1">
                            <a:latin typeface="Cambria Math" panose="02040503050406030204" pitchFamily="18" charset="0"/>
                            <a:ea typeface="Calibri" panose="020F0502020204030204" pitchFamily="34" charset="0"/>
                            <a:cs typeface="Times New Roman" panose="02020603050405020304" pitchFamily="18" charset="0"/>
                          </a:rPr>
                          <m:t>0</m:t>
                        </m:r>
                      </m:sub>
                    </m:sSub>
                    <m:r>
                      <a:rPr lang="en-IN" sz="2400" i="1">
                        <a:latin typeface="Cambria Math" panose="02040503050406030204" pitchFamily="18" charset="0"/>
                        <a:ea typeface="Calibri" panose="020F0502020204030204" pitchFamily="34" charset="0"/>
                        <a:cs typeface="Times New Roman" panose="02020603050405020304" pitchFamily="18" charset="0"/>
                      </a:rPr>
                      <m:t>:</m:t>
                    </m:r>
                    <m:sSub>
                      <m:sSubPr>
                        <m:ctrlPr>
                          <a:rPr lang="en-IN" sz="2400" i="1">
                            <a:latin typeface="Cambria Math" panose="02040503050406030204" pitchFamily="18" charset="0"/>
                            <a:ea typeface="Times New Roman" panose="02020603050405020304" pitchFamily="18" charset="0"/>
                            <a:cs typeface="Times New Roman" panose="02020603050405020304" pitchFamily="18" charset="0"/>
                          </a:rPr>
                        </m:ctrlPr>
                      </m:sSubPr>
                      <m:e>
                        <m:r>
                          <a:rPr lang="en-IN" sz="2400" i="1">
                            <a:latin typeface="Cambria Math" panose="02040503050406030204" pitchFamily="18" charset="0"/>
                            <a:ea typeface="Times New Roman" panose="02020603050405020304" pitchFamily="18" charset="0"/>
                            <a:cs typeface="Times New Roman" panose="02020603050405020304" pitchFamily="18" charset="0"/>
                          </a:rPr>
                          <m:t>𝜇</m:t>
                        </m:r>
                      </m:e>
                      <m:sub>
                        <m:r>
                          <a:rPr lang="en-IN" sz="2400" i="1">
                            <a:latin typeface="Cambria Math" panose="02040503050406030204" pitchFamily="18" charset="0"/>
                            <a:ea typeface="Times New Roman" panose="02020603050405020304" pitchFamily="18" charset="0"/>
                            <a:cs typeface="Times New Roman" panose="02020603050405020304" pitchFamily="18" charset="0"/>
                          </a:rPr>
                          <m:t>1</m:t>
                        </m:r>
                      </m:sub>
                    </m:sSub>
                    <m:sSub>
                      <m:sSubPr>
                        <m:ctrlPr>
                          <a:rPr lang="en-IN" sz="2400" i="1">
                            <a:latin typeface="Cambria Math" panose="02040503050406030204" pitchFamily="18" charset="0"/>
                            <a:ea typeface="Times New Roman" panose="02020603050405020304" pitchFamily="18" charset="0"/>
                            <a:cs typeface="Times New Roman" panose="02020603050405020304" pitchFamily="18" charset="0"/>
                          </a:rPr>
                        </m:ctrlPr>
                      </m:sSubPr>
                      <m:e>
                        <m:r>
                          <a:rPr lang="en-IN" sz="2400" i="1">
                            <a:latin typeface="Cambria Math" panose="02040503050406030204" pitchFamily="18" charset="0"/>
                            <a:ea typeface="Times New Roman" panose="02020603050405020304" pitchFamily="18" charset="0"/>
                            <a:cs typeface="Times New Roman" panose="02020603050405020304" pitchFamily="18" charset="0"/>
                          </a:rPr>
                          <m:t>=</m:t>
                        </m:r>
                        <m:r>
                          <a:rPr lang="en-IN" sz="2400" i="1">
                            <a:latin typeface="Cambria Math" panose="02040503050406030204" pitchFamily="18" charset="0"/>
                            <a:ea typeface="Times New Roman" panose="02020603050405020304" pitchFamily="18" charset="0"/>
                            <a:cs typeface="Times New Roman" panose="02020603050405020304" pitchFamily="18" charset="0"/>
                          </a:rPr>
                          <m:t>𝜇</m:t>
                        </m:r>
                      </m:e>
                      <m:sub>
                        <m:r>
                          <a:rPr lang="en-IN" sz="2400" i="1">
                            <a:latin typeface="Cambria Math" panose="02040503050406030204" pitchFamily="18" charset="0"/>
                            <a:ea typeface="Times New Roman" panose="02020603050405020304" pitchFamily="18" charset="0"/>
                            <a:cs typeface="Times New Roman" panose="02020603050405020304" pitchFamily="18" charset="0"/>
                          </a:rPr>
                          <m:t>2</m:t>
                        </m:r>
                      </m:sub>
                    </m:sSub>
                    <m:r>
                      <a:rPr lang="en-IN" sz="2400" i="1">
                        <a:latin typeface="Cambria Math" panose="02040503050406030204" pitchFamily="18" charset="0"/>
                        <a:ea typeface="Times New Roman" panose="02020603050405020304" pitchFamily="18" charset="0"/>
                        <a:cs typeface="Times New Roman" panose="02020603050405020304" pitchFamily="18" charset="0"/>
                      </a:rPr>
                      <m:t>= </m:t>
                    </m:r>
                    <m:sSub>
                      <m:sSubPr>
                        <m:ctrlPr>
                          <a:rPr lang="en-IN" sz="2400" i="1">
                            <a:latin typeface="Cambria Math" panose="02040503050406030204" pitchFamily="18" charset="0"/>
                            <a:ea typeface="Times New Roman" panose="02020603050405020304" pitchFamily="18" charset="0"/>
                            <a:cs typeface="Times New Roman" panose="02020603050405020304" pitchFamily="18" charset="0"/>
                          </a:rPr>
                        </m:ctrlPr>
                      </m:sSubPr>
                      <m:e>
                        <m:r>
                          <a:rPr lang="en-IN" sz="2400" i="1">
                            <a:latin typeface="Cambria Math" panose="02040503050406030204" pitchFamily="18" charset="0"/>
                            <a:ea typeface="Times New Roman" panose="02020603050405020304" pitchFamily="18" charset="0"/>
                            <a:cs typeface="Times New Roman" panose="02020603050405020304" pitchFamily="18" charset="0"/>
                          </a:rPr>
                          <m:t>𝜇</m:t>
                        </m:r>
                      </m:e>
                      <m:sub>
                        <m:r>
                          <a:rPr lang="en-IN" sz="2400" i="1">
                            <a:latin typeface="Cambria Math" panose="02040503050406030204" pitchFamily="18" charset="0"/>
                            <a:ea typeface="Times New Roman" panose="02020603050405020304" pitchFamily="18" charset="0"/>
                            <a:cs typeface="Times New Roman" panose="02020603050405020304" pitchFamily="18" charset="0"/>
                          </a:rPr>
                          <m:t>3</m:t>
                        </m:r>
                      </m:sub>
                    </m:sSub>
                    <m:r>
                      <a:rPr lang="en-IN" sz="2400" i="1">
                        <a:latin typeface="Cambria Math" panose="02040503050406030204" pitchFamily="18" charset="0"/>
                        <a:ea typeface="Calibri" panose="020F0502020204030204" pitchFamily="34" charset="0"/>
                        <a:cs typeface="Times New Roman" panose="02020603050405020304" pitchFamily="18" charset="0"/>
                      </a:rPr>
                      <m:t>=</m:t>
                    </m:r>
                    <m:sSub>
                      <m:sSubPr>
                        <m:ctrlPr>
                          <a:rPr lang="en-IN" sz="2400" i="1">
                            <a:latin typeface="Cambria Math" panose="02040503050406030204" pitchFamily="18" charset="0"/>
                            <a:ea typeface="Calibri" panose="020F0502020204030204" pitchFamily="34" charset="0"/>
                            <a:cs typeface="Times New Roman" panose="02020603050405020304" pitchFamily="18" charset="0"/>
                          </a:rPr>
                        </m:ctrlPr>
                      </m:sSubPr>
                      <m:e>
                        <m:r>
                          <a:rPr lang="en-IN" sz="2400" i="1">
                            <a:latin typeface="Cambria Math" panose="02040503050406030204" pitchFamily="18" charset="0"/>
                            <a:ea typeface="Calibri" panose="020F0502020204030204" pitchFamily="34" charset="0"/>
                            <a:cs typeface="Times New Roman" panose="02020603050405020304" pitchFamily="18" charset="0"/>
                          </a:rPr>
                          <m:t>𝜇</m:t>
                        </m:r>
                      </m:e>
                      <m:sub>
                        <m:r>
                          <a:rPr lang="en-US" sz="2400" b="0" i="1" smtClean="0">
                            <a:latin typeface="Cambria Math" panose="02040503050406030204" pitchFamily="18" charset="0"/>
                            <a:ea typeface="Calibri" panose="020F0502020204030204" pitchFamily="34" charset="0"/>
                            <a:cs typeface="Times New Roman" panose="02020603050405020304" pitchFamily="18" charset="0"/>
                          </a:rPr>
                          <m:t>4</m:t>
                        </m:r>
                      </m:sub>
                    </m:sSub>
                  </m:oMath>
                </a14:m>
                <a:r>
                  <a:rPr lang="en-IN" sz="2400" dirty="0">
                    <a:latin typeface="Times New Roman" panose="02020603050405020304" pitchFamily="18" charset="0"/>
                    <a:ea typeface="Times New Roman" panose="02020603050405020304" pitchFamily="18" charset="0"/>
                    <a:cs typeface="Times New Roman" panose="02020603050405020304" pitchFamily="18" charset="0"/>
                  </a:rPr>
                  <a:t>  against </a:t>
                </a:r>
                <a14:m>
                  <m:oMath xmlns:m="http://schemas.openxmlformats.org/officeDocument/2006/math">
                    <m:sSub>
                      <m:sSubPr>
                        <m:ctrlPr>
                          <a:rPr lang="en-IN" sz="2400" i="1">
                            <a:latin typeface="Cambria Math" panose="02040503050406030204" pitchFamily="18" charset="0"/>
                            <a:ea typeface="Calibri" panose="020F0502020204030204" pitchFamily="34" charset="0"/>
                            <a:cs typeface="Times New Roman" panose="02020603050405020304" pitchFamily="18" charset="0"/>
                          </a:rPr>
                        </m:ctrlPr>
                      </m:sSubPr>
                      <m:e>
                        <m:r>
                          <a:rPr lang="en-IN" sz="2400" i="1">
                            <a:latin typeface="Cambria Math" panose="02040503050406030204" pitchFamily="18" charset="0"/>
                            <a:ea typeface="Calibri" panose="020F0502020204030204" pitchFamily="34" charset="0"/>
                            <a:cs typeface="Times New Roman" panose="02020603050405020304" pitchFamily="18" charset="0"/>
                          </a:rPr>
                          <m:t>𝐻</m:t>
                        </m:r>
                      </m:e>
                      <m:sub>
                        <m:r>
                          <a:rPr lang="en-IN" sz="2400" i="1">
                            <a:latin typeface="Cambria Math" panose="02040503050406030204" pitchFamily="18" charset="0"/>
                            <a:ea typeface="Calibri" panose="020F0502020204030204" pitchFamily="34" charset="0"/>
                            <a:cs typeface="Times New Roman" panose="02020603050405020304" pitchFamily="18" charset="0"/>
                          </a:rPr>
                          <m:t>1</m:t>
                        </m:r>
                      </m:sub>
                    </m:sSub>
                    <m:r>
                      <a:rPr lang="en-IN" sz="2400" i="1">
                        <a:latin typeface="Cambria Math" panose="02040503050406030204" pitchFamily="18" charset="0"/>
                        <a:ea typeface="Calibri" panose="020F0502020204030204" pitchFamily="34" charset="0"/>
                        <a:cs typeface="Times New Roman" panose="02020603050405020304" pitchFamily="18" charset="0"/>
                      </a:rPr>
                      <m:t>: </m:t>
                    </m:r>
                  </m:oMath>
                </a14:m>
                <a:r>
                  <a:rPr lang="en-IN" sz="2400" dirty="0">
                    <a:latin typeface="Times New Roman" panose="02020603050405020304" pitchFamily="18" charset="0"/>
                    <a:ea typeface="Times New Roman" panose="02020603050405020304" pitchFamily="18" charset="0"/>
                    <a:cs typeface="Times New Roman" panose="02020603050405020304" pitchFamily="18" charset="0"/>
                  </a:rPr>
                  <a:t>at least two means are not equal</a:t>
                </a:r>
                <a:endParaRPr lang="en-IN" sz="2400" dirty="0">
                  <a:latin typeface="Times New Roman" panose="02020603050405020304" pitchFamily="18" charset="0"/>
                  <a:ea typeface="Calibri" panose="020F0502020204030204" pitchFamily="34" charset="0"/>
                  <a:cs typeface="Times New Roman" panose="02020603050405020304" pitchFamily="18" charset="0"/>
                </a:endParaRPr>
              </a:p>
              <a:p>
                <a:pPr marL="0" indent="0">
                  <a:lnSpc>
                    <a:spcPct val="107000"/>
                  </a:lnSpc>
                  <a:spcAft>
                    <a:spcPts val="800"/>
                  </a:spcAft>
                  <a:buNone/>
                </a:pPr>
                <a14:m>
                  <m:oMath xmlns:m="http://schemas.openxmlformats.org/officeDocument/2006/math">
                    <m:r>
                      <a:rPr lang="en-IN" sz="2400" i="1">
                        <a:latin typeface="Cambria Math" panose="02040503050406030204" pitchFamily="18" charset="0"/>
                        <a:ea typeface="Times New Roman" panose="02020603050405020304" pitchFamily="18" charset="0"/>
                        <a:cs typeface="Times New Roman" panose="02020603050405020304" pitchFamily="18" charset="0"/>
                      </a:rPr>
                      <m:t>𝑘</m:t>
                    </m:r>
                    <m:r>
                      <a:rPr lang="en-IN" sz="2400" i="1">
                        <a:latin typeface="Cambria Math" panose="02040503050406030204" pitchFamily="18" charset="0"/>
                        <a:ea typeface="Times New Roman" panose="02020603050405020304" pitchFamily="18" charset="0"/>
                        <a:cs typeface="Times New Roman" panose="02020603050405020304" pitchFamily="18" charset="0"/>
                      </a:rPr>
                      <m:t>=4</m:t>
                    </m:r>
                  </m:oMath>
                </a14:m>
                <a:r>
                  <a:rPr lang="en-IN" sz="2400" dirty="0">
                    <a:latin typeface="Times New Roman" panose="02020603050405020304" pitchFamily="18" charset="0"/>
                    <a:ea typeface="Calibri" panose="020F0502020204030204" pitchFamily="34" charset="0"/>
                    <a:cs typeface="Times New Roman" panose="02020603050405020304" pitchFamily="18" charset="0"/>
                  </a:rPr>
                  <a:t> </a:t>
                </a:r>
              </a:p>
              <a:p>
                <a:pPr marL="0" indent="0">
                  <a:lnSpc>
                    <a:spcPct val="107000"/>
                  </a:lnSpc>
                  <a:spcAft>
                    <a:spcPts val="800"/>
                  </a:spcAft>
                  <a:buNone/>
                </a:pPr>
                <a14:m>
                  <m:oMath xmlns:m="http://schemas.openxmlformats.org/officeDocument/2006/math">
                    <m:r>
                      <a:rPr lang="en-IN" sz="2400" i="1">
                        <a:latin typeface="Cambria Math" panose="02040503050406030204" pitchFamily="18" charset="0"/>
                        <a:ea typeface="Times New Roman" panose="02020603050405020304" pitchFamily="18" charset="0"/>
                        <a:cs typeface="Times New Roman" panose="02020603050405020304" pitchFamily="18" charset="0"/>
                      </a:rPr>
                      <m:t>𝑛</m:t>
                    </m:r>
                    <m:r>
                      <a:rPr lang="en-IN" sz="2400" i="1">
                        <a:latin typeface="Cambria Math" panose="02040503050406030204" pitchFamily="18" charset="0"/>
                        <a:ea typeface="Times New Roman" panose="02020603050405020304" pitchFamily="18" charset="0"/>
                        <a:cs typeface="Times New Roman" panose="02020603050405020304" pitchFamily="18" charset="0"/>
                      </a:rPr>
                      <m:t>=</m:t>
                    </m:r>
                    <m:sSub>
                      <m:sSubPr>
                        <m:ctrlPr>
                          <a:rPr lang="en-IN" sz="2400" i="1">
                            <a:latin typeface="Cambria Math" panose="02040503050406030204" pitchFamily="18" charset="0"/>
                            <a:ea typeface="Calibri" panose="020F0502020204030204" pitchFamily="34" charset="0"/>
                            <a:cs typeface="Times New Roman" panose="02020603050405020304" pitchFamily="18" charset="0"/>
                          </a:rPr>
                        </m:ctrlPr>
                      </m:sSubPr>
                      <m:e>
                        <m:r>
                          <a:rPr lang="en-IN" sz="2400" i="1">
                            <a:latin typeface="Cambria Math" panose="02040503050406030204" pitchFamily="18" charset="0"/>
                            <a:ea typeface="Calibri" panose="020F0502020204030204" pitchFamily="34" charset="0"/>
                            <a:cs typeface="Times New Roman" panose="02020603050405020304" pitchFamily="18" charset="0"/>
                          </a:rPr>
                          <m:t>𝑛</m:t>
                        </m:r>
                      </m:e>
                      <m:sub>
                        <m:r>
                          <a:rPr lang="en-IN" sz="2400" i="1">
                            <a:latin typeface="Cambria Math" panose="02040503050406030204" pitchFamily="18" charset="0"/>
                            <a:ea typeface="Calibri" panose="020F0502020204030204" pitchFamily="34" charset="0"/>
                            <a:cs typeface="Times New Roman" panose="02020603050405020304" pitchFamily="18" charset="0"/>
                          </a:rPr>
                          <m:t>1</m:t>
                        </m:r>
                      </m:sub>
                    </m:sSub>
                    <m:r>
                      <a:rPr lang="en-IN" sz="2400" i="1">
                        <a:latin typeface="Cambria Math" panose="02040503050406030204" pitchFamily="18" charset="0"/>
                        <a:ea typeface="Calibri" panose="020F0502020204030204" pitchFamily="34" charset="0"/>
                        <a:cs typeface="Times New Roman" panose="02020603050405020304" pitchFamily="18" charset="0"/>
                      </a:rPr>
                      <m:t>+</m:t>
                    </m:r>
                    <m:sSub>
                      <m:sSubPr>
                        <m:ctrlPr>
                          <a:rPr lang="en-IN" sz="2400" i="1">
                            <a:latin typeface="Cambria Math" panose="02040503050406030204" pitchFamily="18" charset="0"/>
                            <a:ea typeface="Calibri" panose="020F0502020204030204" pitchFamily="34" charset="0"/>
                            <a:cs typeface="Times New Roman" panose="02020603050405020304" pitchFamily="18" charset="0"/>
                          </a:rPr>
                        </m:ctrlPr>
                      </m:sSubPr>
                      <m:e>
                        <m:r>
                          <a:rPr lang="en-IN" sz="2400" i="1">
                            <a:latin typeface="Cambria Math" panose="02040503050406030204" pitchFamily="18" charset="0"/>
                            <a:ea typeface="Calibri" panose="020F0502020204030204" pitchFamily="34" charset="0"/>
                            <a:cs typeface="Times New Roman" panose="02020603050405020304" pitchFamily="18" charset="0"/>
                          </a:rPr>
                          <m:t>𝑛</m:t>
                        </m:r>
                      </m:e>
                      <m:sub>
                        <m:r>
                          <a:rPr lang="en-IN" sz="2400" i="1">
                            <a:latin typeface="Cambria Math" panose="02040503050406030204" pitchFamily="18" charset="0"/>
                            <a:ea typeface="Calibri" panose="020F0502020204030204" pitchFamily="34" charset="0"/>
                            <a:cs typeface="Times New Roman" panose="02020603050405020304" pitchFamily="18" charset="0"/>
                          </a:rPr>
                          <m:t>2</m:t>
                        </m:r>
                      </m:sub>
                    </m:sSub>
                    <m:r>
                      <a:rPr lang="en-IN" sz="2400" i="1">
                        <a:latin typeface="Cambria Math" panose="02040503050406030204" pitchFamily="18" charset="0"/>
                        <a:ea typeface="Calibri" panose="020F0502020204030204" pitchFamily="34" charset="0"/>
                        <a:cs typeface="Times New Roman" panose="02020603050405020304" pitchFamily="18" charset="0"/>
                      </a:rPr>
                      <m:t>+ </m:t>
                    </m:r>
                    <m:sSub>
                      <m:sSubPr>
                        <m:ctrlPr>
                          <a:rPr lang="en-IN" sz="2400" i="1">
                            <a:latin typeface="Cambria Math" panose="02040503050406030204" pitchFamily="18" charset="0"/>
                            <a:ea typeface="Calibri" panose="020F0502020204030204" pitchFamily="34" charset="0"/>
                            <a:cs typeface="Times New Roman" panose="02020603050405020304" pitchFamily="18" charset="0"/>
                          </a:rPr>
                        </m:ctrlPr>
                      </m:sSubPr>
                      <m:e>
                        <m:r>
                          <a:rPr lang="en-IN" sz="2400" i="1">
                            <a:latin typeface="Cambria Math" panose="02040503050406030204" pitchFamily="18" charset="0"/>
                            <a:ea typeface="Calibri" panose="020F0502020204030204" pitchFamily="34" charset="0"/>
                            <a:cs typeface="Times New Roman" panose="02020603050405020304" pitchFamily="18" charset="0"/>
                          </a:rPr>
                          <m:t>𝑛</m:t>
                        </m:r>
                      </m:e>
                      <m:sub>
                        <m:r>
                          <a:rPr lang="en-IN" sz="2400" i="1">
                            <a:latin typeface="Cambria Math" panose="02040503050406030204" pitchFamily="18" charset="0"/>
                            <a:ea typeface="Calibri" panose="020F0502020204030204" pitchFamily="34" charset="0"/>
                            <a:cs typeface="Times New Roman" panose="02020603050405020304" pitchFamily="18" charset="0"/>
                          </a:rPr>
                          <m:t>3</m:t>
                        </m:r>
                      </m:sub>
                    </m:sSub>
                    <m:r>
                      <a:rPr lang="en-IN" sz="2400" i="1">
                        <a:latin typeface="Cambria Math" panose="02040503050406030204" pitchFamily="18" charset="0"/>
                        <a:ea typeface="Calibri" panose="020F0502020204030204" pitchFamily="34" charset="0"/>
                        <a:cs typeface="Times New Roman" panose="02020603050405020304" pitchFamily="18" charset="0"/>
                      </a:rPr>
                      <m:t>+ </m:t>
                    </m:r>
                    <m:sSub>
                      <m:sSubPr>
                        <m:ctrlPr>
                          <a:rPr lang="en-IN" sz="2400" i="1">
                            <a:latin typeface="Cambria Math" panose="02040503050406030204" pitchFamily="18" charset="0"/>
                            <a:ea typeface="Calibri" panose="020F0502020204030204" pitchFamily="34" charset="0"/>
                            <a:cs typeface="Times New Roman" panose="02020603050405020304" pitchFamily="18" charset="0"/>
                          </a:rPr>
                        </m:ctrlPr>
                      </m:sSubPr>
                      <m:e>
                        <m:r>
                          <a:rPr lang="en-IN" sz="2400" i="1">
                            <a:latin typeface="Cambria Math" panose="02040503050406030204" pitchFamily="18" charset="0"/>
                            <a:ea typeface="Calibri" panose="020F0502020204030204" pitchFamily="34" charset="0"/>
                            <a:cs typeface="Times New Roman" panose="02020603050405020304" pitchFamily="18" charset="0"/>
                          </a:rPr>
                          <m:t>𝑛</m:t>
                        </m:r>
                      </m:e>
                      <m:sub>
                        <m:r>
                          <a:rPr lang="en-IN" sz="2400" i="1">
                            <a:latin typeface="Cambria Math" panose="02040503050406030204" pitchFamily="18" charset="0"/>
                            <a:ea typeface="Calibri" panose="020F0502020204030204" pitchFamily="34" charset="0"/>
                            <a:cs typeface="Times New Roman" panose="02020603050405020304" pitchFamily="18" charset="0"/>
                          </a:rPr>
                          <m:t>4</m:t>
                        </m:r>
                      </m:sub>
                    </m:sSub>
                    <m:r>
                      <a:rPr lang="en-IN" sz="2400" i="1">
                        <a:latin typeface="Cambria Math" panose="02040503050406030204" pitchFamily="18" charset="0"/>
                        <a:ea typeface="Calibri" panose="020F0502020204030204" pitchFamily="34" charset="0"/>
                        <a:cs typeface="Times New Roman" panose="02020603050405020304" pitchFamily="18" charset="0"/>
                      </a:rPr>
                      <m:t> </m:t>
                    </m:r>
                  </m:oMath>
                </a14:m>
                <a:r>
                  <a:rPr lang="en-IN" dirty="0">
                    <a:latin typeface="Times New Roman" panose="02020603050405020304" pitchFamily="18" charset="0"/>
                    <a:ea typeface="Times New Roman" panose="02020603050405020304" pitchFamily="18" charset="0"/>
                    <a:cs typeface="Times New Roman" panose="02020603050405020304" pitchFamily="18" charset="0"/>
                  </a:rPr>
                  <a:t> </a:t>
                </a:r>
                <a:endParaRPr lang="en-IN" dirty="0">
                  <a:latin typeface="Times New Roman" panose="02020603050405020304" pitchFamily="18" charset="0"/>
                  <a:ea typeface="Calibri" panose="020F0502020204030204" pitchFamily="34" charset="0"/>
                  <a:cs typeface="Times New Roman" panose="02020603050405020304" pitchFamily="18" charset="0"/>
                </a:endParaRPr>
              </a:p>
              <a:p>
                <a:endParaRPr lang="en-US" dirty="0"/>
              </a:p>
            </p:txBody>
          </p:sp>
        </mc:Choice>
        <mc:Fallback xmlns="">
          <p:sp>
            <p:nvSpPr>
              <p:cNvPr id="4" name="Text Placeholder 3"/>
              <p:cNvSpPr>
                <a:spLocks noGrp="1" noRot="1" noChangeAspect="1" noMove="1" noResize="1" noEditPoints="1" noAdjustHandles="1" noChangeArrowheads="1" noChangeShapeType="1" noTextEdit="1"/>
              </p:cNvSpPr>
              <p:nvPr>
                <p:ph type="body" sz="quarter" idx="13"/>
              </p:nvPr>
            </p:nvSpPr>
            <p:spPr>
              <a:xfrm>
                <a:off x="444500" y="1625385"/>
                <a:ext cx="10932746" cy="4093243"/>
              </a:xfrm>
              <a:blipFill>
                <a:blip r:embed="rId2"/>
                <a:stretch>
                  <a:fillRect l="-892" t="-1192"/>
                </a:stretch>
              </a:blipFill>
            </p:spPr>
            <p:txBody>
              <a:bodyPr/>
              <a:lstStyle/>
              <a:p>
                <a:r>
                  <a:rPr lang="en-US">
                    <a:noFill/>
                  </a:rPr>
                  <a:t> </a:t>
                </a:r>
              </a:p>
            </p:txBody>
          </p:sp>
        </mc:Fallback>
      </mc:AlternateContent>
      <p:pic>
        <p:nvPicPr>
          <p:cNvPr id="5" name="Picture 4"/>
          <p:cNvPicPr>
            <a:picLocks noChangeAspect="1"/>
          </p:cNvPicPr>
          <p:nvPr/>
        </p:nvPicPr>
        <p:blipFill>
          <a:blip r:embed="rId3"/>
          <a:stretch>
            <a:fillRect/>
          </a:stretch>
        </p:blipFill>
        <p:spPr>
          <a:xfrm>
            <a:off x="765305" y="3857840"/>
            <a:ext cx="8536957" cy="2639797"/>
          </a:xfrm>
          <a:prstGeom prst="rect">
            <a:avLst/>
          </a:prstGeom>
        </p:spPr>
      </p:pic>
    </p:spTree>
    <p:extLst>
      <p:ext uri="{BB962C8B-B14F-4D97-AF65-F5344CB8AC3E}">
        <p14:creationId xmlns:p14="http://schemas.microsoft.com/office/powerpoint/2010/main" val="3476795035"/>
      </p:ext>
    </p:extLst>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Slide Number Placeholder 2"/>
          <p:cNvSpPr>
            <a:spLocks noGrp="1"/>
          </p:cNvSpPr>
          <p:nvPr>
            <p:ph type="sldNum" sz="quarter" idx="12"/>
          </p:nvPr>
        </p:nvSpPr>
        <p:spPr/>
        <p:txBody>
          <a:bodyPr/>
          <a:lstStyle/>
          <a:p>
            <a:fld id="{C263D6C4-4840-40CC-AC84-17E24B3B7BDE}" type="slidenum">
              <a:rPr lang="en-US" noProof="0" smtClean="0"/>
              <a:pPr/>
              <a:t>15</a:t>
            </a:fld>
            <a:endParaRPr lang="en-US" noProof="0" dirty="0"/>
          </a:p>
        </p:txBody>
      </p:sp>
      <p:pic>
        <p:nvPicPr>
          <p:cNvPr id="5" name="Picture 4"/>
          <p:cNvPicPr>
            <a:picLocks noChangeAspect="1"/>
          </p:cNvPicPr>
          <p:nvPr/>
        </p:nvPicPr>
        <p:blipFill>
          <a:blip r:embed="rId2"/>
          <a:stretch>
            <a:fillRect/>
          </a:stretch>
        </p:blipFill>
        <p:spPr>
          <a:xfrm>
            <a:off x="826476" y="448407"/>
            <a:ext cx="7535009" cy="2708031"/>
          </a:xfrm>
          <a:prstGeom prst="rect">
            <a:avLst/>
          </a:prstGeom>
        </p:spPr>
      </p:pic>
      <mc:AlternateContent xmlns:mc="http://schemas.openxmlformats.org/markup-compatibility/2006" xmlns:a14="http://schemas.microsoft.com/office/drawing/2010/main">
        <mc:Choice Requires="a14">
          <p:sp>
            <p:nvSpPr>
              <p:cNvPr id="6" name="Rectangle 5"/>
              <p:cNvSpPr/>
              <p:nvPr/>
            </p:nvSpPr>
            <p:spPr>
              <a:xfrm>
                <a:off x="902676" y="3537904"/>
                <a:ext cx="9604131" cy="2777171"/>
              </a:xfrm>
              <a:prstGeom prst="rect">
                <a:avLst/>
              </a:prstGeom>
            </p:spPr>
            <p:txBody>
              <a:bodyPr wrap="square">
                <a:spAutoFit/>
              </a:bodyPr>
              <a:lstStyle/>
              <a:p>
                <a:r>
                  <a:rPr lang="en-IN" dirty="0">
                    <a:solidFill>
                      <a:schemeClr val="bg1"/>
                    </a:solidFill>
                    <a:latin typeface="Times New Roman" panose="02020603050405020304" pitchFamily="18" charset="0"/>
                    <a:cs typeface="Times New Roman" panose="02020603050405020304" pitchFamily="18" charset="0"/>
                  </a:rPr>
                  <a:t>Mean of the sample Means</a:t>
                </a:r>
              </a:p>
              <a:p>
                <a14:m>
                  <m:oMath xmlns:m="http://schemas.openxmlformats.org/officeDocument/2006/math">
                    <m:bar>
                      <m:barPr>
                        <m:pos m:val="top"/>
                        <m:ctrlPr>
                          <a:rPr lang="en-IN" i="1">
                            <a:solidFill>
                              <a:schemeClr val="bg1"/>
                            </a:solidFill>
                            <a:latin typeface="Cambria Math" panose="02040503050406030204" pitchFamily="18" charset="0"/>
                            <a:ea typeface="Times New Roman" panose="02020603050405020304" pitchFamily="18" charset="0"/>
                            <a:cs typeface="Times New Roman" panose="02020603050405020304" pitchFamily="18" charset="0"/>
                          </a:rPr>
                        </m:ctrlPr>
                      </m:barPr>
                      <m:e>
                        <m:bar>
                          <m:barPr>
                            <m:pos m:val="top"/>
                            <m:ctrlPr>
                              <a:rPr lang="en-IN" i="1">
                                <a:solidFill>
                                  <a:schemeClr val="bg1"/>
                                </a:solidFill>
                                <a:latin typeface="Cambria Math" panose="02040503050406030204" pitchFamily="18" charset="0"/>
                                <a:ea typeface="Times New Roman" panose="02020603050405020304" pitchFamily="18" charset="0"/>
                                <a:cs typeface="Times New Roman" panose="02020603050405020304" pitchFamily="18" charset="0"/>
                              </a:rPr>
                            </m:ctrlPr>
                          </m:barPr>
                          <m:e>
                            <m:r>
                              <a:rPr lang="en-IN" i="1">
                                <a:solidFill>
                                  <a:schemeClr val="bg1"/>
                                </a:solidFill>
                                <a:latin typeface="Cambria Math" panose="02040503050406030204" pitchFamily="18" charset="0"/>
                                <a:ea typeface="Times New Roman" panose="02020603050405020304" pitchFamily="18" charset="0"/>
                                <a:cs typeface="Times New Roman" panose="02020603050405020304" pitchFamily="18" charset="0"/>
                              </a:rPr>
                              <m:t>𝑋</m:t>
                            </m:r>
                          </m:e>
                        </m:bar>
                      </m:e>
                    </m:bar>
                    <m:r>
                      <a:rPr lang="en-IN" i="1">
                        <a:solidFill>
                          <a:schemeClr val="bg1"/>
                        </a:solidFill>
                        <a:latin typeface="Cambria Math" panose="02040503050406030204" pitchFamily="18" charset="0"/>
                        <a:ea typeface="Times New Roman" panose="02020603050405020304" pitchFamily="18" charset="0"/>
                        <a:cs typeface="Times New Roman" panose="02020603050405020304" pitchFamily="18" charset="0"/>
                      </a:rPr>
                      <m:t>=</m:t>
                    </m:r>
                    <m:f>
                      <m:fPr>
                        <m:ctrlPr>
                          <a:rPr lang="en-IN" i="1">
                            <a:solidFill>
                              <a:schemeClr val="bg1"/>
                            </a:solidFill>
                            <a:latin typeface="Cambria Math" panose="02040503050406030204" pitchFamily="18" charset="0"/>
                            <a:ea typeface="Times New Roman" panose="02020603050405020304" pitchFamily="18" charset="0"/>
                            <a:cs typeface="Times New Roman" panose="02020603050405020304" pitchFamily="18" charset="0"/>
                          </a:rPr>
                        </m:ctrlPr>
                      </m:fPr>
                      <m:num>
                        <m:sSub>
                          <m:sSubPr>
                            <m:ctrlPr>
                              <a:rPr lang="en-IN" i="1">
                                <a:solidFill>
                                  <a:schemeClr val="bg1"/>
                                </a:solidFill>
                                <a:latin typeface="Cambria Math" panose="02040503050406030204" pitchFamily="18" charset="0"/>
                                <a:ea typeface="Calibri" panose="020F0502020204030204" pitchFamily="34" charset="0"/>
                                <a:cs typeface="Times New Roman" panose="02020603050405020304" pitchFamily="18" charset="0"/>
                              </a:rPr>
                            </m:ctrlPr>
                          </m:sSubPr>
                          <m:e>
                            <m:bar>
                              <m:barPr>
                                <m:pos m:val="top"/>
                                <m:ctrlPr>
                                  <a:rPr lang="en-IN" i="1">
                                    <a:solidFill>
                                      <a:schemeClr val="bg1"/>
                                    </a:solidFill>
                                    <a:latin typeface="Cambria Math" panose="02040503050406030204" pitchFamily="18" charset="0"/>
                                    <a:ea typeface="Calibri" panose="020F0502020204030204" pitchFamily="34" charset="0"/>
                                    <a:cs typeface="Times New Roman" panose="02020603050405020304" pitchFamily="18" charset="0"/>
                                  </a:rPr>
                                </m:ctrlPr>
                              </m:barPr>
                              <m:e>
                                <m:r>
                                  <a:rPr lang="en-IN" i="1">
                                    <a:solidFill>
                                      <a:schemeClr val="bg1"/>
                                    </a:solidFill>
                                    <a:latin typeface="Cambria Math" panose="02040503050406030204" pitchFamily="18" charset="0"/>
                                    <a:ea typeface="Calibri" panose="020F0502020204030204" pitchFamily="34" charset="0"/>
                                    <a:cs typeface="Times New Roman" panose="02020603050405020304" pitchFamily="18" charset="0"/>
                                  </a:rPr>
                                  <m:t>𝑋</m:t>
                                </m:r>
                              </m:e>
                            </m:bar>
                          </m:e>
                          <m:sub>
                            <m:r>
                              <a:rPr lang="en-IN" i="1">
                                <a:solidFill>
                                  <a:schemeClr val="bg1"/>
                                </a:solidFill>
                                <a:latin typeface="Cambria Math" panose="02040503050406030204" pitchFamily="18" charset="0"/>
                                <a:ea typeface="Calibri" panose="020F0502020204030204" pitchFamily="34" charset="0"/>
                                <a:cs typeface="Times New Roman" panose="02020603050405020304" pitchFamily="18" charset="0"/>
                              </a:rPr>
                              <m:t>1</m:t>
                            </m:r>
                          </m:sub>
                        </m:sSub>
                        <m:r>
                          <a:rPr lang="en-IN" i="1">
                            <a:solidFill>
                              <a:schemeClr val="bg1"/>
                            </a:solidFill>
                            <a:latin typeface="Cambria Math" panose="02040503050406030204" pitchFamily="18" charset="0"/>
                            <a:ea typeface="Calibri" panose="020F0502020204030204" pitchFamily="34" charset="0"/>
                            <a:cs typeface="Times New Roman" panose="02020603050405020304" pitchFamily="18" charset="0"/>
                          </a:rPr>
                          <m:t>+</m:t>
                        </m:r>
                        <m:sSub>
                          <m:sSubPr>
                            <m:ctrlPr>
                              <a:rPr lang="en-IN" i="1">
                                <a:solidFill>
                                  <a:schemeClr val="bg1"/>
                                </a:solidFill>
                                <a:latin typeface="Cambria Math" panose="02040503050406030204" pitchFamily="18" charset="0"/>
                                <a:ea typeface="Calibri" panose="020F0502020204030204" pitchFamily="34" charset="0"/>
                                <a:cs typeface="Times New Roman" panose="02020603050405020304" pitchFamily="18" charset="0"/>
                              </a:rPr>
                            </m:ctrlPr>
                          </m:sSubPr>
                          <m:e>
                            <m:bar>
                              <m:barPr>
                                <m:pos m:val="top"/>
                                <m:ctrlPr>
                                  <a:rPr lang="en-IN" i="1">
                                    <a:solidFill>
                                      <a:schemeClr val="bg1"/>
                                    </a:solidFill>
                                    <a:latin typeface="Cambria Math" panose="02040503050406030204" pitchFamily="18" charset="0"/>
                                    <a:ea typeface="Calibri" panose="020F0502020204030204" pitchFamily="34" charset="0"/>
                                    <a:cs typeface="Times New Roman" panose="02020603050405020304" pitchFamily="18" charset="0"/>
                                  </a:rPr>
                                </m:ctrlPr>
                              </m:barPr>
                              <m:e>
                                <m:r>
                                  <a:rPr lang="en-IN" i="1">
                                    <a:solidFill>
                                      <a:schemeClr val="bg1"/>
                                    </a:solidFill>
                                    <a:latin typeface="Cambria Math" panose="02040503050406030204" pitchFamily="18" charset="0"/>
                                    <a:ea typeface="Calibri" panose="020F0502020204030204" pitchFamily="34" charset="0"/>
                                    <a:cs typeface="Times New Roman" panose="02020603050405020304" pitchFamily="18" charset="0"/>
                                  </a:rPr>
                                  <m:t>𝑋</m:t>
                                </m:r>
                              </m:e>
                            </m:bar>
                          </m:e>
                          <m:sub>
                            <m:r>
                              <a:rPr lang="en-IN" i="1">
                                <a:solidFill>
                                  <a:schemeClr val="bg1"/>
                                </a:solidFill>
                                <a:latin typeface="Cambria Math" panose="02040503050406030204" pitchFamily="18" charset="0"/>
                                <a:ea typeface="Calibri" panose="020F0502020204030204" pitchFamily="34" charset="0"/>
                                <a:cs typeface="Times New Roman" panose="02020603050405020304" pitchFamily="18" charset="0"/>
                              </a:rPr>
                              <m:t>2</m:t>
                            </m:r>
                          </m:sub>
                        </m:sSub>
                        <m:r>
                          <a:rPr lang="en-IN" i="1">
                            <a:solidFill>
                              <a:schemeClr val="bg1"/>
                            </a:solidFill>
                            <a:latin typeface="Cambria Math" panose="02040503050406030204" pitchFamily="18" charset="0"/>
                            <a:ea typeface="Calibri" panose="020F0502020204030204" pitchFamily="34" charset="0"/>
                            <a:cs typeface="Times New Roman" panose="02020603050405020304" pitchFamily="18" charset="0"/>
                          </a:rPr>
                          <m:t>+</m:t>
                        </m:r>
                        <m:sSub>
                          <m:sSubPr>
                            <m:ctrlPr>
                              <a:rPr lang="en-IN" i="1">
                                <a:solidFill>
                                  <a:schemeClr val="bg1"/>
                                </a:solidFill>
                                <a:latin typeface="Cambria Math" panose="02040503050406030204" pitchFamily="18" charset="0"/>
                                <a:ea typeface="Calibri" panose="020F0502020204030204" pitchFamily="34" charset="0"/>
                                <a:cs typeface="Times New Roman" panose="02020603050405020304" pitchFamily="18" charset="0"/>
                              </a:rPr>
                            </m:ctrlPr>
                          </m:sSubPr>
                          <m:e>
                            <m:bar>
                              <m:barPr>
                                <m:pos m:val="top"/>
                                <m:ctrlPr>
                                  <a:rPr lang="en-IN" i="1">
                                    <a:solidFill>
                                      <a:schemeClr val="bg1"/>
                                    </a:solidFill>
                                    <a:latin typeface="Cambria Math" panose="02040503050406030204" pitchFamily="18" charset="0"/>
                                    <a:ea typeface="Calibri" panose="020F0502020204030204" pitchFamily="34" charset="0"/>
                                    <a:cs typeface="Times New Roman" panose="02020603050405020304" pitchFamily="18" charset="0"/>
                                  </a:rPr>
                                </m:ctrlPr>
                              </m:barPr>
                              <m:e>
                                <m:r>
                                  <a:rPr lang="en-IN" i="1">
                                    <a:solidFill>
                                      <a:schemeClr val="bg1"/>
                                    </a:solidFill>
                                    <a:latin typeface="Cambria Math" panose="02040503050406030204" pitchFamily="18" charset="0"/>
                                    <a:ea typeface="Calibri" panose="020F0502020204030204" pitchFamily="34" charset="0"/>
                                    <a:cs typeface="Times New Roman" panose="02020603050405020304" pitchFamily="18" charset="0"/>
                                  </a:rPr>
                                  <m:t>𝑋</m:t>
                                </m:r>
                              </m:e>
                            </m:bar>
                          </m:e>
                          <m:sub>
                            <m:r>
                              <a:rPr lang="en-IN" i="1">
                                <a:solidFill>
                                  <a:schemeClr val="bg1"/>
                                </a:solidFill>
                                <a:latin typeface="Cambria Math" panose="02040503050406030204" pitchFamily="18" charset="0"/>
                                <a:ea typeface="Calibri" panose="020F0502020204030204" pitchFamily="34" charset="0"/>
                                <a:cs typeface="Times New Roman" panose="02020603050405020304" pitchFamily="18" charset="0"/>
                              </a:rPr>
                              <m:t>3</m:t>
                            </m:r>
                          </m:sub>
                        </m:sSub>
                        <m:r>
                          <a:rPr lang="en-IN" i="1">
                            <a:solidFill>
                              <a:schemeClr val="bg1"/>
                            </a:solidFill>
                            <a:latin typeface="Cambria Math" panose="02040503050406030204" pitchFamily="18" charset="0"/>
                            <a:ea typeface="Calibri" panose="020F0502020204030204" pitchFamily="34" charset="0"/>
                            <a:cs typeface="Times New Roman" panose="02020603050405020304" pitchFamily="18" charset="0"/>
                          </a:rPr>
                          <m:t>+</m:t>
                        </m:r>
                        <m:sSub>
                          <m:sSubPr>
                            <m:ctrlPr>
                              <a:rPr lang="en-IN" i="1">
                                <a:solidFill>
                                  <a:schemeClr val="bg1"/>
                                </a:solidFill>
                                <a:latin typeface="Cambria Math" panose="02040503050406030204" pitchFamily="18" charset="0"/>
                                <a:ea typeface="Calibri" panose="020F0502020204030204" pitchFamily="34" charset="0"/>
                                <a:cs typeface="Times New Roman" panose="02020603050405020304" pitchFamily="18" charset="0"/>
                              </a:rPr>
                            </m:ctrlPr>
                          </m:sSubPr>
                          <m:e>
                            <m:bar>
                              <m:barPr>
                                <m:pos m:val="top"/>
                                <m:ctrlPr>
                                  <a:rPr lang="en-IN" i="1">
                                    <a:solidFill>
                                      <a:schemeClr val="bg1"/>
                                    </a:solidFill>
                                    <a:latin typeface="Cambria Math" panose="02040503050406030204" pitchFamily="18" charset="0"/>
                                    <a:ea typeface="Calibri" panose="020F0502020204030204" pitchFamily="34" charset="0"/>
                                    <a:cs typeface="Times New Roman" panose="02020603050405020304" pitchFamily="18" charset="0"/>
                                  </a:rPr>
                                </m:ctrlPr>
                              </m:barPr>
                              <m:e>
                                <m:r>
                                  <a:rPr lang="en-IN" i="1">
                                    <a:solidFill>
                                      <a:schemeClr val="bg1"/>
                                    </a:solidFill>
                                    <a:latin typeface="Cambria Math" panose="02040503050406030204" pitchFamily="18" charset="0"/>
                                    <a:ea typeface="Calibri" panose="020F0502020204030204" pitchFamily="34" charset="0"/>
                                    <a:cs typeface="Times New Roman" panose="02020603050405020304" pitchFamily="18" charset="0"/>
                                  </a:rPr>
                                  <m:t>𝑋</m:t>
                                </m:r>
                              </m:e>
                            </m:bar>
                          </m:e>
                          <m:sub>
                            <m:r>
                              <a:rPr lang="en-IN" i="1">
                                <a:solidFill>
                                  <a:schemeClr val="bg1"/>
                                </a:solidFill>
                                <a:latin typeface="Cambria Math" panose="02040503050406030204" pitchFamily="18" charset="0"/>
                                <a:ea typeface="Calibri" panose="020F0502020204030204" pitchFamily="34" charset="0"/>
                                <a:cs typeface="Times New Roman" panose="02020603050405020304" pitchFamily="18" charset="0"/>
                              </a:rPr>
                              <m:t>4</m:t>
                            </m:r>
                          </m:sub>
                        </m:sSub>
                      </m:num>
                      <m:den>
                        <m:r>
                          <a:rPr lang="en-IN" i="1">
                            <a:solidFill>
                              <a:schemeClr val="bg1"/>
                            </a:solidFill>
                            <a:latin typeface="Cambria Math" panose="02040503050406030204" pitchFamily="18" charset="0"/>
                            <a:ea typeface="Times New Roman" panose="02020603050405020304" pitchFamily="18" charset="0"/>
                            <a:cs typeface="Times New Roman" panose="02020603050405020304" pitchFamily="18" charset="0"/>
                          </a:rPr>
                          <m:t>4</m:t>
                        </m:r>
                      </m:den>
                    </m:f>
                    <m:r>
                      <a:rPr lang="en-IN" i="1">
                        <a:solidFill>
                          <a:schemeClr val="bg1"/>
                        </a:solidFill>
                        <a:latin typeface="Cambria Math" panose="02040503050406030204" pitchFamily="18" charset="0"/>
                        <a:ea typeface="Times New Roman" panose="02020603050405020304" pitchFamily="18" charset="0"/>
                        <a:cs typeface="Times New Roman" panose="02020603050405020304" pitchFamily="18" charset="0"/>
                      </a:rPr>
                      <m:t>=3.6</m:t>
                    </m:r>
                  </m:oMath>
                </a14:m>
                <a:r>
                  <a:rPr lang="en-IN" dirty="0">
                    <a:solidFill>
                      <a:schemeClr val="bg1"/>
                    </a:solidFill>
                    <a:latin typeface="Times New Roman" panose="02020603050405020304" pitchFamily="18" charset="0"/>
                    <a:ea typeface="Times New Roman" panose="02020603050405020304" pitchFamily="18" charset="0"/>
                    <a:cs typeface="Times New Roman" panose="02020603050405020304" pitchFamily="18" charset="0"/>
                  </a:rPr>
                  <a:t> </a:t>
                </a:r>
                <a:endParaRPr lang="en-IN" dirty="0">
                  <a:solidFill>
                    <a:schemeClr val="bg1"/>
                  </a:solidFill>
                  <a:latin typeface="Times New Roman" panose="02020603050405020304" pitchFamily="18" charset="0"/>
                  <a:ea typeface="Calibri" panose="020F0502020204030204" pitchFamily="34" charset="0"/>
                  <a:cs typeface="Times New Roman" panose="02020603050405020304" pitchFamily="18" charset="0"/>
                </a:endParaRPr>
              </a:p>
              <a:p>
                <a:pPr/>
                <a14:m>
                  <m:oMathPara xmlns:m="http://schemas.openxmlformats.org/officeDocument/2006/math">
                    <m:oMathParaPr>
                      <m:jc m:val="centerGroup"/>
                    </m:oMathParaPr>
                    <m:oMath xmlns:m="http://schemas.openxmlformats.org/officeDocument/2006/math">
                      <m:sSub>
                        <m:sSubPr>
                          <m:ctrlPr>
                            <a:rPr lang="en-IN" i="1">
                              <a:solidFill>
                                <a:schemeClr val="bg1"/>
                              </a:solidFill>
                              <a:latin typeface="Cambria Math" panose="02040503050406030204" pitchFamily="18" charset="0"/>
                              <a:ea typeface="Times New Roman" panose="02020603050405020304" pitchFamily="18" charset="0"/>
                              <a:cs typeface="Times New Roman" panose="02020603050405020304" pitchFamily="18" charset="0"/>
                            </a:rPr>
                          </m:ctrlPr>
                        </m:sSubPr>
                        <m:e>
                          <m:r>
                            <a:rPr lang="en-IN" i="1">
                              <a:solidFill>
                                <a:schemeClr val="bg1"/>
                              </a:solidFill>
                              <a:latin typeface="Cambria Math" panose="02040503050406030204" pitchFamily="18" charset="0"/>
                              <a:ea typeface="Times New Roman" panose="02020603050405020304" pitchFamily="18" charset="0"/>
                              <a:cs typeface="Times New Roman" panose="02020603050405020304" pitchFamily="18" charset="0"/>
                            </a:rPr>
                            <m:t>𝑆𝑆</m:t>
                          </m:r>
                        </m:e>
                        <m:sub>
                          <m:r>
                            <a:rPr lang="en-IN" i="1">
                              <a:solidFill>
                                <a:schemeClr val="bg1"/>
                              </a:solidFill>
                              <a:latin typeface="Cambria Math" panose="02040503050406030204" pitchFamily="18" charset="0"/>
                              <a:ea typeface="Times New Roman" panose="02020603050405020304" pitchFamily="18" charset="0"/>
                              <a:cs typeface="Times New Roman" panose="02020603050405020304" pitchFamily="18" charset="0"/>
                            </a:rPr>
                            <m:t>𝐵</m:t>
                          </m:r>
                        </m:sub>
                      </m:sSub>
                      <m:r>
                        <a:rPr lang="en-IN" i="1">
                          <a:solidFill>
                            <a:schemeClr val="bg1"/>
                          </a:solidFill>
                          <a:latin typeface="Cambria Math" panose="02040503050406030204" pitchFamily="18" charset="0"/>
                          <a:ea typeface="Times New Roman" panose="02020603050405020304" pitchFamily="18" charset="0"/>
                          <a:cs typeface="Times New Roman" panose="02020603050405020304" pitchFamily="18" charset="0"/>
                        </a:rPr>
                        <m:t>=</m:t>
                      </m:r>
                      <m:sSub>
                        <m:sSubPr>
                          <m:ctrlPr>
                            <a:rPr lang="en-IN" i="1">
                              <a:solidFill>
                                <a:schemeClr val="bg1"/>
                              </a:solidFill>
                              <a:latin typeface="Cambria Math" panose="02040503050406030204" pitchFamily="18" charset="0"/>
                              <a:ea typeface="Times New Roman" panose="02020603050405020304" pitchFamily="18" charset="0"/>
                              <a:cs typeface="Times New Roman" panose="02020603050405020304" pitchFamily="18" charset="0"/>
                            </a:rPr>
                          </m:ctrlPr>
                        </m:sSubPr>
                        <m:e>
                          <m:r>
                            <a:rPr lang="en-IN" i="1">
                              <a:solidFill>
                                <a:schemeClr val="bg1"/>
                              </a:solidFill>
                              <a:latin typeface="Cambria Math" panose="02040503050406030204" pitchFamily="18" charset="0"/>
                              <a:ea typeface="Times New Roman" panose="02020603050405020304" pitchFamily="18" charset="0"/>
                              <a:cs typeface="Times New Roman" panose="02020603050405020304" pitchFamily="18" charset="0"/>
                            </a:rPr>
                            <m:t>𝑛</m:t>
                          </m:r>
                        </m:e>
                        <m:sub>
                          <m:r>
                            <a:rPr lang="en-IN" i="1">
                              <a:solidFill>
                                <a:schemeClr val="bg1"/>
                              </a:solidFill>
                              <a:latin typeface="Cambria Math" panose="02040503050406030204" pitchFamily="18" charset="0"/>
                              <a:ea typeface="Times New Roman" panose="02020603050405020304" pitchFamily="18" charset="0"/>
                              <a:cs typeface="Times New Roman" panose="02020603050405020304" pitchFamily="18" charset="0"/>
                            </a:rPr>
                            <m:t>1</m:t>
                          </m:r>
                        </m:sub>
                      </m:sSub>
                      <m:sSup>
                        <m:sSupPr>
                          <m:ctrlPr>
                            <a:rPr lang="en-IN" i="1">
                              <a:solidFill>
                                <a:schemeClr val="bg1"/>
                              </a:solidFill>
                              <a:latin typeface="Cambria Math" panose="02040503050406030204" pitchFamily="18" charset="0"/>
                              <a:ea typeface="Times New Roman" panose="02020603050405020304" pitchFamily="18" charset="0"/>
                              <a:cs typeface="Times New Roman" panose="02020603050405020304" pitchFamily="18" charset="0"/>
                            </a:rPr>
                          </m:ctrlPr>
                        </m:sSupPr>
                        <m:e>
                          <m:d>
                            <m:dPr>
                              <m:ctrlPr>
                                <a:rPr lang="en-IN" i="1">
                                  <a:solidFill>
                                    <a:schemeClr val="bg1"/>
                                  </a:solidFill>
                                  <a:latin typeface="Cambria Math" panose="02040503050406030204" pitchFamily="18" charset="0"/>
                                  <a:cs typeface="Times New Roman" panose="02020603050405020304" pitchFamily="18" charset="0"/>
                                </a:rPr>
                              </m:ctrlPr>
                            </m:dPr>
                            <m:e>
                              <m:sSub>
                                <m:sSubPr>
                                  <m:ctrlPr>
                                    <a:rPr lang="en-IN" i="1">
                                      <a:solidFill>
                                        <a:schemeClr val="bg1"/>
                                      </a:solidFill>
                                      <a:latin typeface="Cambria Math" panose="02040503050406030204" pitchFamily="18" charset="0"/>
                                      <a:cs typeface="Times New Roman" panose="02020603050405020304" pitchFamily="18" charset="0"/>
                                    </a:rPr>
                                  </m:ctrlPr>
                                </m:sSubPr>
                                <m:e>
                                  <m:bar>
                                    <m:barPr>
                                      <m:pos m:val="top"/>
                                      <m:ctrlPr>
                                        <a:rPr lang="en-IN" i="1">
                                          <a:solidFill>
                                            <a:schemeClr val="bg1"/>
                                          </a:solidFill>
                                          <a:latin typeface="Cambria Math" panose="02040503050406030204" pitchFamily="18" charset="0"/>
                                          <a:cs typeface="Times New Roman" panose="02020603050405020304" pitchFamily="18" charset="0"/>
                                        </a:rPr>
                                      </m:ctrlPr>
                                    </m:barPr>
                                    <m:e>
                                      <m:r>
                                        <a:rPr lang="en-IN" i="1">
                                          <a:solidFill>
                                            <a:schemeClr val="bg1"/>
                                          </a:solidFill>
                                          <a:latin typeface="Cambria Math" panose="02040503050406030204" pitchFamily="18" charset="0"/>
                                          <a:ea typeface="Calibri" panose="020F0502020204030204" pitchFamily="34" charset="0"/>
                                          <a:cs typeface="Times New Roman" panose="02020603050405020304" pitchFamily="18" charset="0"/>
                                        </a:rPr>
                                        <m:t>𝑋</m:t>
                                      </m:r>
                                    </m:e>
                                  </m:bar>
                                </m:e>
                                <m:sub>
                                  <m:r>
                                    <a:rPr lang="en-IN" i="1">
                                      <a:solidFill>
                                        <a:schemeClr val="bg1"/>
                                      </a:solidFill>
                                      <a:latin typeface="Cambria Math" panose="02040503050406030204" pitchFamily="18" charset="0"/>
                                      <a:ea typeface="Calibri" panose="020F0502020204030204" pitchFamily="34" charset="0"/>
                                      <a:cs typeface="Times New Roman" panose="02020603050405020304" pitchFamily="18" charset="0"/>
                                    </a:rPr>
                                    <m:t>1</m:t>
                                  </m:r>
                                </m:sub>
                              </m:sSub>
                              <m:r>
                                <a:rPr lang="en-IN" i="1">
                                  <a:solidFill>
                                    <a:schemeClr val="bg1"/>
                                  </a:solidFill>
                                  <a:latin typeface="Cambria Math" panose="02040503050406030204" pitchFamily="18" charset="0"/>
                                  <a:ea typeface="Calibri" panose="020F0502020204030204" pitchFamily="34" charset="0"/>
                                  <a:cs typeface="Times New Roman" panose="02020603050405020304" pitchFamily="18" charset="0"/>
                                </a:rPr>
                                <m:t>−</m:t>
                              </m:r>
                              <m:bar>
                                <m:barPr>
                                  <m:pos m:val="top"/>
                                  <m:ctrlPr>
                                    <a:rPr lang="en-IN" i="1">
                                      <a:solidFill>
                                        <a:schemeClr val="bg1"/>
                                      </a:solidFill>
                                      <a:latin typeface="Cambria Math" panose="02040503050406030204" pitchFamily="18" charset="0"/>
                                      <a:ea typeface="Times New Roman" panose="02020603050405020304" pitchFamily="18" charset="0"/>
                                      <a:cs typeface="Times New Roman" panose="02020603050405020304" pitchFamily="18" charset="0"/>
                                    </a:rPr>
                                  </m:ctrlPr>
                                </m:barPr>
                                <m:e>
                                  <m:bar>
                                    <m:barPr>
                                      <m:pos m:val="top"/>
                                      <m:ctrlPr>
                                        <a:rPr lang="en-IN" i="1">
                                          <a:solidFill>
                                            <a:schemeClr val="bg1"/>
                                          </a:solidFill>
                                          <a:latin typeface="Cambria Math" panose="02040503050406030204" pitchFamily="18" charset="0"/>
                                          <a:ea typeface="Times New Roman" panose="02020603050405020304" pitchFamily="18" charset="0"/>
                                          <a:cs typeface="Times New Roman" panose="02020603050405020304" pitchFamily="18" charset="0"/>
                                        </a:rPr>
                                      </m:ctrlPr>
                                    </m:barPr>
                                    <m:e>
                                      <m:r>
                                        <a:rPr lang="en-IN" i="1">
                                          <a:solidFill>
                                            <a:schemeClr val="bg1"/>
                                          </a:solidFill>
                                          <a:latin typeface="Cambria Math" panose="02040503050406030204" pitchFamily="18" charset="0"/>
                                          <a:ea typeface="Times New Roman" panose="02020603050405020304" pitchFamily="18" charset="0"/>
                                          <a:cs typeface="Times New Roman" panose="02020603050405020304" pitchFamily="18" charset="0"/>
                                        </a:rPr>
                                        <m:t>𝑋</m:t>
                                      </m:r>
                                    </m:e>
                                  </m:bar>
                                </m:e>
                              </m:bar>
                            </m:e>
                          </m:d>
                        </m:e>
                        <m:sup>
                          <m:r>
                            <a:rPr lang="en-IN" i="1">
                              <a:solidFill>
                                <a:schemeClr val="bg1"/>
                              </a:solidFill>
                              <a:latin typeface="Cambria Math" panose="02040503050406030204" pitchFamily="18" charset="0"/>
                              <a:ea typeface="Times New Roman" panose="02020603050405020304" pitchFamily="18" charset="0"/>
                              <a:cs typeface="Times New Roman" panose="02020603050405020304" pitchFamily="18" charset="0"/>
                            </a:rPr>
                            <m:t>2</m:t>
                          </m:r>
                        </m:sup>
                      </m:sSup>
                      <m:r>
                        <a:rPr lang="en-IN" i="1">
                          <a:solidFill>
                            <a:schemeClr val="bg1"/>
                          </a:solidFill>
                          <a:latin typeface="Cambria Math" panose="02040503050406030204" pitchFamily="18" charset="0"/>
                          <a:ea typeface="Times New Roman" panose="02020603050405020304" pitchFamily="18" charset="0"/>
                          <a:cs typeface="Times New Roman" panose="02020603050405020304" pitchFamily="18" charset="0"/>
                        </a:rPr>
                        <m:t>+</m:t>
                      </m:r>
                      <m:sSub>
                        <m:sSubPr>
                          <m:ctrlPr>
                            <a:rPr lang="en-IN" i="1">
                              <a:solidFill>
                                <a:schemeClr val="bg1"/>
                              </a:solidFill>
                              <a:latin typeface="Cambria Math" panose="02040503050406030204" pitchFamily="18" charset="0"/>
                              <a:ea typeface="Times New Roman" panose="02020603050405020304" pitchFamily="18" charset="0"/>
                              <a:cs typeface="Times New Roman" panose="02020603050405020304" pitchFamily="18" charset="0"/>
                            </a:rPr>
                          </m:ctrlPr>
                        </m:sSubPr>
                        <m:e>
                          <m:r>
                            <a:rPr lang="en-IN" i="1">
                              <a:solidFill>
                                <a:schemeClr val="bg1"/>
                              </a:solidFill>
                              <a:latin typeface="Cambria Math" panose="02040503050406030204" pitchFamily="18" charset="0"/>
                              <a:ea typeface="Times New Roman" panose="02020603050405020304" pitchFamily="18" charset="0"/>
                              <a:cs typeface="Times New Roman" panose="02020603050405020304" pitchFamily="18" charset="0"/>
                            </a:rPr>
                            <m:t>𝑛</m:t>
                          </m:r>
                        </m:e>
                        <m:sub>
                          <m:r>
                            <a:rPr lang="en-IN" i="1">
                              <a:solidFill>
                                <a:schemeClr val="bg1"/>
                              </a:solidFill>
                              <a:latin typeface="Cambria Math" panose="02040503050406030204" pitchFamily="18" charset="0"/>
                              <a:ea typeface="Times New Roman" panose="02020603050405020304" pitchFamily="18" charset="0"/>
                              <a:cs typeface="Times New Roman" panose="02020603050405020304" pitchFamily="18" charset="0"/>
                            </a:rPr>
                            <m:t>2</m:t>
                          </m:r>
                        </m:sub>
                      </m:sSub>
                      <m:sSup>
                        <m:sSupPr>
                          <m:ctrlPr>
                            <a:rPr lang="en-IN" i="1">
                              <a:solidFill>
                                <a:schemeClr val="bg1"/>
                              </a:solidFill>
                              <a:latin typeface="Cambria Math" panose="02040503050406030204" pitchFamily="18" charset="0"/>
                              <a:ea typeface="Times New Roman" panose="02020603050405020304" pitchFamily="18" charset="0"/>
                              <a:cs typeface="Times New Roman" panose="02020603050405020304" pitchFamily="18" charset="0"/>
                            </a:rPr>
                          </m:ctrlPr>
                        </m:sSupPr>
                        <m:e>
                          <m:d>
                            <m:dPr>
                              <m:ctrlPr>
                                <a:rPr lang="en-IN" i="1">
                                  <a:solidFill>
                                    <a:schemeClr val="bg1"/>
                                  </a:solidFill>
                                  <a:latin typeface="Cambria Math" panose="02040503050406030204" pitchFamily="18" charset="0"/>
                                  <a:cs typeface="Times New Roman" panose="02020603050405020304" pitchFamily="18" charset="0"/>
                                </a:rPr>
                              </m:ctrlPr>
                            </m:dPr>
                            <m:e>
                              <m:sSub>
                                <m:sSubPr>
                                  <m:ctrlPr>
                                    <a:rPr lang="en-IN" i="1">
                                      <a:solidFill>
                                        <a:schemeClr val="bg1"/>
                                      </a:solidFill>
                                      <a:latin typeface="Cambria Math" panose="02040503050406030204" pitchFamily="18" charset="0"/>
                                      <a:cs typeface="Times New Roman" panose="02020603050405020304" pitchFamily="18" charset="0"/>
                                    </a:rPr>
                                  </m:ctrlPr>
                                </m:sSubPr>
                                <m:e>
                                  <m:bar>
                                    <m:barPr>
                                      <m:pos m:val="top"/>
                                      <m:ctrlPr>
                                        <a:rPr lang="en-IN" i="1">
                                          <a:solidFill>
                                            <a:schemeClr val="bg1"/>
                                          </a:solidFill>
                                          <a:latin typeface="Cambria Math" panose="02040503050406030204" pitchFamily="18" charset="0"/>
                                          <a:cs typeface="Times New Roman" panose="02020603050405020304" pitchFamily="18" charset="0"/>
                                        </a:rPr>
                                      </m:ctrlPr>
                                    </m:barPr>
                                    <m:e>
                                      <m:r>
                                        <a:rPr lang="en-IN" i="1">
                                          <a:solidFill>
                                            <a:schemeClr val="bg1"/>
                                          </a:solidFill>
                                          <a:latin typeface="Cambria Math" panose="02040503050406030204" pitchFamily="18" charset="0"/>
                                          <a:ea typeface="Calibri" panose="020F0502020204030204" pitchFamily="34" charset="0"/>
                                          <a:cs typeface="Times New Roman" panose="02020603050405020304" pitchFamily="18" charset="0"/>
                                        </a:rPr>
                                        <m:t>𝑋</m:t>
                                      </m:r>
                                    </m:e>
                                  </m:bar>
                                </m:e>
                                <m:sub>
                                  <m:r>
                                    <a:rPr lang="en-IN" i="1">
                                      <a:solidFill>
                                        <a:schemeClr val="bg1"/>
                                      </a:solidFill>
                                      <a:latin typeface="Cambria Math" panose="02040503050406030204" pitchFamily="18" charset="0"/>
                                      <a:ea typeface="Calibri" panose="020F0502020204030204" pitchFamily="34" charset="0"/>
                                      <a:cs typeface="Times New Roman" panose="02020603050405020304" pitchFamily="18" charset="0"/>
                                    </a:rPr>
                                    <m:t>2</m:t>
                                  </m:r>
                                </m:sub>
                              </m:sSub>
                              <m:r>
                                <a:rPr lang="en-IN" i="1">
                                  <a:solidFill>
                                    <a:schemeClr val="bg1"/>
                                  </a:solidFill>
                                  <a:latin typeface="Cambria Math" panose="02040503050406030204" pitchFamily="18" charset="0"/>
                                  <a:ea typeface="Calibri" panose="020F0502020204030204" pitchFamily="34" charset="0"/>
                                  <a:cs typeface="Times New Roman" panose="02020603050405020304" pitchFamily="18" charset="0"/>
                                </a:rPr>
                                <m:t>−</m:t>
                              </m:r>
                              <m:bar>
                                <m:barPr>
                                  <m:pos m:val="top"/>
                                  <m:ctrlPr>
                                    <a:rPr lang="en-IN" i="1">
                                      <a:solidFill>
                                        <a:schemeClr val="bg1"/>
                                      </a:solidFill>
                                      <a:latin typeface="Cambria Math" panose="02040503050406030204" pitchFamily="18" charset="0"/>
                                      <a:ea typeface="Times New Roman" panose="02020603050405020304" pitchFamily="18" charset="0"/>
                                      <a:cs typeface="Times New Roman" panose="02020603050405020304" pitchFamily="18" charset="0"/>
                                    </a:rPr>
                                  </m:ctrlPr>
                                </m:barPr>
                                <m:e>
                                  <m:bar>
                                    <m:barPr>
                                      <m:pos m:val="top"/>
                                      <m:ctrlPr>
                                        <a:rPr lang="en-IN" i="1">
                                          <a:solidFill>
                                            <a:schemeClr val="bg1"/>
                                          </a:solidFill>
                                          <a:latin typeface="Cambria Math" panose="02040503050406030204" pitchFamily="18" charset="0"/>
                                          <a:ea typeface="Times New Roman" panose="02020603050405020304" pitchFamily="18" charset="0"/>
                                          <a:cs typeface="Times New Roman" panose="02020603050405020304" pitchFamily="18" charset="0"/>
                                        </a:rPr>
                                      </m:ctrlPr>
                                    </m:barPr>
                                    <m:e>
                                      <m:r>
                                        <a:rPr lang="en-IN" i="1">
                                          <a:solidFill>
                                            <a:schemeClr val="bg1"/>
                                          </a:solidFill>
                                          <a:latin typeface="Cambria Math" panose="02040503050406030204" pitchFamily="18" charset="0"/>
                                          <a:ea typeface="Times New Roman" panose="02020603050405020304" pitchFamily="18" charset="0"/>
                                          <a:cs typeface="Times New Roman" panose="02020603050405020304" pitchFamily="18" charset="0"/>
                                        </a:rPr>
                                        <m:t>𝑋</m:t>
                                      </m:r>
                                    </m:e>
                                  </m:bar>
                                </m:e>
                              </m:bar>
                            </m:e>
                          </m:d>
                        </m:e>
                        <m:sup>
                          <m:r>
                            <a:rPr lang="en-IN" i="1">
                              <a:solidFill>
                                <a:schemeClr val="bg1"/>
                              </a:solidFill>
                              <a:latin typeface="Cambria Math" panose="02040503050406030204" pitchFamily="18" charset="0"/>
                              <a:ea typeface="Times New Roman" panose="02020603050405020304" pitchFamily="18" charset="0"/>
                              <a:cs typeface="Times New Roman" panose="02020603050405020304" pitchFamily="18" charset="0"/>
                            </a:rPr>
                            <m:t>2</m:t>
                          </m:r>
                        </m:sup>
                      </m:sSup>
                      <m:r>
                        <a:rPr lang="en-IN" i="1">
                          <a:solidFill>
                            <a:schemeClr val="bg1"/>
                          </a:solidFill>
                          <a:latin typeface="Cambria Math" panose="02040503050406030204" pitchFamily="18" charset="0"/>
                          <a:ea typeface="Times New Roman" panose="02020603050405020304" pitchFamily="18" charset="0"/>
                          <a:cs typeface="Times New Roman" panose="02020603050405020304" pitchFamily="18" charset="0"/>
                        </a:rPr>
                        <m:t>+</m:t>
                      </m:r>
                      <m:sSub>
                        <m:sSubPr>
                          <m:ctrlPr>
                            <a:rPr lang="en-IN" i="1">
                              <a:solidFill>
                                <a:schemeClr val="bg1"/>
                              </a:solidFill>
                              <a:latin typeface="Cambria Math" panose="02040503050406030204" pitchFamily="18" charset="0"/>
                              <a:ea typeface="Times New Roman" panose="02020603050405020304" pitchFamily="18" charset="0"/>
                              <a:cs typeface="Times New Roman" panose="02020603050405020304" pitchFamily="18" charset="0"/>
                            </a:rPr>
                          </m:ctrlPr>
                        </m:sSubPr>
                        <m:e>
                          <m:r>
                            <a:rPr lang="en-IN" i="1">
                              <a:solidFill>
                                <a:schemeClr val="bg1"/>
                              </a:solidFill>
                              <a:latin typeface="Cambria Math" panose="02040503050406030204" pitchFamily="18" charset="0"/>
                              <a:ea typeface="Times New Roman" panose="02020603050405020304" pitchFamily="18" charset="0"/>
                              <a:cs typeface="Times New Roman" panose="02020603050405020304" pitchFamily="18" charset="0"/>
                            </a:rPr>
                            <m:t>𝑛</m:t>
                          </m:r>
                        </m:e>
                        <m:sub>
                          <m:r>
                            <a:rPr lang="en-IN" i="1">
                              <a:solidFill>
                                <a:schemeClr val="bg1"/>
                              </a:solidFill>
                              <a:latin typeface="Cambria Math" panose="02040503050406030204" pitchFamily="18" charset="0"/>
                              <a:ea typeface="Times New Roman" panose="02020603050405020304" pitchFamily="18" charset="0"/>
                              <a:cs typeface="Times New Roman" panose="02020603050405020304" pitchFamily="18" charset="0"/>
                            </a:rPr>
                            <m:t>3</m:t>
                          </m:r>
                        </m:sub>
                      </m:sSub>
                      <m:sSup>
                        <m:sSupPr>
                          <m:ctrlPr>
                            <a:rPr lang="en-IN" i="1">
                              <a:solidFill>
                                <a:schemeClr val="bg1"/>
                              </a:solidFill>
                              <a:latin typeface="Cambria Math" panose="02040503050406030204" pitchFamily="18" charset="0"/>
                              <a:ea typeface="Times New Roman" panose="02020603050405020304" pitchFamily="18" charset="0"/>
                              <a:cs typeface="Times New Roman" panose="02020603050405020304" pitchFamily="18" charset="0"/>
                            </a:rPr>
                          </m:ctrlPr>
                        </m:sSupPr>
                        <m:e>
                          <m:d>
                            <m:dPr>
                              <m:ctrlPr>
                                <a:rPr lang="en-IN" i="1">
                                  <a:solidFill>
                                    <a:schemeClr val="bg1"/>
                                  </a:solidFill>
                                  <a:latin typeface="Cambria Math" panose="02040503050406030204" pitchFamily="18" charset="0"/>
                                  <a:cs typeface="Times New Roman" panose="02020603050405020304" pitchFamily="18" charset="0"/>
                                </a:rPr>
                              </m:ctrlPr>
                            </m:dPr>
                            <m:e>
                              <m:sSub>
                                <m:sSubPr>
                                  <m:ctrlPr>
                                    <a:rPr lang="en-IN" i="1">
                                      <a:solidFill>
                                        <a:schemeClr val="bg1"/>
                                      </a:solidFill>
                                      <a:latin typeface="Cambria Math" panose="02040503050406030204" pitchFamily="18" charset="0"/>
                                      <a:cs typeface="Times New Roman" panose="02020603050405020304" pitchFamily="18" charset="0"/>
                                    </a:rPr>
                                  </m:ctrlPr>
                                </m:sSubPr>
                                <m:e>
                                  <m:bar>
                                    <m:barPr>
                                      <m:pos m:val="top"/>
                                      <m:ctrlPr>
                                        <a:rPr lang="en-IN" i="1">
                                          <a:solidFill>
                                            <a:schemeClr val="bg1"/>
                                          </a:solidFill>
                                          <a:latin typeface="Cambria Math" panose="02040503050406030204" pitchFamily="18" charset="0"/>
                                          <a:cs typeface="Times New Roman" panose="02020603050405020304" pitchFamily="18" charset="0"/>
                                        </a:rPr>
                                      </m:ctrlPr>
                                    </m:barPr>
                                    <m:e>
                                      <m:r>
                                        <a:rPr lang="en-IN" i="1">
                                          <a:solidFill>
                                            <a:schemeClr val="bg1"/>
                                          </a:solidFill>
                                          <a:latin typeface="Cambria Math" panose="02040503050406030204" pitchFamily="18" charset="0"/>
                                          <a:ea typeface="Calibri" panose="020F0502020204030204" pitchFamily="34" charset="0"/>
                                          <a:cs typeface="Times New Roman" panose="02020603050405020304" pitchFamily="18" charset="0"/>
                                        </a:rPr>
                                        <m:t>𝑋</m:t>
                                      </m:r>
                                    </m:e>
                                  </m:bar>
                                </m:e>
                                <m:sub>
                                  <m:r>
                                    <a:rPr lang="en-IN" i="1">
                                      <a:solidFill>
                                        <a:schemeClr val="bg1"/>
                                      </a:solidFill>
                                      <a:latin typeface="Cambria Math" panose="02040503050406030204" pitchFamily="18" charset="0"/>
                                      <a:ea typeface="Calibri" panose="020F0502020204030204" pitchFamily="34" charset="0"/>
                                      <a:cs typeface="Times New Roman" panose="02020603050405020304" pitchFamily="18" charset="0"/>
                                    </a:rPr>
                                    <m:t>3</m:t>
                                  </m:r>
                                </m:sub>
                              </m:sSub>
                              <m:r>
                                <a:rPr lang="en-IN" i="1">
                                  <a:solidFill>
                                    <a:schemeClr val="bg1"/>
                                  </a:solidFill>
                                  <a:latin typeface="Cambria Math" panose="02040503050406030204" pitchFamily="18" charset="0"/>
                                  <a:ea typeface="Calibri" panose="020F0502020204030204" pitchFamily="34" charset="0"/>
                                  <a:cs typeface="Times New Roman" panose="02020603050405020304" pitchFamily="18" charset="0"/>
                                </a:rPr>
                                <m:t>−</m:t>
                              </m:r>
                              <m:bar>
                                <m:barPr>
                                  <m:pos m:val="top"/>
                                  <m:ctrlPr>
                                    <a:rPr lang="en-IN" i="1">
                                      <a:solidFill>
                                        <a:schemeClr val="bg1"/>
                                      </a:solidFill>
                                      <a:latin typeface="Cambria Math" panose="02040503050406030204" pitchFamily="18" charset="0"/>
                                      <a:ea typeface="Times New Roman" panose="02020603050405020304" pitchFamily="18" charset="0"/>
                                      <a:cs typeface="Times New Roman" panose="02020603050405020304" pitchFamily="18" charset="0"/>
                                    </a:rPr>
                                  </m:ctrlPr>
                                </m:barPr>
                                <m:e>
                                  <m:bar>
                                    <m:barPr>
                                      <m:pos m:val="top"/>
                                      <m:ctrlPr>
                                        <a:rPr lang="en-IN" i="1">
                                          <a:solidFill>
                                            <a:schemeClr val="bg1"/>
                                          </a:solidFill>
                                          <a:latin typeface="Cambria Math" panose="02040503050406030204" pitchFamily="18" charset="0"/>
                                          <a:ea typeface="Times New Roman" panose="02020603050405020304" pitchFamily="18" charset="0"/>
                                          <a:cs typeface="Times New Roman" panose="02020603050405020304" pitchFamily="18" charset="0"/>
                                        </a:rPr>
                                      </m:ctrlPr>
                                    </m:barPr>
                                    <m:e>
                                      <m:r>
                                        <a:rPr lang="en-IN" i="1">
                                          <a:solidFill>
                                            <a:schemeClr val="bg1"/>
                                          </a:solidFill>
                                          <a:latin typeface="Cambria Math" panose="02040503050406030204" pitchFamily="18" charset="0"/>
                                          <a:ea typeface="Times New Roman" panose="02020603050405020304" pitchFamily="18" charset="0"/>
                                          <a:cs typeface="Times New Roman" panose="02020603050405020304" pitchFamily="18" charset="0"/>
                                        </a:rPr>
                                        <m:t>𝑋</m:t>
                                      </m:r>
                                    </m:e>
                                  </m:bar>
                                </m:e>
                              </m:bar>
                            </m:e>
                          </m:d>
                        </m:e>
                        <m:sup>
                          <m:r>
                            <a:rPr lang="en-IN" i="1">
                              <a:solidFill>
                                <a:schemeClr val="bg1"/>
                              </a:solidFill>
                              <a:latin typeface="Cambria Math" panose="02040503050406030204" pitchFamily="18" charset="0"/>
                              <a:ea typeface="Times New Roman" panose="02020603050405020304" pitchFamily="18" charset="0"/>
                              <a:cs typeface="Times New Roman" panose="02020603050405020304" pitchFamily="18" charset="0"/>
                            </a:rPr>
                            <m:t>2</m:t>
                          </m:r>
                        </m:sup>
                      </m:sSup>
                      <m:r>
                        <a:rPr lang="en-IN" i="1">
                          <a:solidFill>
                            <a:schemeClr val="bg1"/>
                          </a:solidFill>
                          <a:latin typeface="Cambria Math" panose="02040503050406030204" pitchFamily="18" charset="0"/>
                          <a:ea typeface="Times New Roman" panose="02020603050405020304" pitchFamily="18" charset="0"/>
                          <a:cs typeface="Times New Roman" panose="02020603050405020304" pitchFamily="18" charset="0"/>
                        </a:rPr>
                        <m:t>+</m:t>
                      </m:r>
                      <m:sSub>
                        <m:sSubPr>
                          <m:ctrlPr>
                            <a:rPr lang="en-IN" i="1">
                              <a:solidFill>
                                <a:schemeClr val="bg1"/>
                              </a:solidFill>
                              <a:latin typeface="Cambria Math" panose="02040503050406030204" pitchFamily="18" charset="0"/>
                              <a:ea typeface="Times New Roman" panose="02020603050405020304" pitchFamily="18" charset="0"/>
                              <a:cs typeface="Times New Roman" panose="02020603050405020304" pitchFamily="18" charset="0"/>
                            </a:rPr>
                          </m:ctrlPr>
                        </m:sSubPr>
                        <m:e>
                          <m:r>
                            <a:rPr lang="en-IN" i="1">
                              <a:solidFill>
                                <a:schemeClr val="bg1"/>
                              </a:solidFill>
                              <a:latin typeface="Cambria Math" panose="02040503050406030204" pitchFamily="18" charset="0"/>
                              <a:ea typeface="Times New Roman" panose="02020603050405020304" pitchFamily="18" charset="0"/>
                              <a:cs typeface="Times New Roman" panose="02020603050405020304" pitchFamily="18" charset="0"/>
                            </a:rPr>
                            <m:t>𝑛</m:t>
                          </m:r>
                        </m:e>
                        <m:sub>
                          <m:r>
                            <a:rPr lang="en-IN" i="1">
                              <a:solidFill>
                                <a:schemeClr val="bg1"/>
                              </a:solidFill>
                              <a:latin typeface="Cambria Math" panose="02040503050406030204" pitchFamily="18" charset="0"/>
                              <a:ea typeface="Times New Roman" panose="02020603050405020304" pitchFamily="18" charset="0"/>
                              <a:cs typeface="Times New Roman" panose="02020603050405020304" pitchFamily="18" charset="0"/>
                            </a:rPr>
                            <m:t>4</m:t>
                          </m:r>
                        </m:sub>
                      </m:sSub>
                      <m:sSup>
                        <m:sSupPr>
                          <m:ctrlPr>
                            <a:rPr lang="en-IN" i="1">
                              <a:solidFill>
                                <a:schemeClr val="bg1"/>
                              </a:solidFill>
                              <a:latin typeface="Cambria Math" panose="02040503050406030204" pitchFamily="18" charset="0"/>
                              <a:ea typeface="Times New Roman" panose="02020603050405020304" pitchFamily="18" charset="0"/>
                              <a:cs typeface="Times New Roman" panose="02020603050405020304" pitchFamily="18" charset="0"/>
                            </a:rPr>
                          </m:ctrlPr>
                        </m:sSupPr>
                        <m:e>
                          <m:d>
                            <m:dPr>
                              <m:ctrlPr>
                                <a:rPr lang="en-IN" i="1">
                                  <a:solidFill>
                                    <a:schemeClr val="bg1"/>
                                  </a:solidFill>
                                  <a:latin typeface="Cambria Math" panose="02040503050406030204" pitchFamily="18" charset="0"/>
                                  <a:cs typeface="Times New Roman" panose="02020603050405020304" pitchFamily="18" charset="0"/>
                                </a:rPr>
                              </m:ctrlPr>
                            </m:dPr>
                            <m:e>
                              <m:sSub>
                                <m:sSubPr>
                                  <m:ctrlPr>
                                    <a:rPr lang="en-IN" i="1">
                                      <a:solidFill>
                                        <a:schemeClr val="bg1"/>
                                      </a:solidFill>
                                      <a:latin typeface="Cambria Math" panose="02040503050406030204" pitchFamily="18" charset="0"/>
                                      <a:cs typeface="Times New Roman" panose="02020603050405020304" pitchFamily="18" charset="0"/>
                                    </a:rPr>
                                  </m:ctrlPr>
                                </m:sSubPr>
                                <m:e>
                                  <m:bar>
                                    <m:barPr>
                                      <m:pos m:val="top"/>
                                      <m:ctrlPr>
                                        <a:rPr lang="en-IN" i="1">
                                          <a:solidFill>
                                            <a:schemeClr val="bg1"/>
                                          </a:solidFill>
                                          <a:latin typeface="Cambria Math" panose="02040503050406030204" pitchFamily="18" charset="0"/>
                                          <a:cs typeface="Times New Roman" panose="02020603050405020304" pitchFamily="18" charset="0"/>
                                        </a:rPr>
                                      </m:ctrlPr>
                                    </m:barPr>
                                    <m:e>
                                      <m:r>
                                        <a:rPr lang="en-IN" i="1">
                                          <a:solidFill>
                                            <a:schemeClr val="bg1"/>
                                          </a:solidFill>
                                          <a:latin typeface="Cambria Math" panose="02040503050406030204" pitchFamily="18" charset="0"/>
                                          <a:ea typeface="Calibri" panose="020F0502020204030204" pitchFamily="34" charset="0"/>
                                          <a:cs typeface="Times New Roman" panose="02020603050405020304" pitchFamily="18" charset="0"/>
                                        </a:rPr>
                                        <m:t>𝑋</m:t>
                                      </m:r>
                                    </m:e>
                                  </m:bar>
                                </m:e>
                                <m:sub>
                                  <m:r>
                                    <a:rPr lang="en-IN" i="1">
                                      <a:solidFill>
                                        <a:schemeClr val="bg1"/>
                                      </a:solidFill>
                                      <a:latin typeface="Cambria Math" panose="02040503050406030204" pitchFamily="18" charset="0"/>
                                      <a:ea typeface="Calibri" panose="020F0502020204030204" pitchFamily="34" charset="0"/>
                                      <a:cs typeface="Times New Roman" panose="02020603050405020304" pitchFamily="18" charset="0"/>
                                    </a:rPr>
                                    <m:t>4</m:t>
                                  </m:r>
                                </m:sub>
                              </m:sSub>
                              <m:r>
                                <a:rPr lang="en-IN" i="1">
                                  <a:solidFill>
                                    <a:schemeClr val="bg1"/>
                                  </a:solidFill>
                                  <a:latin typeface="Cambria Math" panose="02040503050406030204" pitchFamily="18" charset="0"/>
                                  <a:ea typeface="Calibri" panose="020F0502020204030204" pitchFamily="34" charset="0"/>
                                  <a:cs typeface="Times New Roman" panose="02020603050405020304" pitchFamily="18" charset="0"/>
                                </a:rPr>
                                <m:t>−</m:t>
                              </m:r>
                              <m:bar>
                                <m:barPr>
                                  <m:pos m:val="top"/>
                                  <m:ctrlPr>
                                    <a:rPr lang="en-IN" i="1">
                                      <a:solidFill>
                                        <a:schemeClr val="bg1"/>
                                      </a:solidFill>
                                      <a:latin typeface="Cambria Math" panose="02040503050406030204" pitchFamily="18" charset="0"/>
                                      <a:ea typeface="Times New Roman" panose="02020603050405020304" pitchFamily="18" charset="0"/>
                                      <a:cs typeface="Times New Roman" panose="02020603050405020304" pitchFamily="18" charset="0"/>
                                    </a:rPr>
                                  </m:ctrlPr>
                                </m:barPr>
                                <m:e>
                                  <m:bar>
                                    <m:barPr>
                                      <m:pos m:val="top"/>
                                      <m:ctrlPr>
                                        <a:rPr lang="en-IN" i="1">
                                          <a:solidFill>
                                            <a:schemeClr val="bg1"/>
                                          </a:solidFill>
                                          <a:latin typeface="Cambria Math" panose="02040503050406030204" pitchFamily="18" charset="0"/>
                                          <a:ea typeface="Times New Roman" panose="02020603050405020304" pitchFamily="18" charset="0"/>
                                          <a:cs typeface="Times New Roman" panose="02020603050405020304" pitchFamily="18" charset="0"/>
                                        </a:rPr>
                                      </m:ctrlPr>
                                    </m:barPr>
                                    <m:e>
                                      <m:r>
                                        <a:rPr lang="en-IN" i="1">
                                          <a:solidFill>
                                            <a:schemeClr val="bg1"/>
                                          </a:solidFill>
                                          <a:latin typeface="Cambria Math" panose="02040503050406030204" pitchFamily="18" charset="0"/>
                                          <a:ea typeface="Times New Roman" panose="02020603050405020304" pitchFamily="18" charset="0"/>
                                          <a:cs typeface="Times New Roman" panose="02020603050405020304" pitchFamily="18" charset="0"/>
                                        </a:rPr>
                                        <m:t>𝑋</m:t>
                                      </m:r>
                                    </m:e>
                                  </m:bar>
                                </m:e>
                              </m:bar>
                            </m:e>
                          </m:d>
                        </m:e>
                        <m:sup>
                          <m:r>
                            <a:rPr lang="en-IN" i="1">
                              <a:solidFill>
                                <a:schemeClr val="bg1"/>
                              </a:solidFill>
                              <a:latin typeface="Cambria Math" panose="02040503050406030204" pitchFamily="18" charset="0"/>
                              <a:ea typeface="Times New Roman" panose="02020603050405020304" pitchFamily="18" charset="0"/>
                              <a:cs typeface="Times New Roman" panose="02020603050405020304" pitchFamily="18" charset="0"/>
                            </a:rPr>
                            <m:t>2</m:t>
                          </m:r>
                        </m:sup>
                      </m:sSup>
                      <m:r>
                        <a:rPr lang="en-IN" i="1">
                          <a:solidFill>
                            <a:schemeClr val="bg1"/>
                          </a:solidFill>
                          <a:latin typeface="Cambria Math" panose="02040503050406030204" pitchFamily="18" charset="0"/>
                          <a:ea typeface="Times New Roman" panose="02020603050405020304" pitchFamily="18" charset="0"/>
                          <a:cs typeface="Times New Roman" panose="02020603050405020304" pitchFamily="18" charset="0"/>
                        </a:rPr>
                        <m:t>=75.8 </m:t>
                      </m:r>
                    </m:oMath>
                  </m:oMathPara>
                </a14:m>
                <a:endParaRPr lang="en-IN" dirty="0">
                  <a:solidFill>
                    <a:schemeClr val="bg1"/>
                  </a:solidFill>
                  <a:latin typeface="Times New Roman" panose="02020603050405020304" pitchFamily="18" charset="0"/>
                  <a:ea typeface="Times New Roman" panose="02020603050405020304" pitchFamily="18" charset="0"/>
                  <a:cs typeface="Times New Roman" panose="02020603050405020304" pitchFamily="18" charset="0"/>
                </a:endParaRPr>
              </a:p>
              <a:p>
                <a:pPr>
                  <a:lnSpc>
                    <a:spcPct val="107000"/>
                  </a:lnSpc>
                  <a:spcAft>
                    <a:spcPts val="800"/>
                  </a:spcAft>
                </a:pPr>
                <a14:m>
                  <m:oMathPara xmlns:m="http://schemas.openxmlformats.org/officeDocument/2006/math">
                    <m:oMathParaPr>
                      <m:jc m:val="centerGroup"/>
                    </m:oMathParaPr>
                    <m:oMath xmlns:m="http://schemas.openxmlformats.org/officeDocument/2006/math">
                      <m:sSub>
                        <m:sSubPr>
                          <m:ctrlPr>
                            <a:rPr lang="en-IN" i="1">
                              <a:solidFill>
                                <a:schemeClr val="bg1"/>
                              </a:solidFill>
                              <a:latin typeface="Cambria Math" panose="02040503050406030204" pitchFamily="18" charset="0"/>
                              <a:ea typeface="Times New Roman" panose="02020603050405020304" pitchFamily="18" charset="0"/>
                              <a:cs typeface="Times New Roman" panose="02020603050405020304" pitchFamily="18" charset="0"/>
                            </a:rPr>
                          </m:ctrlPr>
                        </m:sSubPr>
                        <m:e>
                          <m:r>
                            <a:rPr lang="en-IN" i="1">
                              <a:solidFill>
                                <a:schemeClr val="bg1"/>
                              </a:solidFill>
                              <a:latin typeface="Cambria Math" panose="02040503050406030204" pitchFamily="18" charset="0"/>
                              <a:ea typeface="Times New Roman" panose="02020603050405020304" pitchFamily="18" charset="0"/>
                              <a:cs typeface="Times New Roman" panose="02020603050405020304" pitchFamily="18" charset="0"/>
                            </a:rPr>
                            <m:t>𝑆𝑆</m:t>
                          </m:r>
                        </m:e>
                        <m:sub>
                          <m:r>
                            <a:rPr lang="en-IN" i="1">
                              <a:solidFill>
                                <a:schemeClr val="bg1"/>
                              </a:solidFill>
                              <a:latin typeface="Cambria Math" panose="02040503050406030204" pitchFamily="18" charset="0"/>
                              <a:ea typeface="Times New Roman" panose="02020603050405020304" pitchFamily="18" charset="0"/>
                              <a:cs typeface="Times New Roman" panose="02020603050405020304" pitchFamily="18" charset="0"/>
                            </a:rPr>
                            <m:t>𝑤</m:t>
                          </m:r>
                        </m:sub>
                      </m:sSub>
                      <m:r>
                        <a:rPr lang="en-IN" i="1">
                          <a:solidFill>
                            <a:schemeClr val="bg1"/>
                          </a:solidFill>
                          <a:latin typeface="Cambria Math" panose="02040503050406030204" pitchFamily="18" charset="0"/>
                          <a:ea typeface="Times New Roman" panose="02020603050405020304" pitchFamily="18" charset="0"/>
                          <a:cs typeface="Times New Roman" panose="02020603050405020304" pitchFamily="18" charset="0"/>
                        </a:rPr>
                        <m:t>=</m:t>
                      </m:r>
                      <m:nary>
                        <m:naryPr>
                          <m:chr m:val="∑"/>
                          <m:limLoc m:val="undOvr"/>
                          <m:subHide m:val="on"/>
                          <m:supHide m:val="on"/>
                          <m:ctrlPr>
                            <a:rPr lang="en-IN" i="1">
                              <a:solidFill>
                                <a:schemeClr val="bg1"/>
                              </a:solidFill>
                              <a:latin typeface="Cambria Math" panose="02040503050406030204" pitchFamily="18" charset="0"/>
                              <a:ea typeface="Times New Roman" panose="02020603050405020304" pitchFamily="18" charset="0"/>
                              <a:cs typeface="Times New Roman" panose="02020603050405020304" pitchFamily="18" charset="0"/>
                            </a:rPr>
                          </m:ctrlPr>
                        </m:naryPr>
                        <m:sub/>
                        <m:sup/>
                        <m:e>
                          <m:sSup>
                            <m:sSupPr>
                              <m:ctrlPr>
                                <a:rPr lang="en-IN" i="1">
                                  <a:solidFill>
                                    <a:schemeClr val="bg1"/>
                                  </a:solidFill>
                                  <a:latin typeface="Cambria Math" panose="02040503050406030204" pitchFamily="18" charset="0"/>
                                  <a:ea typeface="Times New Roman" panose="02020603050405020304" pitchFamily="18" charset="0"/>
                                  <a:cs typeface="Times New Roman" panose="02020603050405020304" pitchFamily="18" charset="0"/>
                                </a:rPr>
                              </m:ctrlPr>
                            </m:sSupPr>
                            <m:e>
                              <m:d>
                                <m:dPr>
                                  <m:ctrlPr>
                                    <a:rPr lang="en-IN" i="1">
                                      <a:solidFill>
                                        <a:schemeClr val="bg1"/>
                                      </a:solidFill>
                                      <a:latin typeface="Cambria Math" panose="02040503050406030204" pitchFamily="18" charset="0"/>
                                      <a:ea typeface="Calibri" panose="020F0502020204030204" pitchFamily="34" charset="0"/>
                                      <a:cs typeface="Times New Roman" panose="02020603050405020304" pitchFamily="18" charset="0"/>
                                    </a:rPr>
                                  </m:ctrlPr>
                                </m:dPr>
                                <m:e>
                                  <m:sSub>
                                    <m:sSubPr>
                                      <m:ctrlPr>
                                        <a:rPr lang="en-IN" i="1">
                                          <a:solidFill>
                                            <a:schemeClr val="bg1"/>
                                          </a:solidFill>
                                          <a:latin typeface="Cambria Math" panose="02040503050406030204" pitchFamily="18" charset="0"/>
                                          <a:ea typeface="Calibri" panose="020F0502020204030204" pitchFamily="34" charset="0"/>
                                          <a:cs typeface="Times New Roman" panose="02020603050405020304" pitchFamily="18" charset="0"/>
                                        </a:rPr>
                                      </m:ctrlPr>
                                    </m:sSubPr>
                                    <m:e>
                                      <m:bar>
                                        <m:barPr>
                                          <m:pos m:val="top"/>
                                          <m:ctrlPr>
                                            <a:rPr lang="en-IN" i="1">
                                              <a:solidFill>
                                                <a:schemeClr val="bg1"/>
                                              </a:solidFill>
                                              <a:latin typeface="Cambria Math" panose="02040503050406030204" pitchFamily="18" charset="0"/>
                                              <a:ea typeface="Calibri" panose="020F0502020204030204" pitchFamily="34" charset="0"/>
                                              <a:cs typeface="Times New Roman" panose="02020603050405020304" pitchFamily="18" charset="0"/>
                                            </a:rPr>
                                          </m:ctrlPr>
                                        </m:barPr>
                                        <m:e>
                                          <m:r>
                                            <a:rPr lang="en-IN" i="1">
                                              <a:solidFill>
                                                <a:schemeClr val="bg1"/>
                                              </a:solidFill>
                                              <a:latin typeface="Cambria Math" panose="02040503050406030204" pitchFamily="18" charset="0"/>
                                              <a:ea typeface="Calibri" panose="020F0502020204030204" pitchFamily="34" charset="0"/>
                                              <a:cs typeface="Times New Roman" panose="02020603050405020304" pitchFamily="18" charset="0"/>
                                            </a:rPr>
                                            <m:t>𝑋</m:t>
                                          </m:r>
                                        </m:e>
                                      </m:bar>
                                    </m:e>
                                    <m:sub>
                                      <m:r>
                                        <a:rPr lang="en-IN" i="1">
                                          <a:solidFill>
                                            <a:schemeClr val="bg1"/>
                                          </a:solidFill>
                                          <a:latin typeface="Cambria Math" panose="02040503050406030204" pitchFamily="18" charset="0"/>
                                          <a:ea typeface="Calibri" panose="020F0502020204030204" pitchFamily="34" charset="0"/>
                                          <a:cs typeface="Times New Roman" panose="02020603050405020304" pitchFamily="18" charset="0"/>
                                        </a:rPr>
                                        <m:t>1</m:t>
                                      </m:r>
                                      <m:r>
                                        <a:rPr lang="en-IN" i="1">
                                          <a:solidFill>
                                            <a:schemeClr val="bg1"/>
                                          </a:solidFill>
                                          <a:latin typeface="Cambria Math" panose="02040503050406030204" pitchFamily="18" charset="0"/>
                                          <a:ea typeface="Calibri" panose="020F0502020204030204" pitchFamily="34" charset="0"/>
                                          <a:cs typeface="Times New Roman" panose="02020603050405020304" pitchFamily="18" charset="0"/>
                                        </a:rPr>
                                        <m:t>𝑖</m:t>
                                      </m:r>
                                    </m:sub>
                                  </m:sSub>
                                  <m:r>
                                    <a:rPr lang="en-IN" i="1">
                                      <a:solidFill>
                                        <a:schemeClr val="bg1"/>
                                      </a:solidFill>
                                      <a:latin typeface="Cambria Math" panose="02040503050406030204" pitchFamily="18" charset="0"/>
                                      <a:ea typeface="Calibri" panose="020F0502020204030204" pitchFamily="34" charset="0"/>
                                      <a:cs typeface="Times New Roman" panose="02020603050405020304" pitchFamily="18" charset="0"/>
                                    </a:rPr>
                                    <m:t>−</m:t>
                                  </m:r>
                                  <m:sSub>
                                    <m:sSubPr>
                                      <m:ctrlPr>
                                        <a:rPr lang="en-IN" i="1">
                                          <a:solidFill>
                                            <a:schemeClr val="bg1"/>
                                          </a:solidFill>
                                          <a:latin typeface="Cambria Math" panose="02040503050406030204" pitchFamily="18" charset="0"/>
                                          <a:ea typeface="Times New Roman" panose="02020603050405020304" pitchFamily="18" charset="0"/>
                                          <a:cs typeface="Times New Roman" panose="02020603050405020304" pitchFamily="18" charset="0"/>
                                        </a:rPr>
                                      </m:ctrlPr>
                                    </m:sSubPr>
                                    <m:e>
                                      <m:bar>
                                        <m:barPr>
                                          <m:pos m:val="top"/>
                                          <m:ctrlPr>
                                            <a:rPr lang="en-IN" i="1">
                                              <a:solidFill>
                                                <a:schemeClr val="bg1"/>
                                              </a:solidFill>
                                              <a:latin typeface="Cambria Math" panose="02040503050406030204" pitchFamily="18" charset="0"/>
                                              <a:ea typeface="Times New Roman" panose="02020603050405020304" pitchFamily="18" charset="0"/>
                                              <a:cs typeface="Times New Roman" panose="02020603050405020304" pitchFamily="18" charset="0"/>
                                            </a:rPr>
                                          </m:ctrlPr>
                                        </m:barPr>
                                        <m:e>
                                          <m:r>
                                            <a:rPr lang="en-IN" i="1">
                                              <a:solidFill>
                                                <a:schemeClr val="bg1"/>
                                              </a:solidFill>
                                              <a:latin typeface="Cambria Math" panose="02040503050406030204" pitchFamily="18" charset="0"/>
                                              <a:ea typeface="Times New Roman" panose="02020603050405020304" pitchFamily="18" charset="0"/>
                                              <a:cs typeface="Times New Roman" panose="02020603050405020304" pitchFamily="18" charset="0"/>
                                            </a:rPr>
                                            <m:t>𝑋</m:t>
                                          </m:r>
                                        </m:e>
                                      </m:bar>
                                    </m:e>
                                    <m:sub>
                                      <m:r>
                                        <a:rPr lang="en-IN" i="1">
                                          <a:solidFill>
                                            <a:schemeClr val="bg1"/>
                                          </a:solidFill>
                                          <a:latin typeface="Cambria Math" panose="02040503050406030204" pitchFamily="18" charset="0"/>
                                          <a:ea typeface="Times New Roman" panose="02020603050405020304" pitchFamily="18" charset="0"/>
                                          <a:cs typeface="Times New Roman" panose="02020603050405020304" pitchFamily="18" charset="0"/>
                                        </a:rPr>
                                        <m:t>1</m:t>
                                      </m:r>
                                    </m:sub>
                                  </m:sSub>
                                </m:e>
                              </m:d>
                            </m:e>
                            <m:sup>
                              <m:r>
                                <a:rPr lang="en-IN" i="1">
                                  <a:solidFill>
                                    <a:schemeClr val="bg1"/>
                                  </a:solidFill>
                                  <a:latin typeface="Cambria Math" panose="02040503050406030204" pitchFamily="18" charset="0"/>
                                  <a:ea typeface="Times New Roman" panose="02020603050405020304" pitchFamily="18" charset="0"/>
                                  <a:cs typeface="Times New Roman" panose="02020603050405020304" pitchFamily="18" charset="0"/>
                                </a:rPr>
                                <m:t>2</m:t>
                              </m:r>
                            </m:sup>
                          </m:sSup>
                        </m:e>
                      </m:nary>
                      <m:r>
                        <a:rPr lang="en-IN" i="1">
                          <a:solidFill>
                            <a:schemeClr val="bg1"/>
                          </a:solidFill>
                          <a:latin typeface="Cambria Math" panose="02040503050406030204" pitchFamily="18" charset="0"/>
                          <a:ea typeface="Times New Roman" panose="02020603050405020304" pitchFamily="18" charset="0"/>
                          <a:cs typeface="Times New Roman" panose="02020603050405020304" pitchFamily="18" charset="0"/>
                        </a:rPr>
                        <m:t>+</m:t>
                      </m:r>
                      <m:nary>
                        <m:naryPr>
                          <m:chr m:val="∑"/>
                          <m:limLoc m:val="undOvr"/>
                          <m:subHide m:val="on"/>
                          <m:supHide m:val="on"/>
                          <m:ctrlPr>
                            <a:rPr lang="en-IN" i="1">
                              <a:solidFill>
                                <a:schemeClr val="bg1"/>
                              </a:solidFill>
                              <a:latin typeface="Cambria Math" panose="02040503050406030204" pitchFamily="18" charset="0"/>
                              <a:ea typeface="Times New Roman" panose="02020603050405020304" pitchFamily="18" charset="0"/>
                              <a:cs typeface="Times New Roman" panose="02020603050405020304" pitchFamily="18" charset="0"/>
                            </a:rPr>
                          </m:ctrlPr>
                        </m:naryPr>
                        <m:sub/>
                        <m:sup/>
                        <m:e>
                          <m:sSup>
                            <m:sSupPr>
                              <m:ctrlPr>
                                <a:rPr lang="en-IN" i="1">
                                  <a:solidFill>
                                    <a:schemeClr val="bg1"/>
                                  </a:solidFill>
                                  <a:latin typeface="Cambria Math" panose="02040503050406030204" pitchFamily="18" charset="0"/>
                                  <a:ea typeface="Times New Roman" panose="02020603050405020304" pitchFamily="18" charset="0"/>
                                  <a:cs typeface="Times New Roman" panose="02020603050405020304" pitchFamily="18" charset="0"/>
                                </a:rPr>
                              </m:ctrlPr>
                            </m:sSupPr>
                            <m:e>
                              <m:d>
                                <m:dPr>
                                  <m:ctrlPr>
                                    <a:rPr lang="en-IN" i="1">
                                      <a:solidFill>
                                        <a:schemeClr val="bg1"/>
                                      </a:solidFill>
                                      <a:latin typeface="Cambria Math" panose="02040503050406030204" pitchFamily="18" charset="0"/>
                                      <a:ea typeface="Calibri" panose="020F0502020204030204" pitchFamily="34" charset="0"/>
                                      <a:cs typeface="Times New Roman" panose="02020603050405020304" pitchFamily="18" charset="0"/>
                                    </a:rPr>
                                  </m:ctrlPr>
                                </m:dPr>
                                <m:e>
                                  <m:sSub>
                                    <m:sSubPr>
                                      <m:ctrlPr>
                                        <a:rPr lang="en-IN" i="1">
                                          <a:solidFill>
                                            <a:schemeClr val="bg1"/>
                                          </a:solidFill>
                                          <a:latin typeface="Cambria Math" panose="02040503050406030204" pitchFamily="18" charset="0"/>
                                          <a:ea typeface="Calibri" panose="020F0502020204030204" pitchFamily="34" charset="0"/>
                                          <a:cs typeface="Times New Roman" panose="02020603050405020304" pitchFamily="18" charset="0"/>
                                        </a:rPr>
                                      </m:ctrlPr>
                                    </m:sSubPr>
                                    <m:e>
                                      <m:bar>
                                        <m:barPr>
                                          <m:pos m:val="top"/>
                                          <m:ctrlPr>
                                            <a:rPr lang="en-IN" i="1">
                                              <a:solidFill>
                                                <a:schemeClr val="bg1"/>
                                              </a:solidFill>
                                              <a:latin typeface="Cambria Math" panose="02040503050406030204" pitchFamily="18" charset="0"/>
                                              <a:ea typeface="Calibri" panose="020F0502020204030204" pitchFamily="34" charset="0"/>
                                              <a:cs typeface="Times New Roman" panose="02020603050405020304" pitchFamily="18" charset="0"/>
                                            </a:rPr>
                                          </m:ctrlPr>
                                        </m:barPr>
                                        <m:e>
                                          <m:r>
                                            <a:rPr lang="en-IN" i="1">
                                              <a:solidFill>
                                                <a:schemeClr val="bg1"/>
                                              </a:solidFill>
                                              <a:latin typeface="Cambria Math" panose="02040503050406030204" pitchFamily="18" charset="0"/>
                                              <a:ea typeface="Calibri" panose="020F0502020204030204" pitchFamily="34" charset="0"/>
                                              <a:cs typeface="Times New Roman" panose="02020603050405020304" pitchFamily="18" charset="0"/>
                                            </a:rPr>
                                            <m:t>𝑋</m:t>
                                          </m:r>
                                        </m:e>
                                      </m:bar>
                                    </m:e>
                                    <m:sub>
                                      <m:r>
                                        <a:rPr lang="en-IN" i="1">
                                          <a:solidFill>
                                            <a:schemeClr val="bg1"/>
                                          </a:solidFill>
                                          <a:latin typeface="Cambria Math" panose="02040503050406030204" pitchFamily="18" charset="0"/>
                                          <a:ea typeface="Calibri" panose="020F0502020204030204" pitchFamily="34" charset="0"/>
                                          <a:cs typeface="Times New Roman" panose="02020603050405020304" pitchFamily="18" charset="0"/>
                                        </a:rPr>
                                        <m:t>2</m:t>
                                      </m:r>
                                      <m:r>
                                        <a:rPr lang="en-IN" i="1">
                                          <a:solidFill>
                                            <a:schemeClr val="bg1"/>
                                          </a:solidFill>
                                          <a:latin typeface="Cambria Math" panose="02040503050406030204" pitchFamily="18" charset="0"/>
                                          <a:ea typeface="Calibri" panose="020F0502020204030204" pitchFamily="34" charset="0"/>
                                          <a:cs typeface="Times New Roman" panose="02020603050405020304" pitchFamily="18" charset="0"/>
                                        </a:rPr>
                                        <m:t>𝑖</m:t>
                                      </m:r>
                                    </m:sub>
                                  </m:sSub>
                                  <m:r>
                                    <a:rPr lang="en-IN" i="1">
                                      <a:solidFill>
                                        <a:schemeClr val="bg1"/>
                                      </a:solidFill>
                                      <a:latin typeface="Cambria Math" panose="02040503050406030204" pitchFamily="18" charset="0"/>
                                      <a:ea typeface="Calibri" panose="020F0502020204030204" pitchFamily="34" charset="0"/>
                                      <a:cs typeface="Times New Roman" panose="02020603050405020304" pitchFamily="18" charset="0"/>
                                    </a:rPr>
                                    <m:t>−</m:t>
                                  </m:r>
                                  <m:sSub>
                                    <m:sSubPr>
                                      <m:ctrlPr>
                                        <a:rPr lang="en-IN" i="1">
                                          <a:solidFill>
                                            <a:schemeClr val="bg1"/>
                                          </a:solidFill>
                                          <a:latin typeface="Cambria Math" panose="02040503050406030204" pitchFamily="18" charset="0"/>
                                          <a:ea typeface="Times New Roman" panose="02020603050405020304" pitchFamily="18" charset="0"/>
                                          <a:cs typeface="Times New Roman" panose="02020603050405020304" pitchFamily="18" charset="0"/>
                                        </a:rPr>
                                      </m:ctrlPr>
                                    </m:sSubPr>
                                    <m:e>
                                      <m:bar>
                                        <m:barPr>
                                          <m:pos m:val="top"/>
                                          <m:ctrlPr>
                                            <a:rPr lang="en-IN" i="1">
                                              <a:solidFill>
                                                <a:schemeClr val="bg1"/>
                                              </a:solidFill>
                                              <a:latin typeface="Cambria Math" panose="02040503050406030204" pitchFamily="18" charset="0"/>
                                              <a:ea typeface="Times New Roman" panose="02020603050405020304" pitchFamily="18" charset="0"/>
                                              <a:cs typeface="Times New Roman" panose="02020603050405020304" pitchFamily="18" charset="0"/>
                                            </a:rPr>
                                          </m:ctrlPr>
                                        </m:barPr>
                                        <m:e>
                                          <m:r>
                                            <a:rPr lang="en-IN" i="1">
                                              <a:solidFill>
                                                <a:schemeClr val="bg1"/>
                                              </a:solidFill>
                                              <a:latin typeface="Cambria Math" panose="02040503050406030204" pitchFamily="18" charset="0"/>
                                              <a:ea typeface="Times New Roman" panose="02020603050405020304" pitchFamily="18" charset="0"/>
                                              <a:cs typeface="Times New Roman" panose="02020603050405020304" pitchFamily="18" charset="0"/>
                                            </a:rPr>
                                            <m:t>𝑋</m:t>
                                          </m:r>
                                        </m:e>
                                      </m:bar>
                                    </m:e>
                                    <m:sub>
                                      <m:r>
                                        <a:rPr lang="en-IN" i="1">
                                          <a:solidFill>
                                            <a:schemeClr val="bg1"/>
                                          </a:solidFill>
                                          <a:latin typeface="Cambria Math" panose="02040503050406030204" pitchFamily="18" charset="0"/>
                                          <a:ea typeface="Times New Roman" panose="02020603050405020304" pitchFamily="18" charset="0"/>
                                          <a:cs typeface="Times New Roman" panose="02020603050405020304" pitchFamily="18" charset="0"/>
                                        </a:rPr>
                                        <m:t>2</m:t>
                                      </m:r>
                                    </m:sub>
                                  </m:sSub>
                                </m:e>
                              </m:d>
                            </m:e>
                            <m:sup>
                              <m:r>
                                <a:rPr lang="en-IN" i="1">
                                  <a:solidFill>
                                    <a:schemeClr val="bg1"/>
                                  </a:solidFill>
                                  <a:latin typeface="Cambria Math" panose="02040503050406030204" pitchFamily="18" charset="0"/>
                                  <a:ea typeface="Times New Roman" panose="02020603050405020304" pitchFamily="18" charset="0"/>
                                  <a:cs typeface="Times New Roman" panose="02020603050405020304" pitchFamily="18" charset="0"/>
                                </a:rPr>
                                <m:t>2</m:t>
                              </m:r>
                            </m:sup>
                          </m:sSup>
                          <m:r>
                            <a:rPr lang="en-IN" i="1">
                              <a:solidFill>
                                <a:schemeClr val="bg1"/>
                              </a:solidFill>
                              <a:latin typeface="Cambria Math" panose="02040503050406030204" pitchFamily="18" charset="0"/>
                              <a:ea typeface="Times New Roman" panose="02020603050405020304" pitchFamily="18" charset="0"/>
                              <a:cs typeface="Times New Roman" panose="02020603050405020304" pitchFamily="18" charset="0"/>
                            </a:rPr>
                            <m:t>+</m:t>
                          </m:r>
                          <m:nary>
                            <m:naryPr>
                              <m:chr m:val="∑"/>
                              <m:limLoc m:val="undOvr"/>
                              <m:subHide m:val="on"/>
                              <m:supHide m:val="on"/>
                              <m:ctrlPr>
                                <a:rPr lang="en-IN" i="1">
                                  <a:solidFill>
                                    <a:schemeClr val="bg1"/>
                                  </a:solidFill>
                                  <a:latin typeface="Cambria Math" panose="02040503050406030204" pitchFamily="18" charset="0"/>
                                  <a:ea typeface="Times New Roman" panose="02020603050405020304" pitchFamily="18" charset="0"/>
                                  <a:cs typeface="Times New Roman" panose="02020603050405020304" pitchFamily="18" charset="0"/>
                                </a:rPr>
                              </m:ctrlPr>
                            </m:naryPr>
                            <m:sub/>
                            <m:sup/>
                            <m:e>
                              <m:sSup>
                                <m:sSupPr>
                                  <m:ctrlPr>
                                    <a:rPr lang="en-IN" i="1">
                                      <a:solidFill>
                                        <a:schemeClr val="bg1"/>
                                      </a:solidFill>
                                      <a:latin typeface="Cambria Math" panose="02040503050406030204" pitchFamily="18" charset="0"/>
                                      <a:ea typeface="Times New Roman" panose="02020603050405020304" pitchFamily="18" charset="0"/>
                                      <a:cs typeface="Times New Roman" panose="02020603050405020304" pitchFamily="18" charset="0"/>
                                    </a:rPr>
                                  </m:ctrlPr>
                                </m:sSupPr>
                                <m:e>
                                  <m:d>
                                    <m:dPr>
                                      <m:ctrlPr>
                                        <a:rPr lang="en-IN" i="1">
                                          <a:solidFill>
                                            <a:schemeClr val="bg1"/>
                                          </a:solidFill>
                                          <a:latin typeface="Cambria Math" panose="02040503050406030204" pitchFamily="18" charset="0"/>
                                          <a:ea typeface="Calibri" panose="020F0502020204030204" pitchFamily="34" charset="0"/>
                                          <a:cs typeface="Times New Roman" panose="02020603050405020304" pitchFamily="18" charset="0"/>
                                        </a:rPr>
                                      </m:ctrlPr>
                                    </m:dPr>
                                    <m:e>
                                      <m:sSub>
                                        <m:sSubPr>
                                          <m:ctrlPr>
                                            <a:rPr lang="en-IN" i="1">
                                              <a:solidFill>
                                                <a:schemeClr val="bg1"/>
                                              </a:solidFill>
                                              <a:latin typeface="Cambria Math" panose="02040503050406030204" pitchFamily="18" charset="0"/>
                                              <a:ea typeface="Calibri" panose="020F0502020204030204" pitchFamily="34" charset="0"/>
                                              <a:cs typeface="Times New Roman" panose="02020603050405020304" pitchFamily="18" charset="0"/>
                                            </a:rPr>
                                          </m:ctrlPr>
                                        </m:sSubPr>
                                        <m:e>
                                          <m:bar>
                                            <m:barPr>
                                              <m:pos m:val="top"/>
                                              <m:ctrlPr>
                                                <a:rPr lang="en-IN" i="1">
                                                  <a:solidFill>
                                                    <a:schemeClr val="bg1"/>
                                                  </a:solidFill>
                                                  <a:latin typeface="Cambria Math" panose="02040503050406030204" pitchFamily="18" charset="0"/>
                                                  <a:ea typeface="Calibri" panose="020F0502020204030204" pitchFamily="34" charset="0"/>
                                                  <a:cs typeface="Times New Roman" panose="02020603050405020304" pitchFamily="18" charset="0"/>
                                                </a:rPr>
                                              </m:ctrlPr>
                                            </m:barPr>
                                            <m:e>
                                              <m:r>
                                                <a:rPr lang="en-IN" i="1">
                                                  <a:solidFill>
                                                    <a:schemeClr val="bg1"/>
                                                  </a:solidFill>
                                                  <a:latin typeface="Cambria Math" panose="02040503050406030204" pitchFamily="18" charset="0"/>
                                                  <a:ea typeface="Calibri" panose="020F0502020204030204" pitchFamily="34" charset="0"/>
                                                  <a:cs typeface="Times New Roman" panose="02020603050405020304" pitchFamily="18" charset="0"/>
                                                </a:rPr>
                                                <m:t>𝑋</m:t>
                                              </m:r>
                                            </m:e>
                                          </m:bar>
                                        </m:e>
                                        <m:sub>
                                          <m:r>
                                            <a:rPr lang="en-IN" i="1">
                                              <a:solidFill>
                                                <a:schemeClr val="bg1"/>
                                              </a:solidFill>
                                              <a:latin typeface="Cambria Math" panose="02040503050406030204" pitchFamily="18" charset="0"/>
                                              <a:ea typeface="Calibri" panose="020F0502020204030204" pitchFamily="34" charset="0"/>
                                              <a:cs typeface="Times New Roman" panose="02020603050405020304" pitchFamily="18" charset="0"/>
                                            </a:rPr>
                                            <m:t>3</m:t>
                                          </m:r>
                                          <m:r>
                                            <a:rPr lang="en-IN" i="1">
                                              <a:solidFill>
                                                <a:schemeClr val="bg1"/>
                                              </a:solidFill>
                                              <a:latin typeface="Cambria Math" panose="02040503050406030204" pitchFamily="18" charset="0"/>
                                              <a:ea typeface="Calibri" panose="020F0502020204030204" pitchFamily="34" charset="0"/>
                                              <a:cs typeface="Times New Roman" panose="02020603050405020304" pitchFamily="18" charset="0"/>
                                            </a:rPr>
                                            <m:t>𝑖</m:t>
                                          </m:r>
                                        </m:sub>
                                      </m:sSub>
                                      <m:r>
                                        <a:rPr lang="en-IN" i="1">
                                          <a:solidFill>
                                            <a:schemeClr val="bg1"/>
                                          </a:solidFill>
                                          <a:latin typeface="Cambria Math" panose="02040503050406030204" pitchFamily="18" charset="0"/>
                                          <a:ea typeface="Calibri" panose="020F0502020204030204" pitchFamily="34" charset="0"/>
                                          <a:cs typeface="Times New Roman" panose="02020603050405020304" pitchFamily="18" charset="0"/>
                                        </a:rPr>
                                        <m:t>−</m:t>
                                      </m:r>
                                      <m:sSub>
                                        <m:sSubPr>
                                          <m:ctrlPr>
                                            <a:rPr lang="en-IN" i="1">
                                              <a:solidFill>
                                                <a:schemeClr val="bg1"/>
                                              </a:solidFill>
                                              <a:latin typeface="Cambria Math" panose="02040503050406030204" pitchFamily="18" charset="0"/>
                                              <a:ea typeface="Times New Roman" panose="02020603050405020304" pitchFamily="18" charset="0"/>
                                              <a:cs typeface="Times New Roman" panose="02020603050405020304" pitchFamily="18" charset="0"/>
                                            </a:rPr>
                                          </m:ctrlPr>
                                        </m:sSubPr>
                                        <m:e>
                                          <m:bar>
                                            <m:barPr>
                                              <m:pos m:val="top"/>
                                              <m:ctrlPr>
                                                <a:rPr lang="en-IN" i="1">
                                                  <a:solidFill>
                                                    <a:schemeClr val="bg1"/>
                                                  </a:solidFill>
                                                  <a:latin typeface="Cambria Math" panose="02040503050406030204" pitchFamily="18" charset="0"/>
                                                  <a:ea typeface="Times New Roman" panose="02020603050405020304" pitchFamily="18" charset="0"/>
                                                  <a:cs typeface="Times New Roman" panose="02020603050405020304" pitchFamily="18" charset="0"/>
                                                </a:rPr>
                                              </m:ctrlPr>
                                            </m:barPr>
                                            <m:e>
                                              <m:r>
                                                <a:rPr lang="en-IN" i="1">
                                                  <a:solidFill>
                                                    <a:schemeClr val="bg1"/>
                                                  </a:solidFill>
                                                  <a:latin typeface="Cambria Math" panose="02040503050406030204" pitchFamily="18" charset="0"/>
                                                  <a:ea typeface="Times New Roman" panose="02020603050405020304" pitchFamily="18" charset="0"/>
                                                  <a:cs typeface="Times New Roman" panose="02020603050405020304" pitchFamily="18" charset="0"/>
                                                </a:rPr>
                                                <m:t>𝑋</m:t>
                                              </m:r>
                                            </m:e>
                                          </m:bar>
                                        </m:e>
                                        <m:sub>
                                          <m:r>
                                            <a:rPr lang="en-IN" i="1">
                                              <a:solidFill>
                                                <a:schemeClr val="bg1"/>
                                              </a:solidFill>
                                              <a:latin typeface="Cambria Math" panose="02040503050406030204" pitchFamily="18" charset="0"/>
                                              <a:ea typeface="Times New Roman" panose="02020603050405020304" pitchFamily="18" charset="0"/>
                                              <a:cs typeface="Times New Roman" panose="02020603050405020304" pitchFamily="18" charset="0"/>
                                            </a:rPr>
                                            <m:t>3</m:t>
                                          </m:r>
                                        </m:sub>
                                      </m:sSub>
                                    </m:e>
                                  </m:d>
                                </m:e>
                                <m:sup>
                                  <m:r>
                                    <a:rPr lang="en-IN" i="1">
                                      <a:solidFill>
                                        <a:schemeClr val="bg1"/>
                                      </a:solidFill>
                                      <a:latin typeface="Cambria Math" panose="02040503050406030204" pitchFamily="18" charset="0"/>
                                      <a:ea typeface="Times New Roman" panose="02020603050405020304" pitchFamily="18" charset="0"/>
                                      <a:cs typeface="Times New Roman" panose="02020603050405020304" pitchFamily="18" charset="0"/>
                                    </a:rPr>
                                    <m:t>2</m:t>
                                  </m:r>
                                </m:sup>
                              </m:sSup>
                            </m:e>
                          </m:nary>
                          <m:r>
                            <a:rPr lang="en-IN" i="1">
                              <a:solidFill>
                                <a:schemeClr val="bg1"/>
                              </a:solidFill>
                              <a:latin typeface="Cambria Math" panose="02040503050406030204" pitchFamily="18" charset="0"/>
                              <a:ea typeface="Times New Roman" panose="02020603050405020304" pitchFamily="18" charset="0"/>
                              <a:cs typeface="Times New Roman" panose="02020603050405020304" pitchFamily="18" charset="0"/>
                            </a:rPr>
                            <m:t>+</m:t>
                          </m:r>
                          <m:nary>
                            <m:naryPr>
                              <m:chr m:val="∑"/>
                              <m:limLoc m:val="undOvr"/>
                              <m:subHide m:val="on"/>
                              <m:supHide m:val="on"/>
                              <m:ctrlPr>
                                <a:rPr lang="en-IN" i="1">
                                  <a:solidFill>
                                    <a:schemeClr val="bg1"/>
                                  </a:solidFill>
                                  <a:latin typeface="Cambria Math" panose="02040503050406030204" pitchFamily="18" charset="0"/>
                                  <a:ea typeface="Times New Roman" panose="02020603050405020304" pitchFamily="18" charset="0"/>
                                  <a:cs typeface="Times New Roman" panose="02020603050405020304" pitchFamily="18" charset="0"/>
                                </a:rPr>
                              </m:ctrlPr>
                            </m:naryPr>
                            <m:sub/>
                            <m:sup/>
                            <m:e>
                              <m:sSup>
                                <m:sSupPr>
                                  <m:ctrlPr>
                                    <a:rPr lang="en-IN" i="1">
                                      <a:solidFill>
                                        <a:schemeClr val="bg1"/>
                                      </a:solidFill>
                                      <a:latin typeface="Cambria Math" panose="02040503050406030204" pitchFamily="18" charset="0"/>
                                      <a:ea typeface="Times New Roman" panose="02020603050405020304" pitchFamily="18" charset="0"/>
                                      <a:cs typeface="Times New Roman" panose="02020603050405020304" pitchFamily="18" charset="0"/>
                                    </a:rPr>
                                  </m:ctrlPr>
                                </m:sSupPr>
                                <m:e>
                                  <m:d>
                                    <m:dPr>
                                      <m:ctrlPr>
                                        <a:rPr lang="en-IN" i="1">
                                          <a:solidFill>
                                            <a:schemeClr val="bg1"/>
                                          </a:solidFill>
                                          <a:latin typeface="Cambria Math" panose="02040503050406030204" pitchFamily="18" charset="0"/>
                                          <a:ea typeface="Calibri" panose="020F0502020204030204" pitchFamily="34" charset="0"/>
                                          <a:cs typeface="Times New Roman" panose="02020603050405020304" pitchFamily="18" charset="0"/>
                                        </a:rPr>
                                      </m:ctrlPr>
                                    </m:dPr>
                                    <m:e>
                                      <m:sSub>
                                        <m:sSubPr>
                                          <m:ctrlPr>
                                            <a:rPr lang="en-IN" i="1">
                                              <a:solidFill>
                                                <a:schemeClr val="bg1"/>
                                              </a:solidFill>
                                              <a:latin typeface="Cambria Math" panose="02040503050406030204" pitchFamily="18" charset="0"/>
                                              <a:ea typeface="Calibri" panose="020F0502020204030204" pitchFamily="34" charset="0"/>
                                              <a:cs typeface="Times New Roman" panose="02020603050405020304" pitchFamily="18" charset="0"/>
                                            </a:rPr>
                                          </m:ctrlPr>
                                        </m:sSubPr>
                                        <m:e>
                                          <m:bar>
                                            <m:barPr>
                                              <m:pos m:val="top"/>
                                              <m:ctrlPr>
                                                <a:rPr lang="en-IN" i="1">
                                                  <a:solidFill>
                                                    <a:schemeClr val="bg1"/>
                                                  </a:solidFill>
                                                  <a:latin typeface="Cambria Math" panose="02040503050406030204" pitchFamily="18" charset="0"/>
                                                  <a:ea typeface="Calibri" panose="020F0502020204030204" pitchFamily="34" charset="0"/>
                                                  <a:cs typeface="Times New Roman" panose="02020603050405020304" pitchFamily="18" charset="0"/>
                                                </a:rPr>
                                              </m:ctrlPr>
                                            </m:barPr>
                                            <m:e>
                                              <m:r>
                                                <a:rPr lang="en-IN" i="1">
                                                  <a:solidFill>
                                                    <a:schemeClr val="bg1"/>
                                                  </a:solidFill>
                                                  <a:latin typeface="Cambria Math" panose="02040503050406030204" pitchFamily="18" charset="0"/>
                                                  <a:ea typeface="Calibri" panose="020F0502020204030204" pitchFamily="34" charset="0"/>
                                                  <a:cs typeface="Times New Roman" panose="02020603050405020304" pitchFamily="18" charset="0"/>
                                                </a:rPr>
                                                <m:t>𝑋</m:t>
                                              </m:r>
                                            </m:e>
                                          </m:bar>
                                        </m:e>
                                        <m:sub>
                                          <m:r>
                                            <a:rPr lang="en-IN" i="1">
                                              <a:solidFill>
                                                <a:schemeClr val="bg1"/>
                                              </a:solidFill>
                                              <a:latin typeface="Cambria Math" panose="02040503050406030204" pitchFamily="18" charset="0"/>
                                              <a:ea typeface="Calibri" panose="020F0502020204030204" pitchFamily="34" charset="0"/>
                                              <a:cs typeface="Times New Roman" panose="02020603050405020304" pitchFamily="18" charset="0"/>
                                            </a:rPr>
                                            <m:t>4</m:t>
                                          </m:r>
                                          <m:r>
                                            <a:rPr lang="en-IN" i="1">
                                              <a:solidFill>
                                                <a:schemeClr val="bg1"/>
                                              </a:solidFill>
                                              <a:latin typeface="Cambria Math" panose="02040503050406030204" pitchFamily="18" charset="0"/>
                                              <a:ea typeface="Calibri" panose="020F0502020204030204" pitchFamily="34" charset="0"/>
                                              <a:cs typeface="Times New Roman" panose="02020603050405020304" pitchFamily="18" charset="0"/>
                                            </a:rPr>
                                            <m:t>𝑖</m:t>
                                          </m:r>
                                        </m:sub>
                                      </m:sSub>
                                      <m:r>
                                        <a:rPr lang="en-IN" i="1">
                                          <a:solidFill>
                                            <a:schemeClr val="bg1"/>
                                          </a:solidFill>
                                          <a:latin typeface="Cambria Math" panose="02040503050406030204" pitchFamily="18" charset="0"/>
                                          <a:ea typeface="Calibri" panose="020F0502020204030204" pitchFamily="34" charset="0"/>
                                          <a:cs typeface="Times New Roman" panose="02020603050405020304" pitchFamily="18" charset="0"/>
                                        </a:rPr>
                                        <m:t>−</m:t>
                                      </m:r>
                                      <m:sSub>
                                        <m:sSubPr>
                                          <m:ctrlPr>
                                            <a:rPr lang="en-IN" i="1">
                                              <a:solidFill>
                                                <a:schemeClr val="bg1"/>
                                              </a:solidFill>
                                              <a:latin typeface="Cambria Math" panose="02040503050406030204" pitchFamily="18" charset="0"/>
                                              <a:ea typeface="Times New Roman" panose="02020603050405020304" pitchFamily="18" charset="0"/>
                                              <a:cs typeface="Times New Roman" panose="02020603050405020304" pitchFamily="18" charset="0"/>
                                            </a:rPr>
                                          </m:ctrlPr>
                                        </m:sSubPr>
                                        <m:e>
                                          <m:bar>
                                            <m:barPr>
                                              <m:pos m:val="top"/>
                                              <m:ctrlPr>
                                                <a:rPr lang="en-IN" i="1">
                                                  <a:solidFill>
                                                    <a:schemeClr val="bg1"/>
                                                  </a:solidFill>
                                                  <a:latin typeface="Cambria Math" panose="02040503050406030204" pitchFamily="18" charset="0"/>
                                                  <a:ea typeface="Times New Roman" panose="02020603050405020304" pitchFamily="18" charset="0"/>
                                                  <a:cs typeface="Times New Roman" panose="02020603050405020304" pitchFamily="18" charset="0"/>
                                                </a:rPr>
                                              </m:ctrlPr>
                                            </m:barPr>
                                            <m:e>
                                              <m:r>
                                                <a:rPr lang="en-IN" i="1">
                                                  <a:solidFill>
                                                    <a:schemeClr val="bg1"/>
                                                  </a:solidFill>
                                                  <a:latin typeface="Cambria Math" panose="02040503050406030204" pitchFamily="18" charset="0"/>
                                                  <a:ea typeface="Times New Roman" panose="02020603050405020304" pitchFamily="18" charset="0"/>
                                                  <a:cs typeface="Times New Roman" panose="02020603050405020304" pitchFamily="18" charset="0"/>
                                                </a:rPr>
                                                <m:t>𝑋</m:t>
                                              </m:r>
                                            </m:e>
                                          </m:bar>
                                        </m:e>
                                        <m:sub>
                                          <m:r>
                                            <a:rPr lang="en-IN" i="1">
                                              <a:solidFill>
                                                <a:schemeClr val="bg1"/>
                                              </a:solidFill>
                                              <a:latin typeface="Cambria Math" panose="02040503050406030204" pitchFamily="18" charset="0"/>
                                              <a:ea typeface="Times New Roman" panose="02020603050405020304" pitchFamily="18" charset="0"/>
                                              <a:cs typeface="Times New Roman" panose="02020603050405020304" pitchFamily="18" charset="0"/>
                                            </a:rPr>
                                            <m:t>4</m:t>
                                          </m:r>
                                        </m:sub>
                                      </m:sSub>
                                    </m:e>
                                  </m:d>
                                </m:e>
                                <m:sup>
                                  <m:r>
                                    <a:rPr lang="en-IN" i="1">
                                      <a:solidFill>
                                        <a:schemeClr val="bg1"/>
                                      </a:solidFill>
                                      <a:latin typeface="Cambria Math" panose="02040503050406030204" pitchFamily="18" charset="0"/>
                                      <a:ea typeface="Times New Roman" panose="02020603050405020304" pitchFamily="18" charset="0"/>
                                      <a:cs typeface="Times New Roman" panose="02020603050405020304" pitchFamily="18" charset="0"/>
                                    </a:rPr>
                                    <m:t>2</m:t>
                                  </m:r>
                                </m:sup>
                              </m:sSup>
                            </m:e>
                          </m:nary>
                        </m:e>
                      </m:nary>
                    </m:oMath>
                  </m:oMathPara>
                </a14:m>
                <a:endParaRPr lang="en-IN" dirty="0">
                  <a:solidFill>
                    <a:schemeClr val="bg1"/>
                  </a:solidFill>
                  <a:latin typeface="Times New Roman" panose="02020603050405020304" pitchFamily="18" charset="0"/>
                  <a:ea typeface="Calibri" panose="020F0502020204030204" pitchFamily="34" charset="0"/>
                  <a:cs typeface="Times New Roman" panose="02020603050405020304" pitchFamily="18" charset="0"/>
                </a:endParaRPr>
              </a:p>
              <a:p>
                <a:pPr indent="0">
                  <a:lnSpc>
                    <a:spcPct val="107000"/>
                  </a:lnSpc>
                  <a:spcAft>
                    <a:spcPts val="800"/>
                  </a:spcAft>
                  <a:buNone/>
                </a:pPr>
                <a14:m>
                  <m:oMath xmlns:m="http://schemas.openxmlformats.org/officeDocument/2006/math">
                    <m:r>
                      <a:rPr lang="en-IN" i="1">
                        <a:solidFill>
                          <a:schemeClr val="bg1"/>
                        </a:solidFill>
                        <a:latin typeface="Cambria Math" panose="02040503050406030204" pitchFamily="18" charset="0"/>
                        <a:ea typeface="Times New Roman" panose="02020603050405020304" pitchFamily="18" charset="0"/>
                        <a:cs typeface="Times New Roman" panose="02020603050405020304" pitchFamily="18" charset="0"/>
                      </a:rPr>
                      <m:t>=21.2+10+5.2+10.6=47</m:t>
                    </m:r>
                  </m:oMath>
                </a14:m>
                <a:r>
                  <a:rPr lang="en-IN" dirty="0">
                    <a:solidFill>
                      <a:schemeClr val="bg1"/>
                    </a:solidFill>
                    <a:latin typeface="Times New Roman" panose="02020603050405020304" pitchFamily="18" charset="0"/>
                    <a:ea typeface="Times New Roman" panose="02020603050405020304" pitchFamily="18" charset="0"/>
                    <a:cs typeface="Times New Roman" panose="02020603050405020304" pitchFamily="18" charset="0"/>
                  </a:rPr>
                  <a:t> </a:t>
                </a:r>
                <a:endParaRPr lang="en-IN" dirty="0">
                  <a:solidFill>
                    <a:schemeClr val="bg1"/>
                  </a:solidFill>
                  <a:latin typeface="Times New Roman" panose="02020603050405020304" pitchFamily="18" charset="0"/>
                  <a:ea typeface="Calibri" panose="020F0502020204030204" pitchFamily="34" charset="0"/>
                  <a:cs typeface="Times New Roman" panose="02020603050405020304" pitchFamily="18" charset="0"/>
                </a:endParaRPr>
              </a:p>
              <a:p>
                <a:pPr marL="114300" indent="0">
                  <a:lnSpc>
                    <a:spcPct val="107000"/>
                  </a:lnSpc>
                  <a:buNone/>
                </a:pPr>
                <a14:m>
                  <m:oMath xmlns:m="http://schemas.openxmlformats.org/officeDocument/2006/math">
                    <m:sSub>
                      <m:sSubPr>
                        <m:ctrlPr>
                          <a:rPr lang="en-IN" i="1">
                            <a:solidFill>
                              <a:schemeClr val="bg1"/>
                            </a:solidFill>
                            <a:latin typeface="Cambria Math" panose="02040503050406030204" pitchFamily="18" charset="0"/>
                            <a:ea typeface="Times New Roman" panose="02020603050405020304" pitchFamily="18" charset="0"/>
                            <a:cs typeface="Times New Roman" panose="02020603050405020304" pitchFamily="18" charset="0"/>
                          </a:rPr>
                        </m:ctrlPr>
                      </m:sSubPr>
                      <m:e>
                        <m:r>
                          <a:rPr lang="en-IN" i="1">
                            <a:solidFill>
                              <a:schemeClr val="bg1"/>
                            </a:solidFill>
                            <a:latin typeface="Cambria Math" panose="02040503050406030204" pitchFamily="18" charset="0"/>
                            <a:ea typeface="Times New Roman" panose="02020603050405020304" pitchFamily="18" charset="0"/>
                            <a:cs typeface="Times New Roman" panose="02020603050405020304" pitchFamily="18" charset="0"/>
                          </a:rPr>
                          <m:t>𝑆𝑆</m:t>
                        </m:r>
                      </m:e>
                      <m:sub>
                        <m:r>
                          <a:rPr lang="en-IN" i="1">
                            <a:solidFill>
                              <a:schemeClr val="bg1"/>
                            </a:solidFill>
                            <a:latin typeface="Cambria Math" panose="02040503050406030204" pitchFamily="18" charset="0"/>
                            <a:ea typeface="Times New Roman" panose="02020603050405020304" pitchFamily="18" charset="0"/>
                            <a:cs typeface="Times New Roman" panose="02020603050405020304" pitchFamily="18" charset="0"/>
                          </a:rPr>
                          <m:t>𝑇</m:t>
                        </m:r>
                      </m:sub>
                    </m:sSub>
                    <m:r>
                      <a:rPr lang="en-IN" i="1">
                        <a:solidFill>
                          <a:schemeClr val="bg1"/>
                        </a:solidFill>
                        <a:latin typeface="Cambria Math" panose="02040503050406030204" pitchFamily="18" charset="0"/>
                        <a:ea typeface="Times New Roman" panose="02020603050405020304" pitchFamily="18" charset="0"/>
                        <a:cs typeface="Times New Roman" panose="02020603050405020304" pitchFamily="18" charset="0"/>
                      </a:rPr>
                      <m:t>=</m:t>
                    </m:r>
                    <m:sSub>
                      <m:sSubPr>
                        <m:ctrlPr>
                          <a:rPr lang="en-IN" i="1">
                            <a:solidFill>
                              <a:schemeClr val="bg1"/>
                            </a:solidFill>
                            <a:latin typeface="Cambria Math" panose="02040503050406030204" pitchFamily="18" charset="0"/>
                            <a:ea typeface="Times New Roman" panose="02020603050405020304" pitchFamily="18" charset="0"/>
                            <a:cs typeface="Times New Roman" panose="02020603050405020304" pitchFamily="18" charset="0"/>
                          </a:rPr>
                        </m:ctrlPr>
                      </m:sSubPr>
                      <m:e>
                        <m:r>
                          <a:rPr lang="en-IN" i="1">
                            <a:solidFill>
                              <a:schemeClr val="bg1"/>
                            </a:solidFill>
                            <a:latin typeface="Cambria Math" panose="02040503050406030204" pitchFamily="18" charset="0"/>
                            <a:ea typeface="Times New Roman" panose="02020603050405020304" pitchFamily="18" charset="0"/>
                            <a:cs typeface="Times New Roman" panose="02020603050405020304" pitchFamily="18" charset="0"/>
                          </a:rPr>
                          <m:t>𝑆𝑆</m:t>
                        </m:r>
                      </m:e>
                      <m:sub>
                        <m:r>
                          <a:rPr lang="en-IN" i="1">
                            <a:solidFill>
                              <a:schemeClr val="bg1"/>
                            </a:solidFill>
                            <a:latin typeface="Cambria Math" panose="02040503050406030204" pitchFamily="18" charset="0"/>
                            <a:ea typeface="Times New Roman" panose="02020603050405020304" pitchFamily="18" charset="0"/>
                            <a:cs typeface="Times New Roman" panose="02020603050405020304" pitchFamily="18" charset="0"/>
                          </a:rPr>
                          <m:t>𝐵</m:t>
                        </m:r>
                      </m:sub>
                    </m:sSub>
                    <m:r>
                      <a:rPr lang="en-IN" i="1">
                        <a:solidFill>
                          <a:schemeClr val="bg1"/>
                        </a:solidFill>
                        <a:latin typeface="Cambria Math" panose="02040503050406030204" pitchFamily="18" charset="0"/>
                        <a:ea typeface="Times New Roman" panose="02020603050405020304" pitchFamily="18" charset="0"/>
                        <a:cs typeface="Times New Roman" panose="02020603050405020304" pitchFamily="18" charset="0"/>
                      </a:rPr>
                      <m:t>+</m:t>
                    </m:r>
                    <m:sSub>
                      <m:sSubPr>
                        <m:ctrlPr>
                          <a:rPr lang="en-IN" i="1">
                            <a:solidFill>
                              <a:schemeClr val="bg1"/>
                            </a:solidFill>
                            <a:latin typeface="Cambria Math" panose="02040503050406030204" pitchFamily="18" charset="0"/>
                            <a:ea typeface="Times New Roman" panose="02020603050405020304" pitchFamily="18" charset="0"/>
                            <a:cs typeface="Times New Roman" panose="02020603050405020304" pitchFamily="18" charset="0"/>
                          </a:rPr>
                        </m:ctrlPr>
                      </m:sSubPr>
                      <m:e>
                        <m:r>
                          <a:rPr lang="en-IN" i="1">
                            <a:solidFill>
                              <a:schemeClr val="bg1"/>
                            </a:solidFill>
                            <a:latin typeface="Cambria Math" panose="02040503050406030204" pitchFamily="18" charset="0"/>
                            <a:ea typeface="Times New Roman" panose="02020603050405020304" pitchFamily="18" charset="0"/>
                            <a:cs typeface="Times New Roman" panose="02020603050405020304" pitchFamily="18" charset="0"/>
                          </a:rPr>
                          <m:t>𝑆𝑆</m:t>
                        </m:r>
                      </m:e>
                      <m:sub>
                        <m:r>
                          <a:rPr lang="en-IN" i="1">
                            <a:solidFill>
                              <a:schemeClr val="bg1"/>
                            </a:solidFill>
                            <a:latin typeface="Cambria Math" panose="02040503050406030204" pitchFamily="18" charset="0"/>
                            <a:ea typeface="Times New Roman" panose="02020603050405020304" pitchFamily="18" charset="0"/>
                            <a:cs typeface="Times New Roman" panose="02020603050405020304" pitchFamily="18" charset="0"/>
                          </a:rPr>
                          <m:t>𝑤</m:t>
                        </m:r>
                      </m:sub>
                    </m:sSub>
                  </m:oMath>
                </a14:m>
                <a:r>
                  <a:rPr lang="en-IN" dirty="0">
                    <a:solidFill>
                      <a:schemeClr val="bg1"/>
                    </a:solidFill>
                    <a:latin typeface="Times New Roman" panose="02020603050405020304" pitchFamily="18" charset="0"/>
                    <a:ea typeface="Times New Roman" panose="02020603050405020304" pitchFamily="18" charset="0"/>
                    <a:cs typeface="Times New Roman" panose="02020603050405020304" pitchFamily="18" charset="0"/>
                  </a:rPr>
                  <a:t>  </a:t>
                </a:r>
                <a:endParaRPr lang="en-IN" dirty="0">
                  <a:solidFill>
                    <a:schemeClr val="bg1"/>
                  </a:solidFill>
                  <a:latin typeface="Times New Roman" panose="02020603050405020304" pitchFamily="18" charset="0"/>
                  <a:ea typeface="Calibri" panose="020F0502020204030204" pitchFamily="34" charset="0"/>
                  <a:cs typeface="Times New Roman" panose="02020603050405020304" pitchFamily="18" charset="0"/>
                </a:endParaRPr>
              </a:p>
            </p:txBody>
          </p:sp>
        </mc:Choice>
        <mc:Fallback xmlns="">
          <p:sp>
            <p:nvSpPr>
              <p:cNvPr id="6" name="Rectangle 5"/>
              <p:cNvSpPr>
                <a:spLocks noRot="1" noChangeAspect="1" noMove="1" noResize="1" noEditPoints="1" noAdjustHandles="1" noChangeArrowheads="1" noChangeShapeType="1" noTextEdit="1"/>
              </p:cNvSpPr>
              <p:nvPr/>
            </p:nvSpPr>
            <p:spPr>
              <a:xfrm>
                <a:off x="902676" y="3537904"/>
                <a:ext cx="9604131" cy="2777171"/>
              </a:xfrm>
              <a:prstGeom prst="rect">
                <a:avLst/>
              </a:prstGeom>
              <a:blipFill>
                <a:blip r:embed="rId3"/>
                <a:stretch>
                  <a:fillRect l="-508" t="-1096"/>
                </a:stretch>
              </a:blipFill>
            </p:spPr>
            <p:txBody>
              <a:bodyPr/>
              <a:lstStyle/>
              <a:p>
                <a:r>
                  <a:rPr lang="en-US">
                    <a:noFill/>
                  </a:rPr>
                  <a:t> </a:t>
                </a:r>
              </a:p>
            </p:txBody>
          </p:sp>
        </mc:Fallback>
      </mc:AlternateContent>
    </p:spTree>
    <p:extLst>
      <p:ext uri="{BB962C8B-B14F-4D97-AF65-F5344CB8AC3E}">
        <p14:creationId xmlns:p14="http://schemas.microsoft.com/office/powerpoint/2010/main" val="2868219270"/>
      </p:ext>
    </p:extLst>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Slide Number Placeholder 2"/>
          <p:cNvSpPr>
            <a:spLocks noGrp="1"/>
          </p:cNvSpPr>
          <p:nvPr>
            <p:ph type="sldNum" sz="quarter" idx="12"/>
          </p:nvPr>
        </p:nvSpPr>
        <p:spPr/>
        <p:txBody>
          <a:bodyPr/>
          <a:lstStyle/>
          <a:p>
            <a:fld id="{C263D6C4-4840-40CC-AC84-17E24B3B7BDE}" type="slidenum">
              <a:rPr lang="en-US" noProof="0" smtClean="0"/>
              <a:pPr/>
              <a:t>16</a:t>
            </a:fld>
            <a:endParaRPr lang="en-US" noProof="0" dirty="0"/>
          </a:p>
        </p:txBody>
      </p:sp>
      <p:pic>
        <p:nvPicPr>
          <p:cNvPr id="5" name="Picture 4"/>
          <p:cNvPicPr>
            <a:picLocks noChangeAspect="1"/>
          </p:cNvPicPr>
          <p:nvPr/>
        </p:nvPicPr>
        <p:blipFill>
          <a:blip r:embed="rId2"/>
          <a:stretch>
            <a:fillRect/>
          </a:stretch>
        </p:blipFill>
        <p:spPr>
          <a:xfrm>
            <a:off x="571501" y="386862"/>
            <a:ext cx="6348046" cy="2672862"/>
          </a:xfrm>
          <a:prstGeom prst="rect">
            <a:avLst/>
          </a:prstGeom>
        </p:spPr>
      </p:pic>
      <mc:AlternateContent xmlns:mc="http://schemas.openxmlformats.org/markup-compatibility/2006" xmlns:a14="http://schemas.microsoft.com/office/drawing/2010/main">
        <mc:Choice Requires="a14">
          <p:sp>
            <p:nvSpPr>
              <p:cNvPr id="6" name="Rectangle 5"/>
              <p:cNvSpPr/>
              <p:nvPr/>
            </p:nvSpPr>
            <p:spPr>
              <a:xfrm>
                <a:off x="920261" y="3463985"/>
                <a:ext cx="8883161" cy="2375971"/>
              </a:xfrm>
              <a:prstGeom prst="rect">
                <a:avLst/>
              </a:prstGeom>
            </p:spPr>
            <p:txBody>
              <a:bodyPr wrap="square">
                <a:spAutoFit/>
              </a:bodyPr>
              <a:lstStyle/>
              <a:p>
                <a:pPr>
                  <a:lnSpc>
                    <a:spcPct val="107000"/>
                  </a:lnSpc>
                  <a:spcAft>
                    <a:spcPts val="800"/>
                  </a:spcAft>
                </a:pPr>
                <a:r>
                  <a:rPr lang="en-IN" sz="2400" dirty="0">
                    <a:solidFill>
                      <a:schemeClr val="bg1"/>
                    </a:solidFill>
                    <a:latin typeface="Times New Roman" panose="02020603050405020304" pitchFamily="18" charset="0"/>
                    <a:ea typeface="Times New Roman" panose="02020603050405020304" pitchFamily="18" charset="0"/>
                    <a:cs typeface="Times New Roman" panose="02020603050405020304" pitchFamily="18" charset="0"/>
                  </a:rPr>
                  <a:t>At a 5% significance level,</a:t>
                </a:r>
                <a:endParaRPr lang="en-IN" sz="2400" dirty="0">
                  <a:solidFill>
                    <a:schemeClr val="bg1"/>
                  </a:solidFill>
                  <a:latin typeface="Times New Roman" panose="02020603050405020304" pitchFamily="18" charset="0"/>
                  <a:ea typeface="Calibri" panose="020F0502020204030204" pitchFamily="34" charset="0"/>
                  <a:cs typeface="Times New Roman" panose="02020603050405020304" pitchFamily="18" charset="0"/>
                </a:endParaRPr>
              </a:p>
              <a:p>
                <a:pPr>
                  <a:lnSpc>
                    <a:spcPct val="107000"/>
                  </a:lnSpc>
                  <a:spcAft>
                    <a:spcPts val="800"/>
                  </a:spcAft>
                </a:pPr>
                <a:r>
                  <a:rPr lang="en-IN" sz="2400" dirty="0">
                    <a:solidFill>
                      <a:schemeClr val="bg1"/>
                    </a:solidFill>
                    <a:latin typeface="Times New Roman" panose="02020603050405020304" pitchFamily="18" charset="0"/>
                    <a:ea typeface="Times New Roman" panose="02020603050405020304" pitchFamily="18" charset="0"/>
                    <a:cs typeface="Times New Roman" panose="02020603050405020304" pitchFamily="18" charset="0"/>
                  </a:rPr>
                  <a:t>Table value </a:t>
                </a:r>
                <a14:m>
                  <m:oMath xmlns:m="http://schemas.openxmlformats.org/officeDocument/2006/math">
                    <m:sSub>
                      <m:sSubPr>
                        <m:ctrlPr>
                          <a:rPr lang="en-IN" sz="2400" i="1">
                            <a:solidFill>
                              <a:schemeClr val="bg1"/>
                            </a:solidFill>
                            <a:latin typeface="Cambria Math" panose="02040503050406030204" pitchFamily="18" charset="0"/>
                            <a:ea typeface="Times New Roman" panose="02020603050405020304" pitchFamily="18" charset="0"/>
                            <a:cs typeface="Times New Roman" panose="02020603050405020304" pitchFamily="18" charset="0"/>
                          </a:rPr>
                        </m:ctrlPr>
                      </m:sSubPr>
                      <m:e>
                        <m:r>
                          <a:rPr lang="en-IN" sz="2400" i="1">
                            <a:solidFill>
                              <a:schemeClr val="bg1"/>
                            </a:solidFill>
                            <a:latin typeface="Cambria Math" panose="02040503050406030204" pitchFamily="18" charset="0"/>
                            <a:ea typeface="Times New Roman" panose="02020603050405020304" pitchFamily="18" charset="0"/>
                            <a:cs typeface="Times New Roman" panose="02020603050405020304" pitchFamily="18" charset="0"/>
                          </a:rPr>
                          <m:t>𝐹</m:t>
                        </m:r>
                      </m:e>
                      <m:sub>
                        <m:r>
                          <a:rPr lang="en-IN" sz="2400" i="1">
                            <a:solidFill>
                              <a:schemeClr val="bg1"/>
                            </a:solidFill>
                            <a:latin typeface="Cambria Math" panose="02040503050406030204" pitchFamily="18" charset="0"/>
                            <a:ea typeface="Times New Roman" panose="02020603050405020304" pitchFamily="18" charset="0"/>
                            <a:cs typeface="Times New Roman" panose="02020603050405020304" pitchFamily="18" charset="0"/>
                          </a:rPr>
                          <m:t>0.05</m:t>
                        </m:r>
                      </m:sub>
                    </m:sSub>
                    <m:d>
                      <m:dPr>
                        <m:ctrlPr>
                          <a:rPr lang="en-IN" sz="2400" i="1">
                            <a:solidFill>
                              <a:schemeClr val="bg1"/>
                            </a:solidFill>
                            <a:latin typeface="Cambria Math" panose="02040503050406030204" pitchFamily="18" charset="0"/>
                            <a:ea typeface="Times New Roman" panose="02020603050405020304" pitchFamily="18" charset="0"/>
                            <a:cs typeface="Times New Roman" panose="02020603050405020304" pitchFamily="18" charset="0"/>
                          </a:rPr>
                        </m:ctrlPr>
                      </m:dPr>
                      <m:e>
                        <m:r>
                          <a:rPr lang="en-IN" sz="2400" i="1">
                            <a:solidFill>
                              <a:schemeClr val="bg1"/>
                            </a:solidFill>
                            <a:latin typeface="Cambria Math" panose="02040503050406030204" pitchFamily="18" charset="0"/>
                            <a:ea typeface="Times New Roman" panose="02020603050405020304" pitchFamily="18" charset="0"/>
                            <a:cs typeface="Times New Roman" panose="02020603050405020304" pitchFamily="18" charset="0"/>
                          </a:rPr>
                          <m:t>3, 16</m:t>
                        </m:r>
                      </m:e>
                    </m:d>
                    <m:r>
                      <a:rPr lang="en-IN" sz="2400" i="1">
                        <a:solidFill>
                          <a:schemeClr val="bg1"/>
                        </a:solidFill>
                        <a:latin typeface="Cambria Math" panose="02040503050406030204" pitchFamily="18" charset="0"/>
                        <a:ea typeface="Times New Roman" panose="02020603050405020304" pitchFamily="18" charset="0"/>
                        <a:cs typeface="Times New Roman" panose="02020603050405020304" pitchFamily="18" charset="0"/>
                      </a:rPr>
                      <m:t>=3.2</m:t>
                    </m:r>
                    <m:r>
                      <a:rPr lang="en-US" sz="2400" b="0" i="1" smtClean="0">
                        <a:solidFill>
                          <a:schemeClr val="bg1"/>
                        </a:solidFill>
                        <a:latin typeface="Cambria Math" panose="02040503050406030204" pitchFamily="18" charset="0"/>
                        <a:ea typeface="Times New Roman" panose="02020603050405020304" pitchFamily="18" charset="0"/>
                        <a:cs typeface="Times New Roman" panose="02020603050405020304" pitchFamily="18" charset="0"/>
                      </a:rPr>
                      <m:t>3</m:t>
                    </m:r>
                  </m:oMath>
                </a14:m>
                <a:endParaRPr lang="en-IN" sz="2400" dirty="0">
                  <a:solidFill>
                    <a:schemeClr val="bg1"/>
                  </a:solidFill>
                  <a:latin typeface="Times New Roman" panose="02020603050405020304" pitchFamily="18" charset="0"/>
                  <a:ea typeface="Calibri" panose="020F0502020204030204" pitchFamily="34" charset="0"/>
                  <a:cs typeface="Times New Roman" panose="02020603050405020304" pitchFamily="18" charset="0"/>
                </a:endParaRPr>
              </a:p>
              <a:p>
                <a:pPr>
                  <a:lnSpc>
                    <a:spcPct val="107000"/>
                  </a:lnSpc>
                  <a:spcAft>
                    <a:spcPts val="800"/>
                  </a:spcAft>
                </a:pPr>
                <a:r>
                  <a:rPr lang="en-IN" sz="2400" dirty="0">
                    <a:solidFill>
                      <a:schemeClr val="bg1"/>
                    </a:solidFill>
                    <a:latin typeface="Times New Roman" panose="02020603050405020304" pitchFamily="18" charset="0"/>
                    <a:ea typeface="Times New Roman" panose="02020603050405020304" pitchFamily="18" charset="0"/>
                    <a:cs typeface="Times New Roman" panose="02020603050405020304" pitchFamily="18" charset="0"/>
                  </a:rPr>
                  <a:t>Here </a:t>
                </a:r>
                <a14:m>
                  <m:oMath xmlns:m="http://schemas.openxmlformats.org/officeDocument/2006/math">
                    <m:r>
                      <a:rPr lang="en-IN" sz="2400" i="1">
                        <a:solidFill>
                          <a:schemeClr val="bg1"/>
                        </a:solidFill>
                        <a:latin typeface="Cambria Math" panose="02040503050406030204" pitchFamily="18" charset="0"/>
                        <a:ea typeface="Times New Roman" panose="02020603050405020304" pitchFamily="18" charset="0"/>
                        <a:cs typeface="Times New Roman" panose="02020603050405020304" pitchFamily="18" charset="0"/>
                      </a:rPr>
                      <m:t>𝐹</m:t>
                    </m:r>
                    <m:r>
                      <a:rPr lang="en-IN" sz="2400" i="1">
                        <a:solidFill>
                          <a:schemeClr val="bg1"/>
                        </a:solidFill>
                        <a:latin typeface="Cambria Math" panose="02040503050406030204" pitchFamily="18" charset="0"/>
                        <a:ea typeface="Times New Roman" panose="02020603050405020304" pitchFamily="18" charset="0"/>
                        <a:cs typeface="Times New Roman" panose="02020603050405020304" pitchFamily="18" charset="0"/>
                      </a:rPr>
                      <m:t> </m:t>
                    </m:r>
                  </m:oMath>
                </a14:m>
                <a:r>
                  <a:rPr lang="en-IN" sz="2400" dirty="0">
                    <a:solidFill>
                      <a:schemeClr val="bg1"/>
                    </a:solidFill>
                    <a:latin typeface="Times New Roman" panose="02020603050405020304" pitchFamily="18" charset="0"/>
                    <a:ea typeface="Times New Roman" panose="02020603050405020304" pitchFamily="18" charset="0"/>
                    <a:cs typeface="Times New Roman" panose="02020603050405020304" pitchFamily="18" charset="0"/>
                  </a:rPr>
                  <a:t>&gt; </a:t>
                </a:r>
                <a14:m>
                  <m:oMath xmlns:m="http://schemas.openxmlformats.org/officeDocument/2006/math">
                    <m:sSub>
                      <m:sSubPr>
                        <m:ctrlPr>
                          <a:rPr lang="en-IN" sz="2400" i="1">
                            <a:solidFill>
                              <a:schemeClr val="bg1"/>
                            </a:solidFill>
                            <a:latin typeface="Cambria Math" panose="02040503050406030204" pitchFamily="18" charset="0"/>
                            <a:ea typeface="Times New Roman" panose="02020603050405020304" pitchFamily="18" charset="0"/>
                            <a:cs typeface="Times New Roman" panose="02020603050405020304" pitchFamily="18" charset="0"/>
                          </a:rPr>
                        </m:ctrlPr>
                      </m:sSubPr>
                      <m:e>
                        <m:r>
                          <a:rPr lang="en-IN" sz="2400" i="1">
                            <a:solidFill>
                              <a:schemeClr val="bg1"/>
                            </a:solidFill>
                            <a:latin typeface="Cambria Math" panose="02040503050406030204" pitchFamily="18" charset="0"/>
                            <a:ea typeface="Times New Roman" panose="02020603050405020304" pitchFamily="18" charset="0"/>
                            <a:cs typeface="Times New Roman" panose="02020603050405020304" pitchFamily="18" charset="0"/>
                          </a:rPr>
                          <m:t>𝐹</m:t>
                        </m:r>
                      </m:e>
                      <m:sub>
                        <m:r>
                          <a:rPr lang="en-IN" sz="2400" i="1">
                            <a:solidFill>
                              <a:schemeClr val="bg1"/>
                            </a:solidFill>
                            <a:latin typeface="Cambria Math" panose="02040503050406030204" pitchFamily="18" charset="0"/>
                            <a:ea typeface="Times New Roman" panose="02020603050405020304" pitchFamily="18" charset="0"/>
                            <a:cs typeface="Times New Roman" panose="02020603050405020304" pitchFamily="18" charset="0"/>
                          </a:rPr>
                          <m:t>0.05</m:t>
                        </m:r>
                      </m:sub>
                    </m:sSub>
                    <m:r>
                      <a:rPr lang="en-IN" sz="2400" i="1">
                        <a:solidFill>
                          <a:schemeClr val="bg1"/>
                        </a:solidFill>
                        <a:latin typeface="Cambria Math" panose="02040503050406030204" pitchFamily="18" charset="0"/>
                        <a:ea typeface="Times New Roman" panose="02020603050405020304" pitchFamily="18" charset="0"/>
                        <a:cs typeface="Times New Roman" panose="02020603050405020304" pitchFamily="18" charset="0"/>
                      </a:rPr>
                      <m:t>(3, 16)</m:t>
                    </m:r>
                  </m:oMath>
                </a14:m>
                <a:r>
                  <a:rPr lang="en-IN" sz="2400" dirty="0">
                    <a:solidFill>
                      <a:schemeClr val="bg1"/>
                    </a:solidFill>
                    <a:latin typeface="Times New Roman" panose="02020603050405020304" pitchFamily="18" charset="0"/>
                    <a:ea typeface="Times New Roman" panose="02020603050405020304" pitchFamily="18" charset="0"/>
                    <a:cs typeface="Times New Roman" panose="02020603050405020304" pitchFamily="18" charset="0"/>
                  </a:rPr>
                  <a:t>, reject </a:t>
                </a:r>
                <a14:m>
                  <m:oMath xmlns:m="http://schemas.openxmlformats.org/officeDocument/2006/math">
                    <m:sSub>
                      <m:sSubPr>
                        <m:ctrlPr>
                          <a:rPr lang="en-IN" sz="2400" i="1">
                            <a:solidFill>
                              <a:schemeClr val="bg1"/>
                            </a:solidFill>
                            <a:latin typeface="Cambria Math" panose="02040503050406030204" pitchFamily="18" charset="0"/>
                            <a:ea typeface="Times New Roman" panose="02020603050405020304" pitchFamily="18" charset="0"/>
                            <a:cs typeface="Times New Roman" panose="02020603050405020304" pitchFamily="18" charset="0"/>
                          </a:rPr>
                        </m:ctrlPr>
                      </m:sSubPr>
                      <m:e>
                        <m:r>
                          <a:rPr lang="en-IN" sz="2400" i="1">
                            <a:solidFill>
                              <a:schemeClr val="bg1"/>
                            </a:solidFill>
                            <a:latin typeface="Cambria Math" panose="02040503050406030204" pitchFamily="18" charset="0"/>
                            <a:ea typeface="Times New Roman" panose="02020603050405020304" pitchFamily="18" charset="0"/>
                            <a:cs typeface="Times New Roman" panose="02020603050405020304" pitchFamily="18" charset="0"/>
                          </a:rPr>
                          <m:t>𝐻</m:t>
                        </m:r>
                      </m:e>
                      <m:sub>
                        <m:r>
                          <a:rPr lang="en-IN" sz="2400" i="1">
                            <a:solidFill>
                              <a:schemeClr val="bg1"/>
                            </a:solidFill>
                            <a:latin typeface="Cambria Math" panose="02040503050406030204" pitchFamily="18" charset="0"/>
                            <a:ea typeface="Times New Roman" panose="02020603050405020304" pitchFamily="18" charset="0"/>
                            <a:cs typeface="Times New Roman" panose="02020603050405020304" pitchFamily="18" charset="0"/>
                          </a:rPr>
                          <m:t>0</m:t>
                        </m:r>
                      </m:sub>
                    </m:sSub>
                  </m:oMath>
                </a14:m>
                <a:endParaRPr lang="en-IN" sz="2400" dirty="0">
                  <a:solidFill>
                    <a:schemeClr val="bg1"/>
                  </a:solidFill>
                  <a:latin typeface="Times New Roman" panose="02020603050405020304" pitchFamily="18" charset="0"/>
                  <a:ea typeface="Calibri" panose="020F0502020204030204" pitchFamily="34" charset="0"/>
                  <a:cs typeface="Times New Roman" panose="02020603050405020304" pitchFamily="18" charset="0"/>
                </a:endParaRPr>
              </a:p>
              <a:p>
                <a:pPr>
                  <a:lnSpc>
                    <a:spcPct val="107000"/>
                  </a:lnSpc>
                  <a:spcAft>
                    <a:spcPts val="800"/>
                  </a:spcAft>
                </a:pPr>
                <a:r>
                  <a:rPr lang="en-IN" sz="2400" dirty="0" err="1">
                    <a:solidFill>
                      <a:schemeClr val="bg1"/>
                    </a:solidFill>
                    <a:latin typeface="Times New Roman" panose="02020603050405020304" pitchFamily="18" charset="0"/>
                    <a:ea typeface="Times New Roman" panose="02020603050405020304" pitchFamily="18" charset="0"/>
                    <a:cs typeface="Times New Roman" panose="02020603050405020304" pitchFamily="18" charset="0"/>
                  </a:rPr>
                  <a:t>i</a:t>
                </a:r>
                <a:r>
                  <a:rPr lang="en-IN" sz="2400" dirty="0">
                    <a:solidFill>
                      <a:schemeClr val="bg1"/>
                    </a:solidFill>
                    <a:latin typeface="Times New Roman" panose="02020603050405020304" pitchFamily="18" charset="0"/>
                    <a:ea typeface="Times New Roman" panose="02020603050405020304" pitchFamily="18" charset="0"/>
                    <a:cs typeface="Times New Roman" panose="02020603050405020304" pitchFamily="18" charset="0"/>
                  </a:rPr>
                  <a:t>. e, </a:t>
                </a:r>
                <a:r>
                  <a:rPr lang="en-IN" sz="2400" dirty="0">
                    <a:solidFill>
                      <a:schemeClr val="bg1"/>
                    </a:solidFill>
                    <a:latin typeface="Times New Roman" panose="02020603050405020304" pitchFamily="18" charset="0"/>
                    <a:ea typeface="Calibri" panose="020F0502020204030204" pitchFamily="34" charset="0"/>
                    <a:cs typeface="Times New Roman" panose="02020603050405020304" pitchFamily="18" charset="0"/>
                  </a:rPr>
                  <a:t>there is a significant difference in the mean weight loss among the four diets</a:t>
                </a:r>
              </a:p>
            </p:txBody>
          </p:sp>
        </mc:Choice>
        <mc:Fallback xmlns="">
          <p:sp>
            <p:nvSpPr>
              <p:cNvPr id="6" name="Rectangle 5"/>
              <p:cNvSpPr>
                <a:spLocks noRot="1" noChangeAspect="1" noMove="1" noResize="1" noEditPoints="1" noAdjustHandles="1" noChangeArrowheads="1" noChangeShapeType="1" noTextEdit="1"/>
              </p:cNvSpPr>
              <p:nvPr/>
            </p:nvSpPr>
            <p:spPr>
              <a:xfrm>
                <a:off x="920261" y="3463985"/>
                <a:ext cx="8883161" cy="2375971"/>
              </a:xfrm>
              <a:prstGeom prst="rect">
                <a:avLst/>
              </a:prstGeom>
              <a:blipFill>
                <a:blip r:embed="rId3"/>
                <a:stretch>
                  <a:fillRect l="-1098" t="-2051" r="-686" b="-3846"/>
                </a:stretch>
              </a:blipFill>
            </p:spPr>
            <p:txBody>
              <a:bodyPr/>
              <a:lstStyle/>
              <a:p>
                <a:r>
                  <a:rPr lang="en-US">
                    <a:noFill/>
                  </a:rPr>
                  <a:t> </a:t>
                </a:r>
              </a:p>
            </p:txBody>
          </p:sp>
        </mc:Fallback>
      </mc:AlternateContent>
    </p:spTree>
    <p:extLst>
      <p:ext uri="{BB962C8B-B14F-4D97-AF65-F5344CB8AC3E}">
        <p14:creationId xmlns:p14="http://schemas.microsoft.com/office/powerpoint/2010/main" val="3585295816"/>
      </p:ext>
    </p:extLst>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Slide Number Placeholder 2"/>
          <p:cNvSpPr>
            <a:spLocks noGrp="1"/>
          </p:cNvSpPr>
          <p:nvPr>
            <p:ph type="sldNum" sz="quarter" idx="12"/>
          </p:nvPr>
        </p:nvSpPr>
        <p:spPr/>
        <p:txBody>
          <a:bodyPr/>
          <a:lstStyle/>
          <a:p>
            <a:fld id="{C263D6C4-4840-40CC-AC84-17E24B3B7BDE}" type="slidenum">
              <a:rPr lang="en-US" noProof="0" smtClean="0"/>
              <a:pPr/>
              <a:t>17</a:t>
            </a:fld>
            <a:endParaRPr lang="en-US" noProof="0" dirty="0"/>
          </a:p>
        </p:txBody>
      </p:sp>
      <p:pic>
        <p:nvPicPr>
          <p:cNvPr id="5" name="Content Placeholder 6">
            <a:extLst>
              <a:ext uri="{FF2B5EF4-FFF2-40B4-BE49-F238E27FC236}">
                <a16:creationId xmlns:a16="http://schemas.microsoft.com/office/drawing/2014/main" id="{ED88E742-31DC-04A4-BF43-D9FA2472DC83}"/>
              </a:ext>
            </a:extLst>
          </p:cNvPr>
          <p:cNvPicPr>
            <a:picLocks noChangeAspect="1"/>
          </p:cNvPicPr>
          <p:nvPr/>
        </p:nvPicPr>
        <p:blipFill>
          <a:blip r:embed="rId2">
            <a:extLst>
              <a:ext uri="{28A0092B-C50C-407E-A947-70E740481C1C}">
                <a14:useLocalDpi xmlns:a14="http://schemas.microsoft.com/office/drawing/2010/main" val="0"/>
              </a:ext>
            </a:extLst>
          </a:blip>
          <a:srcRect l="-118"/>
          <a:stretch/>
        </p:blipFill>
        <p:spPr>
          <a:xfrm>
            <a:off x="2175030" y="341253"/>
            <a:ext cx="8868610" cy="6326535"/>
          </a:xfrm>
          <a:prstGeom prst="rect">
            <a:avLst/>
          </a:prstGeom>
        </p:spPr>
      </p:pic>
    </p:spTree>
    <p:extLst>
      <p:ext uri="{BB962C8B-B14F-4D97-AF65-F5344CB8AC3E}">
        <p14:creationId xmlns:p14="http://schemas.microsoft.com/office/powerpoint/2010/main" val="1768637045"/>
      </p:ext>
    </p:extLst>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dirty="0">
                <a:latin typeface="Times New Roman" panose="02020603050405020304" pitchFamily="18" charset="0"/>
                <a:cs typeface="Times New Roman" panose="02020603050405020304" pitchFamily="18" charset="0"/>
              </a:rPr>
              <a:t>Example</a:t>
            </a:r>
          </a:p>
        </p:txBody>
      </p:sp>
      <p:sp>
        <p:nvSpPr>
          <p:cNvPr id="3" name="Slide Number Placeholder 2"/>
          <p:cNvSpPr>
            <a:spLocks noGrp="1"/>
          </p:cNvSpPr>
          <p:nvPr>
            <p:ph type="sldNum" sz="quarter" idx="12"/>
          </p:nvPr>
        </p:nvSpPr>
        <p:spPr/>
        <p:txBody>
          <a:bodyPr/>
          <a:lstStyle/>
          <a:p>
            <a:fld id="{C263D6C4-4840-40CC-AC84-17E24B3B7BDE}" type="slidenum">
              <a:rPr lang="en-US" noProof="0" smtClean="0"/>
              <a:pPr/>
              <a:t>18</a:t>
            </a:fld>
            <a:endParaRPr lang="en-US" noProof="0" dirty="0"/>
          </a:p>
        </p:txBody>
      </p:sp>
      <p:sp>
        <p:nvSpPr>
          <p:cNvPr id="4" name="Text Placeholder 3"/>
          <p:cNvSpPr>
            <a:spLocks noGrp="1"/>
          </p:cNvSpPr>
          <p:nvPr>
            <p:ph type="body" sz="quarter" idx="13"/>
          </p:nvPr>
        </p:nvSpPr>
        <p:spPr>
          <a:xfrm>
            <a:off x="444499" y="1078457"/>
            <a:ext cx="10888785" cy="5366306"/>
          </a:xfrm>
        </p:spPr>
        <p:txBody>
          <a:bodyPr/>
          <a:lstStyle/>
          <a:p>
            <a:r>
              <a:rPr lang="en-IN" sz="2400" dirty="0">
                <a:latin typeface="Times New Roman" panose="02020603050405020304" pitchFamily="18" charset="0"/>
                <a:ea typeface="Times New Roman" panose="02020603050405020304" pitchFamily="18" charset="0"/>
                <a:cs typeface="Times New Roman" panose="02020603050405020304" pitchFamily="18" charset="0"/>
              </a:rPr>
              <a:t>The following data represent the number of units of production per day turned out by 5 different workers using different types of machines</a:t>
            </a:r>
          </a:p>
          <a:p>
            <a:endParaRPr lang="en-US" dirty="0"/>
          </a:p>
        </p:txBody>
      </p:sp>
      <p:pic>
        <p:nvPicPr>
          <p:cNvPr id="6" name="Picture 5"/>
          <p:cNvPicPr>
            <a:picLocks noChangeAspect="1"/>
          </p:cNvPicPr>
          <p:nvPr/>
        </p:nvPicPr>
        <p:blipFill>
          <a:blip r:embed="rId2"/>
          <a:stretch>
            <a:fillRect/>
          </a:stretch>
        </p:blipFill>
        <p:spPr>
          <a:xfrm>
            <a:off x="858716" y="2290073"/>
            <a:ext cx="7431668" cy="2962913"/>
          </a:xfrm>
          <a:prstGeom prst="rect">
            <a:avLst/>
          </a:prstGeom>
        </p:spPr>
      </p:pic>
      <p:sp>
        <p:nvSpPr>
          <p:cNvPr id="7" name="Rectangle 6"/>
          <p:cNvSpPr/>
          <p:nvPr/>
        </p:nvSpPr>
        <p:spPr>
          <a:xfrm>
            <a:off x="858716" y="5534893"/>
            <a:ext cx="9428284" cy="882678"/>
          </a:xfrm>
          <a:prstGeom prst="rect">
            <a:avLst/>
          </a:prstGeom>
        </p:spPr>
        <p:txBody>
          <a:bodyPr wrap="square">
            <a:spAutoFit/>
          </a:bodyPr>
          <a:lstStyle/>
          <a:p>
            <a:pPr lvl="0" algn="just">
              <a:lnSpc>
                <a:spcPct val="107000"/>
              </a:lnSpc>
            </a:pPr>
            <a:r>
              <a:rPr lang="en-IN" sz="2400" dirty="0">
                <a:solidFill>
                  <a:schemeClr val="bg1"/>
                </a:solidFill>
                <a:latin typeface="Times New Roman" panose="02020603050405020304" pitchFamily="18" charset="0"/>
                <a:ea typeface="Times New Roman" panose="02020603050405020304" pitchFamily="18" charset="0"/>
                <a:cs typeface="Times New Roman" panose="02020603050405020304" pitchFamily="18" charset="0"/>
              </a:rPr>
              <a:t>Test whether the mean productivity is the same for the different machine types and for workers respectively</a:t>
            </a:r>
            <a:endParaRPr lang="en-IN" sz="2400" dirty="0">
              <a:solidFill>
                <a:schemeClr val="bg1"/>
              </a:solidFill>
              <a:latin typeface="Calibri" panose="020F0502020204030204" pitchFamily="34" charset="0"/>
              <a:ea typeface="Calibri" panose="020F0502020204030204" pitchFamily="34" charset="0"/>
              <a:cs typeface="Times New Roman" panose="02020603050405020304" pitchFamily="18" charset="0"/>
            </a:endParaRPr>
          </a:p>
        </p:txBody>
      </p:sp>
    </p:spTree>
    <p:extLst>
      <p:ext uri="{BB962C8B-B14F-4D97-AF65-F5344CB8AC3E}">
        <p14:creationId xmlns:p14="http://schemas.microsoft.com/office/powerpoint/2010/main" val="2210409598"/>
      </p:ext>
    </p:extLst>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Slide Number Placeholder 2"/>
          <p:cNvSpPr>
            <a:spLocks noGrp="1"/>
          </p:cNvSpPr>
          <p:nvPr>
            <p:ph type="sldNum" sz="quarter" idx="12"/>
          </p:nvPr>
        </p:nvSpPr>
        <p:spPr/>
        <p:txBody>
          <a:bodyPr/>
          <a:lstStyle/>
          <a:p>
            <a:fld id="{C263D6C4-4840-40CC-AC84-17E24B3B7BDE}" type="slidenum">
              <a:rPr lang="en-US" noProof="0" smtClean="0"/>
              <a:pPr/>
              <a:t>19</a:t>
            </a:fld>
            <a:endParaRPr lang="en-US" noProof="0" dirty="0"/>
          </a:p>
        </p:txBody>
      </p:sp>
      <mc:AlternateContent xmlns:mc="http://schemas.openxmlformats.org/markup-compatibility/2006" xmlns:a14="http://schemas.microsoft.com/office/drawing/2010/main">
        <mc:Choice Requires="a14">
          <p:sp>
            <p:nvSpPr>
              <p:cNvPr id="4" name="Text Placeholder 3"/>
              <p:cNvSpPr>
                <a:spLocks noGrp="1"/>
              </p:cNvSpPr>
              <p:nvPr>
                <p:ph type="body" sz="quarter" idx="13"/>
              </p:nvPr>
            </p:nvSpPr>
            <p:spPr>
              <a:xfrm>
                <a:off x="646723" y="1019908"/>
                <a:ext cx="7143262" cy="5410897"/>
              </a:xfrm>
            </p:spPr>
            <p:txBody>
              <a:bodyPr/>
              <a:lstStyle/>
              <a:p>
                <a:pPr marL="0" indent="0" algn="just">
                  <a:lnSpc>
                    <a:spcPct val="107000"/>
                  </a:lnSpc>
                  <a:spcAft>
                    <a:spcPts val="800"/>
                  </a:spcAft>
                  <a:buNone/>
                </a:pPr>
                <a:r>
                  <a:rPr lang="en-IN" sz="2400" dirty="0">
                    <a:latin typeface="Times New Roman" panose="02020603050405020304" pitchFamily="18" charset="0"/>
                    <a:ea typeface="Times New Roman" panose="02020603050405020304" pitchFamily="18" charset="0"/>
                    <a:cs typeface="Times New Roman" panose="02020603050405020304" pitchFamily="18" charset="0"/>
                  </a:rPr>
                  <a:t>Let </a:t>
                </a:r>
                <a14:m>
                  <m:oMath xmlns:m="http://schemas.openxmlformats.org/officeDocument/2006/math">
                    <m:sSub>
                      <m:sSubPr>
                        <m:ctrlPr>
                          <a:rPr lang="en-IN" sz="2400" i="1">
                            <a:latin typeface="Cambria Math" panose="02040503050406030204" pitchFamily="18" charset="0"/>
                            <a:ea typeface="Times New Roman" panose="02020603050405020304" pitchFamily="18" charset="0"/>
                            <a:cs typeface="Times New Roman" panose="02020603050405020304" pitchFamily="18" charset="0"/>
                          </a:rPr>
                        </m:ctrlPr>
                      </m:sSubPr>
                      <m:e>
                        <m:r>
                          <a:rPr lang="en-IN" sz="2400" i="1">
                            <a:latin typeface="Cambria Math" panose="02040503050406030204" pitchFamily="18" charset="0"/>
                            <a:ea typeface="Times New Roman" panose="02020603050405020304" pitchFamily="18" charset="0"/>
                            <a:cs typeface="Times New Roman" panose="02020603050405020304" pitchFamily="18" charset="0"/>
                          </a:rPr>
                          <m:t>𝜇</m:t>
                        </m:r>
                      </m:e>
                      <m:sub>
                        <m:r>
                          <a:rPr lang="en-IN" sz="2400" i="1">
                            <a:latin typeface="Cambria Math" panose="02040503050406030204" pitchFamily="18" charset="0"/>
                            <a:ea typeface="Times New Roman" panose="02020603050405020304" pitchFamily="18" charset="0"/>
                            <a:cs typeface="Times New Roman" panose="02020603050405020304" pitchFamily="18" charset="0"/>
                          </a:rPr>
                          <m:t>1</m:t>
                        </m:r>
                      </m:sub>
                    </m:sSub>
                  </m:oMath>
                </a14:m>
                <a:r>
                  <a:rPr lang="en-IN" sz="2400" dirty="0">
                    <a:latin typeface="Times New Roman" panose="02020603050405020304" pitchFamily="18" charset="0"/>
                    <a:ea typeface="Times New Roman" panose="02020603050405020304" pitchFamily="18" charset="0"/>
                    <a:cs typeface="Times New Roman" panose="02020603050405020304" pitchFamily="18" charset="0"/>
                  </a:rPr>
                  <a:t>,</a:t>
                </a:r>
                <a14:m>
                  <m:oMath xmlns:m="http://schemas.openxmlformats.org/officeDocument/2006/math">
                    <m:sSub>
                      <m:sSubPr>
                        <m:ctrlPr>
                          <a:rPr lang="en-IN" sz="2400" i="1">
                            <a:latin typeface="Cambria Math" panose="02040503050406030204" pitchFamily="18" charset="0"/>
                            <a:ea typeface="Times New Roman" panose="02020603050405020304" pitchFamily="18" charset="0"/>
                            <a:cs typeface="Times New Roman" panose="02020603050405020304" pitchFamily="18" charset="0"/>
                          </a:rPr>
                        </m:ctrlPr>
                      </m:sSubPr>
                      <m:e>
                        <m:r>
                          <a:rPr lang="en-IN" sz="2400" i="1">
                            <a:latin typeface="Cambria Math" panose="02040503050406030204" pitchFamily="18" charset="0"/>
                            <a:ea typeface="Times New Roman" panose="02020603050405020304" pitchFamily="18" charset="0"/>
                            <a:cs typeface="Times New Roman" panose="02020603050405020304" pitchFamily="18" charset="0"/>
                          </a:rPr>
                          <m:t>𝜇</m:t>
                        </m:r>
                      </m:e>
                      <m:sub>
                        <m:r>
                          <a:rPr lang="en-IN" sz="2400" i="1">
                            <a:latin typeface="Cambria Math" panose="02040503050406030204" pitchFamily="18" charset="0"/>
                            <a:ea typeface="Times New Roman" panose="02020603050405020304" pitchFamily="18" charset="0"/>
                            <a:cs typeface="Times New Roman" panose="02020603050405020304" pitchFamily="18" charset="0"/>
                          </a:rPr>
                          <m:t>2</m:t>
                        </m:r>
                      </m:sub>
                    </m:sSub>
                    <m:r>
                      <a:rPr lang="en-IN" sz="2400" i="1">
                        <a:latin typeface="Cambria Math" panose="02040503050406030204" pitchFamily="18" charset="0"/>
                        <a:ea typeface="Times New Roman" panose="02020603050405020304" pitchFamily="18" charset="0"/>
                        <a:cs typeface="Times New Roman" panose="02020603050405020304" pitchFamily="18" charset="0"/>
                      </a:rPr>
                      <m:t>, </m:t>
                    </m:r>
                    <m:sSub>
                      <m:sSubPr>
                        <m:ctrlPr>
                          <a:rPr lang="en-IN" sz="2400" i="1">
                            <a:latin typeface="Cambria Math" panose="02040503050406030204" pitchFamily="18" charset="0"/>
                            <a:ea typeface="Times New Roman" panose="02020603050405020304" pitchFamily="18" charset="0"/>
                            <a:cs typeface="Times New Roman" panose="02020603050405020304" pitchFamily="18" charset="0"/>
                          </a:rPr>
                        </m:ctrlPr>
                      </m:sSubPr>
                      <m:e>
                        <m:r>
                          <a:rPr lang="en-IN" sz="2400" i="1">
                            <a:latin typeface="Cambria Math" panose="02040503050406030204" pitchFamily="18" charset="0"/>
                            <a:ea typeface="Times New Roman" panose="02020603050405020304" pitchFamily="18" charset="0"/>
                            <a:cs typeface="Times New Roman" panose="02020603050405020304" pitchFamily="18" charset="0"/>
                          </a:rPr>
                          <m:t>𝜇</m:t>
                        </m:r>
                      </m:e>
                      <m:sub>
                        <m:r>
                          <a:rPr lang="en-IN" sz="2400" i="1">
                            <a:latin typeface="Cambria Math" panose="02040503050406030204" pitchFamily="18" charset="0"/>
                            <a:ea typeface="Times New Roman" panose="02020603050405020304" pitchFamily="18" charset="0"/>
                            <a:cs typeface="Times New Roman" panose="02020603050405020304" pitchFamily="18" charset="0"/>
                          </a:rPr>
                          <m:t>3</m:t>
                        </m:r>
                      </m:sub>
                    </m:sSub>
                  </m:oMath>
                </a14:m>
                <a:r>
                  <a:rPr lang="en-IN" sz="2400" dirty="0">
                    <a:latin typeface="Times New Roman" panose="02020603050405020304" pitchFamily="18" charset="0"/>
                    <a:ea typeface="Times New Roman" panose="02020603050405020304" pitchFamily="18" charset="0"/>
                    <a:cs typeface="Times New Roman" panose="02020603050405020304" pitchFamily="18" charset="0"/>
                  </a:rPr>
                  <a:t> and </a:t>
                </a:r>
                <a:r>
                  <a:rPr lang="en-IN" sz="2800" i="1" dirty="0">
                    <a:latin typeface="Times New Roman" panose="02020603050405020304" pitchFamily="18" charset="0"/>
                    <a:ea typeface="Times New Roman" panose="02020603050405020304" pitchFamily="18" charset="0"/>
                    <a:cs typeface="Times New Roman" panose="02020603050405020304" pitchFamily="18" charset="0"/>
                  </a:rPr>
                  <a:t>µ</a:t>
                </a:r>
                <a:r>
                  <a:rPr lang="en-IN" sz="1400" i="1" dirty="0">
                    <a:latin typeface="Times New Roman" panose="02020603050405020304" pitchFamily="18" charset="0"/>
                    <a:ea typeface="Times New Roman" panose="02020603050405020304" pitchFamily="18" charset="0"/>
                    <a:cs typeface="Times New Roman" panose="02020603050405020304" pitchFamily="18" charset="0"/>
                  </a:rPr>
                  <a:t>4</a:t>
                </a:r>
                <a:r>
                  <a:rPr lang="en-IN" sz="1400" dirty="0">
                    <a:latin typeface="Times New Roman" panose="02020603050405020304" pitchFamily="18" charset="0"/>
                    <a:ea typeface="Times New Roman" panose="02020603050405020304" pitchFamily="18" charset="0"/>
                    <a:cs typeface="Times New Roman" panose="02020603050405020304" pitchFamily="18" charset="0"/>
                  </a:rPr>
                  <a:t> </a:t>
                </a:r>
                <a:r>
                  <a:rPr lang="en-IN" sz="2400" dirty="0">
                    <a:latin typeface="Times New Roman" panose="02020603050405020304" pitchFamily="18" charset="0"/>
                    <a:ea typeface="Times New Roman" panose="02020603050405020304" pitchFamily="18" charset="0"/>
                    <a:cs typeface="Times New Roman" panose="02020603050405020304" pitchFamily="18" charset="0"/>
                  </a:rPr>
                  <a:t>be mean productivity of the 4 machines respectively and Let </a:t>
                </a:r>
                <a14:m>
                  <m:oMath xmlns:m="http://schemas.openxmlformats.org/officeDocument/2006/math">
                    <m:sSub>
                      <m:sSubPr>
                        <m:ctrlPr>
                          <a:rPr lang="en-IN" sz="2400" i="1">
                            <a:latin typeface="Cambria Math" panose="02040503050406030204" pitchFamily="18" charset="0"/>
                            <a:ea typeface="Times New Roman" panose="02020603050405020304" pitchFamily="18" charset="0"/>
                            <a:cs typeface="Times New Roman" panose="02020603050405020304" pitchFamily="18" charset="0"/>
                          </a:rPr>
                        </m:ctrlPr>
                      </m:sSubPr>
                      <m:e>
                        <m:r>
                          <a:rPr lang="en-IN" sz="2400" i="1">
                            <a:latin typeface="Cambria Math" panose="02040503050406030204" pitchFamily="18" charset="0"/>
                            <a:ea typeface="Times New Roman" panose="02020603050405020304" pitchFamily="18" charset="0"/>
                            <a:cs typeface="Times New Roman" panose="02020603050405020304" pitchFamily="18" charset="0"/>
                          </a:rPr>
                          <m:t>𝛽</m:t>
                        </m:r>
                      </m:e>
                      <m:sub>
                        <m:r>
                          <a:rPr lang="en-IN" sz="2400" i="1">
                            <a:latin typeface="Cambria Math" panose="02040503050406030204" pitchFamily="18" charset="0"/>
                            <a:ea typeface="Times New Roman" panose="02020603050405020304" pitchFamily="18" charset="0"/>
                            <a:cs typeface="Times New Roman" panose="02020603050405020304" pitchFamily="18" charset="0"/>
                          </a:rPr>
                          <m:t>1</m:t>
                        </m:r>
                      </m:sub>
                    </m:sSub>
                  </m:oMath>
                </a14:m>
                <a:r>
                  <a:rPr lang="en-IN" sz="2400" dirty="0">
                    <a:latin typeface="Times New Roman" panose="02020603050405020304" pitchFamily="18" charset="0"/>
                    <a:ea typeface="Times New Roman" panose="02020603050405020304" pitchFamily="18" charset="0"/>
                    <a:cs typeface="Times New Roman" panose="02020603050405020304" pitchFamily="18" charset="0"/>
                  </a:rPr>
                  <a:t>, </a:t>
                </a:r>
                <a14:m>
                  <m:oMath xmlns:m="http://schemas.openxmlformats.org/officeDocument/2006/math">
                    <m:sSub>
                      <m:sSubPr>
                        <m:ctrlPr>
                          <a:rPr lang="en-IN" sz="2400" i="1">
                            <a:latin typeface="Cambria Math" panose="02040503050406030204" pitchFamily="18" charset="0"/>
                            <a:ea typeface="Times New Roman" panose="02020603050405020304" pitchFamily="18" charset="0"/>
                            <a:cs typeface="Times New Roman" panose="02020603050405020304" pitchFamily="18" charset="0"/>
                          </a:rPr>
                        </m:ctrlPr>
                      </m:sSubPr>
                      <m:e>
                        <m:r>
                          <a:rPr lang="en-IN" sz="2400" i="1">
                            <a:latin typeface="Cambria Math" panose="02040503050406030204" pitchFamily="18" charset="0"/>
                            <a:ea typeface="Times New Roman" panose="02020603050405020304" pitchFamily="18" charset="0"/>
                            <a:cs typeface="Times New Roman" panose="02020603050405020304" pitchFamily="18" charset="0"/>
                          </a:rPr>
                          <m:t>𝛽</m:t>
                        </m:r>
                      </m:e>
                      <m:sub>
                        <m:r>
                          <a:rPr lang="en-IN" sz="2400" i="1">
                            <a:latin typeface="Cambria Math" panose="02040503050406030204" pitchFamily="18" charset="0"/>
                            <a:ea typeface="Times New Roman" panose="02020603050405020304" pitchFamily="18" charset="0"/>
                            <a:cs typeface="Times New Roman" panose="02020603050405020304" pitchFamily="18" charset="0"/>
                          </a:rPr>
                          <m:t>2</m:t>
                        </m:r>
                      </m:sub>
                    </m:sSub>
                    <m:r>
                      <a:rPr lang="en-IN" sz="2400" i="1">
                        <a:latin typeface="Cambria Math" panose="02040503050406030204" pitchFamily="18" charset="0"/>
                        <a:ea typeface="Times New Roman" panose="02020603050405020304" pitchFamily="18" charset="0"/>
                        <a:cs typeface="Times New Roman" panose="02020603050405020304" pitchFamily="18" charset="0"/>
                      </a:rPr>
                      <m:t>, </m:t>
                    </m:r>
                    <m:sSub>
                      <m:sSubPr>
                        <m:ctrlPr>
                          <a:rPr lang="en-IN" sz="2400" i="1">
                            <a:latin typeface="Cambria Math" panose="02040503050406030204" pitchFamily="18" charset="0"/>
                            <a:ea typeface="Times New Roman" panose="02020603050405020304" pitchFamily="18" charset="0"/>
                            <a:cs typeface="Times New Roman" panose="02020603050405020304" pitchFamily="18" charset="0"/>
                          </a:rPr>
                        </m:ctrlPr>
                      </m:sSubPr>
                      <m:e>
                        <m:r>
                          <a:rPr lang="en-IN" sz="2400" i="1">
                            <a:latin typeface="Cambria Math" panose="02040503050406030204" pitchFamily="18" charset="0"/>
                            <a:ea typeface="Times New Roman" panose="02020603050405020304" pitchFamily="18" charset="0"/>
                            <a:cs typeface="Times New Roman" panose="02020603050405020304" pitchFamily="18" charset="0"/>
                          </a:rPr>
                          <m:t>𝛽</m:t>
                        </m:r>
                      </m:e>
                      <m:sub>
                        <m:r>
                          <a:rPr lang="en-IN" sz="2400" i="1">
                            <a:latin typeface="Cambria Math" panose="02040503050406030204" pitchFamily="18" charset="0"/>
                            <a:ea typeface="Times New Roman" panose="02020603050405020304" pitchFamily="18" charset="0"/>
                            <a:cs typeface="Times New Roman" panose="02020603050405020304" pitchFamily="18" charset="0"/>
                          </a:rPr>
                          <m:t>3</m:t>
                        </m:r>
                      </m:sub>
                    </m:sSub>
                    <m:r>
                      <a:rPr lang="en-IN" sz="2400" i="1">
                        <a:latin typeface="Cambria Math" panose="02040503050406030204" pitchFamily="18" charset="0"/>
                        <a:ea typeface="Times New Roman" panose="02020603050405020304" pitchFamily="18" charset="0"/>
                        <a:cs typeface="Times New Roman" panose="02020603050405020304" pitchFamily="18" charset="0"/>
                      </a:rPr>
                      <m:t>, </m:t>
                    </m:r>
                    <m:sSub>
                      <m:sSubPr>
                        <m:ctrlPr>
                          <a:rPr lang="en-IN" sz="2400" i="1">
                            <a:latin typeface="Cambria Math" panose="02040503050406030204" pitchFamily="18" charset="0"/>
                            <a:ea typeface="Times New Roman" panose="02020603050405020304" pitchFamily="18" charset="0"/>
                            <a:cs typeface="Times New Roman" panose="02020603050405020304" pitchFamily="18" charset="0"/>
                          </a:rPr>
                        </m:ctrlPr>
                      </m:sSubPr>
                      <m:e>
                        <m:r>
                          <a:rPr lang="en-IN" sz="2400" i="1">
                            <a:latin typeface="Cambria Math" panose="02040503050406030204" pitchFamily="18" charset="0"/>
                            <a:ea typeface="Times New Roman" panose="02020603050405020304" pitchFamily="18" charset="0"/>
                            <a:cs typeface="Times New Roman" panose="02020603050405020304" pitchFamily="18" charset="0"/>
                          </a:rPr>
                          <m:t>𝛽</m:t>
                        </m:r>
                      </m:e>
                      <m:sub>
                        <m:r>
                          <a:rPr lang="en-IN" sz="2400" i="1">
                            <a:latin typeface="Cambria Math" panose="02040503050406030204" pitchFamily="18" charset="0"/>
                            <a:ea typeface="Times New Roman" panose="02020603050405020304" pitchFamily="18" charset="0"/>
                            <a:cs typeface="Times New Roman" panose="02020603050405020304" pitchFamily="18" charset="0"/>
                          </a:rPr>
                          <m:t>4</m:t>
                        </m:r>
                      </m:sub>
                    </m:sSub>
                  </m:oMath>
                </a14:m>
                <a:r>
                  <a:rPr lang="en-IN" sz="2400" dirty="0">
                    <a:latin typeface="Times New Roman" panose="02020603050405020304" pitchFamily="18" charset="0"/>
                    <a:ea typeface="Times New Roman" panose="02020603050405020304" pitchFamily="18" charset="0"/>
                    <a:cs typeface="Times New Roman" panose="02020603050405020304" pitchFamily="18" charset="0"/>
                  </a:rPr>
                  <a:t> and </a:t>
                </a:r>
                <a14:m>
                  <m:oMath xmlns:m="http://schemas.openxmlformats.org/officeDocument/2006/math">
                    <m:sSub>
                      <m:sSubPr>
                        <m:ctrlPr>
                          <a:rPr lang="en-IN" sz="2400" i="1">
                            <a:latin typeface="Cambria Math" panose="02040503050406030204" pitchFamily="18" charset="0"/>
                            <a:ea typeface="Times New Roman" panose="02020603050405020304" pitchFamily="18" charset="0"/>
                            <a:cs typeface="Times New Roman" panose="02020603050405020304" pitchFamily="18" charset="0"/>
                          </a:rPr>
                        </m:ctrlPr>
                      </m:sSubPr>
                      <m:e>
                        <m:r>
                          <a:rPr lang="en-IN" sz="2400" i="1">
                            <a:latin typeface="Cambria Math" panose="02040503050406030204" pitchFamily="18" charset="0"/>
                            <a:ea typeface="Times New Roman" panose="02020603050405020304" pitchFamily="18" charset="0"/>
                            <a:cs typeface="Times New Roman" panose="02020603050405020304" pitchFamily="18" charset="0"/>
                          </a:rPr>
                          <m:t>𝛽</m:t>
                        </m:r>
                      </m:e>
                      <m:sub>
                        <m:r>
                          <a:rPr lang="en-IN" sz="2400" i="1">
                            <a:latin typeface="Cambria Math" panose="02040503050406030204" pitchFamily="18" charset="0"/>
                            <a:ea typeface="Times New Roman" panose="02020603050405020304" pitchFamily="18" charset="0"/>
                            <a:cs typeface="Times New Roman" panose="02020603050405020304" pitchFamily="18" charset="0"/>
                          </a:rPr>
                          <m:t>5</m:t>
                        </m:r>
                      </m:sub>
                    </m:sSub>
                  </m:oMath>
                </a14:m>
                <a:r>
                  <a:rPr lang="en-IN" sz="2400" dirty="0">
                    <a:latin typeface="Times New Roman" panose="02020603050405020304" pitchFamily="18" charset="0"/>
                    <a:ea typeface="Times New Roman" panose="02020603050405020304" pitchFamily="18" charset="0"/>
                    <a:cs typeface="Times New Roman" panose="02020603050405020304" pitchFamily="18" charset="0"/>
                  </a:rPr>
                  <a:t> be mean productivity of the 5 men respectively</a:t>
                </a:r>
                <a:endParaRPr lang="en-IN" sz="2400" dirty="0">
                  <a:latin typeface="Times New Roman" panose="02020603050405020304" pitchFamily="18" charset="0"/>
                  <a:ea typeface="Calibri" panose="020F0502020204030204" pitchFamily="34" charset="0"/>
                  <a:cs typeface="Times New Roman" panose="02020603050405020304" pitchFamily="18" charset="0"/>
                </a:endParaRPr>
              </a:p>
              <a:p>
                <a:pPr marL="0" indent="0">
                  <a:lnSpc>
                    <a:spcPct val="107000"/>
                  </a:lnSpc>
                  <a:spcAft>
                    <a:spcPts val="800"/>
                  </a:spcAft>
                  <a:buNone/>
                </a:pPr>
                <a14:m>
                  <m:oMath xmlns:m="http://schemas.openxmlformats.org/officeDocument/2006/math">
                    <m:sSub>
                      <m:sSubPr>
                        <m:ctrlPr>
                          <a:rPr lang="en-IN" sz="2400" i="1">
                            <a:latin typeface="Cambria Math" panose="02040503050406030204" pitchFamily="18" charset="0"/>
                            <a:ea typeface="Calibri" panose="020F0502020204030204" pitchFamily="34" charset="0"/>
                            <a:cs typeface="Times New Roman" panose="02020603050405020304" pitchFamily="18" charset="0"/>
                          </a:rPr>
                        </m:ctrlPr>
                      </m:sSubPr>
                      <m:e>
                        <m:r>
                          <a:rPr lang="en-IN" sz="2400" i="1">
                            <a:latin typeface="Cambria Math" panose="02040503050406030204" pitchFamily="18" charset="0"/>
                            <a:ea typeface="Calibri" panose="020F0502020204030204" pitchFamily="34" charset="0"/>
                            <a:cs typeface="Times New Roman" panose="02020603050405020304" pitchFamily="18" charset="0"/>
                          </a:rPr>
                          <m:t>𝐻</m:t>
                        </m:r>
                      </m:e>
                      <m:sub>
                        <m:r>
                          <a:rPr lang="en-IN" sz="2400" i="1">
                            <a:latin typeface="Cambria Math" panose="02040503050406030204" pitchFamily="18" charset="0"/>
                            <a:ea typeface="Calibri" panose="020F0502020204030204" pitchFamily="34" charset="0"/>
                            <a:cs typeface="Times New Roman" panose="02020603050405020304" pitchFamily="18" charset="0"/>
                          </a:rPr>
                          <m:t>0</m:t>
                        </m:r>
                      </m:sub>
                    </m:sSub>
                    <m:r>
                      <a:rPr lang="en-IN" sz="2400" i="1">
                        <a:latin typeface="Cambria Math" panose="02040503050406030204" pitchFamily="18" charset="0"/>
                        <a:ea typeface="Calibri" panose="020F0502020204030204" pitchFamily="34" charset="0"/>
                        <a:cs typeface="Times New Roman" panose="02020603050405020304" pitchFamily="18" charset="0"/>
                      </a:rPr>
                      <m:t>:</m:t>
                    </m:r>
                    <m:sSub>
                      <m:sSubPr>
                        <m:ctrlPr>
                          <a:rPr lang="en-IN" sz="2400" i="1">
                            <a:latin typeface="Cambria Math" panose="02040503050406030204" pitchFamily="18" charset="0"/>
                            <a:ea typeface="Times New Roman" panose="02020603050405020304" pitchFamily="18" charset="0"/>
                            <a:cs typeface="Times New Roman" panose="02020603050405020304" pitchFamily="18" charset="0"/>
                          </a:rPr>
                        </m:ctrlPr>
                      </m:sSubPr>
                      <m:e>
                        <m:r>
                          <a:rPr lang="en-IN" sz="2400" i="1">
                            <a:latin typeface="Cambria Math" panose="02040503050406030204" pitchFamily="18" charset="0"/>
                            <a:ea typeface="Times New Roman" panose="02020603050405020304" pitchFamily="18" charset="0"/>
                            <a:cs typeface="Times New Roman" panose="02020603050405020304" pitchFamily="18" charset="0"/>
                          </a:rPr>
                          <m:t>𝜇</m:t>
                        </m:r>
                      </m:e>
                      <m:sub>
                        <m:r>
                          <a:rPr lang="en-IN" sz="2400" i="1">
                            <a:latin typeface="Cambria Math" panose="02040503050406030204" pitchFamily="18" charset="0"/>
                            <a:ea typeface="Times New Roman" panose="02020603050405020304" pitchFamily="18" charset="0"/>
                            <a:cs typeface="Times New Roman" panose="02020603050405020304" pitchFamily="18" charset="0"/>
                          </a:rPr>
                          <m:t>1</m:t>
                        </m:r>
                      </m:sub>
                    </m:sSub>
                    <m:sSub>
                      <m:sSubPr>
                        <m:ctrlPr>
                          <a:rPr lang="en-IN" sz="2400" i="1">
                            <a:latin typeface="Cambria Math" panose="02040503050406030204" pitchFamily="18" charset="0"/>
                            <a:ea typeface="Times New Roman" panose="02020603050405020304" pitchFamily="18" charset="0"/>
                            <a:cs typeface="Times New Roman" panose="02020603050405020304" pitchFamily="18" charset="0"/>
                          </a:rPr>
                        </m:ctrlPr>
                      </m:sSubPr>
                      <m:e>
                        <m:r>
                          <a:rPr lang="en-IN" sz="2400" i="1">
                            <a:latin typeface="Cambria Math" panose="02040503050406030204" pitchFamily="18" charset="0"/>
                            <a:ea typeface="Times New Roman" panose="02020603050405020304" pitchFamily="18" charset="0"/>
                            <a:cs typeface="Times New Roman" panose="02020603050405020304" pitchFamily="18" charset="0"/>
                          </a:rPr>
                          <m:t>=</m:t>
                        </m:r>
                        <m:r>
                          <a:rPr lang="en-IN" sz="2400" i="1">
                            <a:latin typeface="Cambria Math" panose="02040503050406030204" pitchFamily="18" charset="0"/>
                            <a:ea typeface="Times New Roman" panose="02020603050405020304" pitchFamily="18" charset="0"/>
                            <a:cs typeface="Times New Roman" panose="02020603050405020304" pitchFamily="18" charset="0"/>
                          </a:rPr>
                          <m:t>𝜇</m:t>
                        </m:r>
                      </m:e>
                      <m:sub>
                        <m:r>
                          <a:rPr lang="en-IN" sz="2400" i="1">
                            <a:latin typeface="Cambria Math" panose="02040503050406030204" pitchFamily="18" charset="0"/>
                            <a:ea typeface="Times New Roman" panose="02020603050405020304" pitchFamily="18" charset="0"/>
                            <a:cs typeface="Times New Roman" panose="02020603050405020304" pitchFamily="18" charset="0"/>
                          </a:rPr>
                          <m:t>2</m:t>
                        </m:r>
                      </m:sub>
                    </m:sSub>
                    <m:r>
                      <a:rPr lang="en-IN" sz="2400" i="1">
                        <a:latin typeface="Cambria Math" panose="02040503050406030204" pitchFamily="18" charset="0"/>
                        <a:ea typeface="Times New Roman" panose="02020603050405020304" pitchFamily="18" charset="0"/>
                        <a:cs typeface="Times New Roman" panose="02020603050405020304" pitchFamily="18" charset="0"/>
                      </a:rPr>
                      <m:t>= </m:t>
                    </m:r>
                    <m:sSub>
                      <m:sSubPr>
                        <m:ctrlPr>
                          <a:rPr lang="en-IN" sz="2400" i="1">
                            <a:latin typeface="Cambria Math" panose="02040503050406030204" pitchFamily="18" charset="0"/>
                            <a:ea typeface="Times New Roman" panose="02020603050405020304" pitchFamily="18" charset="0"/>
                            <a:cs typeface="Times New Roman" panose="02020603050405020304" pitchFamily="18" charset="0"/>
                          </a:rPr>
                        </m:ctrlPr>
                      </m:sSubPr>
                      <m:e>
                        <m:r>
                          <a:rPr lang="en-IN" sz="2400" i="1">
                            <a:latin typeface="Cambria Math" panose="02040503050406030204" pitchFamily="18" charset="0"/>
                            <a:ea typeface="Times New Roman" panose="02020603050405020304" pitchFamily="18" charset="0"/>
                            <a:cs typeface="Times New Roman" panose="02020603050405020304" pitchFamily="18" charset="0"/>
                          </a:rPr>
                          <m:t>𝜇</m:t>
                        </m:r>
                      </m:e>
                      <m:sub>
                        <m:r>
                          <a:rPr lang="en-IN" sz="2400" i="1">
                            <a:latin typeface="Cambria Math" panose="02040503050406030204" pitchFamily="18" charset="0"/>
                            <a:ea typeface="Times New Roman" panose="02020603050405020304" pitchFamily="18" charset="0"/>
                            <a:cs typeface="Times New Roman" panose="02020603050405020304" pitchFamily="18" charset="0"/>
                          </a:rPr>
                          <m:t>3</m:t>
                        </m:r>
                      </m:sub>
                    </m:sSub>
                    <m:r>
                      <a:rPr lang="en-IN" sz="2400" i="1">
                        <a:latin typeface="Cambria Math" panose="02040503050406030204" pitchFamily="18" charset="0"/>
                        <a:ea typeface="Calibri" panose="020F0502020204030204" pitchFamily="34" charset="0"/>
                        <a:cs typeface="Times New Roman" panose="02020603050405020304" pitchFamily="18" charset="0"/>
                      </a:rPr>
                      <m:t>=</m:t>
                    </m:r>
                    <m:sSub>
                      <m:sSubPr>
                        <m:ctrlPr>
                          <a:rPr lang="en-IN" sz="2400" i="1">
                            <a:latin typeface="Cambria Math" panose="02040503050406030204" pitchFamily="18" charset="0"/>
                            <a:ea typeface="Calibri" panose="020F0502020204030204" pitchFamily="34" charset="0"/>
                            <a:cs typeface="Times New Roman" panose="02020603050405020304" pitchFamily="18" charset="0"/>
                          </a:rPr>
                        </m:ctrlPr>
                      </m:sSubPr>
                      <m:e>
                        <m:r>
                          <a:rPr lang="en-IN" sz="2400" i="1">
                            <a:latin typeface="Cambria Math" panose="02040503050406030204" pitchFamily="18" charset="0"/>
                            <a:ea typeface="Calibri" panose="020F0502020204030204" pitchFamily="34" charset="0"/>
                            <a:cs typeface="Times New Roman" panose="02020603050405020304" pitchFamily="18" charset="0"/>
                          </a:rPr>
                          <m:t>𝜇</m:t>
                        </m:r>
                      </m:e>
                      <m:sub>
                        <m:r>
                          <a:rPr lang="en-IN" sz="2400" i="1">
                            <a:latin typeface="Cambria Math" panose="02040503050406030204" pitchFamily="18" charset="0"/>
                            <a:ea typeface="Calibri" panose="020F0502020204030204" pitchFamily="34" charset="0"/>
                            <a:cs typeface="Times New Roman" panose="02020603050405020304" pitchFamily="18" charset="0"/>
                          </a:rPr>
                          <m:t>4 </m:t>
                        </m:r>
                      </m:sub>
                    </m:sSub>
                    <m:r>
                      <a:rPr lang="en-IN" sz="2400" i="1">
                        <a:latin typeface="Cambria Math" panose="02040503050406030204" pitchFamily="18" charset="0"/>
                        <a:ea typeface="Calibri" panose="020F0502020204030204" pitchFamily="34" charset="0"/>
                        <a:cs typeface="Times New Roman" panose="02020603050405020304" pitchFamily="18" charset="0"/>
                      </a:rPr>
                      <m:t>; </m:t>
                    </m:r>
                  </m:oMath>
                </a14:m>
                <a:r>
                  <a:rPr lang="en-IN" sz="2400" dirty="0">
                    <a:latin typeface="Times New Roman" panose="02020603050405020304" pitchFamily="18" charset="0"/>
                    <a:ea typeface="Times New Roman" panose="02020603050405020304" pitchFamily="18" charset="0"/>
                    <a:cs typeface="Times New Roman" panose="02020603050405020304" pitchFamily="18" charset="0"/>
                  </a:rPr>
                  <a:t> </a:t>
                </a:r>
                <a14:m>
                  <m:oMath xmlns:m="http://schemas.openxmlformats.org/officeDocument/2006/math">
                    <m:sSub>
                      <m:sSubPr>
                        <m:ctrlPr>
                          <a:rPr lang="en-IN" sz="2400" i="1">
                            <a:latin typeface="Cambria Math" panose="02040503050406030204" pitchFamily="18" charset="0"/>
                            <a:ea typeface="Times New Roman" panose="02020603050405020304" pitchFamily="18" charset="0"/>
                            <a:cs typeface="Times New Roman" panose="02020603050405020304" pitchFamily="18" charset="0"/>
                          </a:rPr>
                        </m:ctrlPr>
                      </m:sSubPr>
                      <m:e>
                        <m:r>
                          <a:rPr lang="en-IN" sz="2400" i="1">
                            <a:latin typeface="Cambria Math" panose="02040503050406030204" pitchFamily="18" charset="0"/>
                            <a:ea typeface="Times New Roman" panose="02020603050405020304" pitchFamily="18" charset="0"/>
                            <a:cs typeface="Times New Roman" panose="02020603050405020304" pitchFamily="18" charset="0"/>
                          </a:rPr>
                          <m:t>𝛽</m:t>
                        </m:r>
                      </m:e>
                      <m:sub>
                        <m:r>
                          <a:rPr lang="en-IN" sz="2400" i="1">
                            <a:latin typeface="Cambria Math" panose="02040503050406030204" pitchFamily="18" charset="0"/>
                            <a:ea typeface="Times New Roman" panose="02020603050405020304" pitchFamily="18" charset="0"/>
                            <a:cs typeface="Times New Roman" panose="02020603050405020304" pitchFamily="18" charset="0"/>
                          </a:rPr>
                          <m:t>1</m:t>
                        </m:r>
                      </m:sub>
                    </m:sSub>
                  </m:oMath>
                </a14:m>
                <a:r>
                  <a:rPr lang="en-IN" sz="2400" dirty="0">
                    <a:latin typeface="Times New Roman" panose="02020603050405020304" pitchFamily="18" charset="0"/>
                    <a:ea typeface="Times New Roman" panose="02020603050405020304" pitchFamily="18" charset="0"/>
                    <a:cs typeface="Times New Roman" panose="02020603050405020304" pitchFamily="18" charset="0"/>
                  </a:rPr>
                  <a:t>= </a:t>
                </a:r>
                <a14:m>
                  <m:oMath xmlns:m="http://schemas.openxmlformats.org/officeDocument/2006/math">
                    <m:sSub>
                      <m:sSubPr>
                        <m:ctrlPr>
                          <a:rPr lang="en-IN" sz="2400" i="1">
                            <a:latin typeface="Cambria Math" panose="02040503050406030204" pitchFamily="18" charset="0"/>
                            <a:ea typeface="Times New Roman" panose="02020603050405020304" pitchFamily="18" charset="0"/>
                            <a:cs typeface="Times New Roman" panose="02020603050405020304" pitchFamily="18" charset="0"/>
                          </a:rPr>
                        </m:ctrlPr>
                      </m:sSubPr>
                      <m:e>
                        <m:r>
                          <a:rPr lang="en-IN" sz="2400" i="1">
                            <a:latin typeface="Cambria Math" panose="02040503050406030204" pitchFamily="18" charset="0"/>
                            <a:ea typeface="Times New Roman" panose="02020603050405020304" pitchFamily="18" charset="0"/>
                            <a:cs typeface="Times New Roman" panose="02020603050405020304" pitchFamily="18" charset="0"/>
                          </a:rPr>
                          <m:t>𝛽</m:t>
                        </m:r>
                      </m:e>
                      <m:sub>
                        <m:r>
                          <a:rPr lang="en-IN" sz="2400" i="1">
                            <a:latin typeface="Cambria Math" panose="02040503050406030204" pitchFamily="18" charset="0"/>
                            <a:ea typeface="Times New Roman" panose="02020603050405020304" pitchFamily="18" charset="0"/>
                            <a:cs typeface="Times New Roman" panose="02020603050405020304" pitchFamily="18" charset="0"/>
                          </a:rPr>
                          <m:t>2</m:t>
                        </m:r>
                      </m:sub>
                    </m:sSub>
                    <m:r>
                      <a:rPr lang="en-IN" sz="2400" i="1">
                        <a:latin typeface="Cambria Math" panose="02040503050406030204" pitchFamily="18" charset="0"/>
                        <a:ea typeface="Times New Roman" panose="02020603050405020304" pitchFamily="18" charset="0"/>
                        <a:cs typeface="Times New Roman" panose="02020603050405020304" pitchFamily="18" charset="0"/>
                      </a:rPr>
                      <m:t>= </m:t>
                    </m:r>
                    <m:sSub>
                      <m:sSubPr>
                        <m:ctrlPr>
                          <a:rPr lang="en-IN" sz="2400" i="1">
                            <a:latin typeface="Cambria Math" panose="02040503050406030204" pitchFamily="18" charset="0"/>
                            <a:ea typeface="Times New Roman" panose="02020603050405020304" pitchFamily="18" charset="0"/>
                            <a:cs typeface="Times New Roman" panose="02020603050405020304" pitchFamily="18" charset="0"/>
                          </a:rPr>
                        </m:ctrlPr>
                      </m:sSubPr>
                      <m:e>
                        <m:r>
                          <a:rPr lang="en-IN" sz="2400" i="1">
                            <a:latin typeface="Cambria Math" panose="02040503050406030204" pitchFamily="18" charset="0"/>
                            <a:ea typeface="Times New Roman" panose="02020603050405020304" pitchFamily="18" charset="0"/>
                            <a:cs typeface="Times New Roman" panose="02020603050405020304" pitchFamily="18" charset="0"/>
                          </a:rPr>
                          <m:t>𝛽</m:t>
                        </m:r>
                      </m:e>
                      <m:sub>
                        <m:r>
                          <a:rPr lang="en-IN" sz="2400" i="1">
                            <a:latin typeface="Cambria Math" panose="02040503050406030204" pitchFamily="18" charset="0"/>
                            <a:ea typeface="Times New Roman" panose="02020603050405020304" pitchFamily="18" charset="0"/>
                            <a:cs typeface="Times New Roman" panose="02020603050405020304" pitchFamily="18" charset="0"/>
                          </a:rPr>
                          <m:t>3</m:t>
                        </m:r>
                      </m:sub>
                    </m:sSub>
                    <m:r>
                      <a:rPr lang="en-IN" sz="2400" i="1">
                        <a:latin typeface="Cambria Math" panose="02040503050406030204" pitchFamily="18" charset="0"/>
                        <a:ea typeface="Times New Roman" panose="02020603050405020304" pitchFamily="18" charset="0"/>
                        <a:cs typeface="Times New Roman" panose="02020603050405020304" pitchFamily="18" charset="0"/>
                      </a:rPr>
                      <m:t>= </m:t>
                    </m:r>
                    <m:sSub>
                      <m:sSubPr>
                        <m:ctrlPr>
                          <a:rPr lang="en-IN" sz="2400" i="1">
                            <a:latin typeface="Cambria Math" panose="02040503050406030204" pitchFamily="18" charset="0"/>
                            <a:ea typeface="Times New Roman" panose="02020603050405020304" pitchFamily="18" charset="0"/>
                            <a:cs typeface="Times New Roman" panose="02020603050405020304" pitchFamily="18" charset="0"/>
                          </a:rPr>
                        </m:ctrlPr>
                      </m:sSubPr>
                      <m:e>
                        <m:r>
                          <a:rPr lang="en-IN" sz="2400" i="1">
                            <a:latin typeface="Cambria Math" panose="02040503050406030204" pitchFamily="18" charset="0"/>
                            <a:ea typeface="Times New Roman" panose="02020603050405020304" pitchFamily="18" charset="0"/>
                            <a:cs typeface="Times New Roman" panose="02020603050405020304" pitchFamily="18" charset="0"/>
                          </a:rPr>
                          <m:t>𝛽</m:t>
                        </m:r>
                      </m:e>
                      <m:sub>
                        <m:r>
                          <a:rPr lang="en-IN" sz="2400" i="1">
                            <a:latin typeface="Cambria Math" panose="02040503050406030204" pitchFamily="18" charset="0"/>
                            <a:ea typeface="Times New Roman" panose="02020603050405020304" pitchFamily="18" charset="0"/>
                            <a:cs typeface="Times New Roman" panose="02020603050405020304" pitchFamily="18" charset="0"/>
                          </a:rPr>
                          <m:t>4</m:t>
                        </m:r>
                      </m:sub>
                    </m:sSub>
                    <m:r>
                      <a:rPr lang="en-IN" sz="2400" i="1">
                        <a:latin typeface="Cambria Math" panose="02040503050406030204" pitchFamily="18" charset="0"/>
                        <a:ea typeface="Times New Roman" panose="02020603050405020304" pitchFamily="18" charset="0"/>
                        <a:cs typeface="Times New Roman" panose="02020603050405020304" pitchFamily="18" charset="0"/>
                      </a:rPr>
                      <m:t>=</m:t>
                    </m:r>
                    <m:sSub>
                      <m:sSubPr>
                        <m:ctrlPr>
                          <a:rPr lang="en-IN" sz="2400" i="1">
                            <a:latin typeface="Cambria Math" panose="02040503050406030204" pitchFamily="18" charset="0"/>
                            <a:ea typeface="Times New Roman" panose="02020603050405020304" pitchFamily="18" charset="0"/>
                            <a:cs typeface="Times New Roman" panose="02020603050405020304" pitchFamily="18" charset="0"/>
                          </a:rPr>
                        </m:ctrlPr>
                      </m:sSubPr>
                      <m:e>
                        <m:r>
                          <a:rPr lang="en-IN" sz="2400" i="1">
                            <a:latin typeface="Cambria Math" panose="02040503050406030204" pitchFamily="18" charset="0"/>
                            <a:ea typeface="Times New Roman" panose="02020603050405020304" pitchFamily="18" charset="0"/>
                            <a:cs typeface="Times New Roman" panose="02020603050405020304" pitchFamily="18" charset="0"/>
                          </a:rPr>
                          <m:t>𝛽</m:t>
                        </m:r>
                      </m:e>
                      <m:sub>
                        <m:r>
                          <a:rPr lang="en-IN" sz="2400" i="1">
                            <a:latin typeface="Cambria Math" panose="02040503050406030204" pitchFamily="18" charset="0"/>
                            <a:ea typeface="Times New Roman" panose="02020603050405020304" pitchFamily="18" charset="0"/>
                            <a:cs typeface="Times New Roman" panose="02020603050405020304" pitchFamily="18" charset="0"/>
                          </a:rPr>
                          <m:t>5</m:t>
                        </m:r>
                      </m:sub>
                    </m:sSub>
                  </m:oMath>
                </a14:m>
                <a:endParaRPr lang="en-IN" sz="2400" dirty="0">
                  <a:latin typeface="Times New Roman" panose="02020603050405020304" pitchFamily="18" charset="0"/>
                  <a:ea typeface="Times New Roman" panose="02020603050405020304" pitchFamily="18" charset="0"/>
                  <a:cs typeface="Times New Roman" panose="02020603050405020304" pitchFamily="18" charset="0"/>
                </a:endParaRPr>
              </a:p>
              <a:p>
                <a:pPr marL="0" indent="0">
                  <a:lnSpc>
                    <a:spcPct val="107000"/>
                  </a:lnSpc>
                  <a:spcAft>
                    <a:spcPts val="800"/>
                  </a:spcAft>
                  <a:buNone/>
                </a:pPr>
                <a:r>
                  <a:rPr lang="en-IN" sz="2400" dirty="0">
                    <a:latin typeface="Times New Roman" panose="02020603050405020304" pitchFamily="18" charset="0"/>
                    <a:ea typeface="Times New Roman" panose="02020603050405020304" pitchFamily="18" charset="0"/>
                    <a:cs typeface="Times New Roman" panose="02020603050405020304" pitchFamily="18" charset="0"/>
                  </a:rPr>
                  <a:t> against </a:t>
                </a:r>
              </a:p>
              <a:p>
                <a:pPr marL="0" indent="0">
                  <a:lnSpc>
                    <a:spcPct val="107000"/>
                  </a:lnSpc>
                  <a:spcAft>
                    <a:spcPts val="800"/>
                  </a:spcAft>
                  <a:buNone/>
                </a:pPr>
                <a14:m>
                  <m:oMath xmlns:m="http://schemas.openxmlformats.org/officeDocument/2006/math">
                    <m:sSub>
                      <m:sSubPr>
                        <m:ctrlPr>
                          <a:rPr lang="en-IN" sz="2400" i="1">
                            <a:latin typeface="Cambria Math" panose="02040503050406030204" pitchFamily="18" charset="0"/>
                            <a:ea typeface="Calibri" panose="020F0502020204030204" pitchFamily="34" charset="0"/>
                            <a:cs typeface="Times New Roman" panose="02020603050405020304" pitchFamily="18" charset="0"/>
                          </a:rPr>
                        </m:ctrlPr>
                      </m:sSubPr>
                      <m:e>
                        <m:r>
                          <a:rPr lang="en-IN" sz="2400" i="1">
                            <a:latin typeface="Cambria Math" panose="02040503050406030204" pitchFamily="18" charset="0"/>
                            <a:ea typeface="Calibri" panose="020F0502020204030204" pitchFamily="34" charset="0"/>
                            <a:cs typeface="Times New Roman" panose="02020603050405020304" pitchFamily="18" charset="0"/>
                          </a:rPr>
                          <m:t>𝐻</m:t>
                        </m:r>
                      </m:e>
                      <m:sub>
                        <m:r>
                          <a:rPr lang="en-IN" sz="2400" i="1">
                            <a:latin typeface="Cambria Math" panose="02040503050406030204" pitchFamily="18" charset="0"/>
                            <a:ea typeface="Calibri" panose="020F0502020204030204" pitchFamily="34" charset="0"/>
                            <a:cs typeface="Times New Roman" panose="02020603050405020304" pitchFamily="18" charset="0"/>
                          </a:rPr>
                          <m:t>1</m:t>
                        </m:r>
                      </m:sub>
                    </m:sSub>
                    <m:r>
                      <a:rPr lang="en-IN" sz="2400" i="1">
                        <a:latin typeface="Cambria Math" panose="02040503050406030204" pitchFamily="18" charset="0"/>
                        <a:ea typeface="Calibri" panose="020F0502020204030204" pitchFamily="34" charset="0"/>
                        <a:cs typeface="Times New Roman" panose="02020603050405020304" pitchFamily="18" charset="0"/>
                      </a:rPr>
                      <m:t>: </m:t>
                    </m:r>
                  </m:oMath>
                </a14:m>
                <a:r>
                  <a:rPr lang="en-IN" sz="2400" dirty="0">
                    <a:latin typeface="Times New Roman" panose="02020603050405020304" pitchFamily="18" charset="0"/>
                    <a:ea typeface="Times New Roman" panose="02020603050405020304" pitchFamily="18" charset="0"/>
                    <a:cs typeface="Times New Roman" panose="02020603050405020304" pitchFamily="18" charset="0"/>
                  </a:rPr>
                  <a:t>at least two means are not equal.</a:t>
                </a:r>
              </a:p>
              <a:p>
                <a:pPr marL="0" indent="0">
                  <a:lnSpc>
                    <a:spcPct val="107000"/>
                  </a:lnSpc>
                  <a:spcAft>
                    <a:spcPts val="800"/>
                  </a:spcAft>
                  <a:buNone/>
                </a:pPr>
                <a:endParaRPr lang="en-IN" dirty="0">
                  <a:latin typeface="Calibri" panose="020F0502020204030204" pitchFamily="34" charset="0"/>
                  <a:ea typeface="Calibri" panose="020F0502020204030204" pitchFamily="34" charset="0"/>
                  <a:cs typeface="Times New Roman" panose="02020603050405020304" pitchFamily="18" charset="0"/>
                </a:endParaRPr>
              </a:p>
              <a:p>
                <a:endParaRPr lang="en-US" dirty="0"/>
              </a:p>
            </p:txBody>
          </p:sp>
        </mc:Choice>
        <mc:Fallback xmlns="">
          <p:sp>
            <p:nvSpPr>
              <p:cNvPr id="4" name="Text Placeholder 3"/>
              <p:cNvSpPr>
                <a:spLocks noGrp="1" noRot="1" noChangeAspect="1" noMove="1" noResize="1" noEditPoints="1" noAdjustHandles="1" noChangeArrowheads="1" noChangeShapeType="1" noTextEdit="1"/>
              </p:cNvSpPr>
              <p:nvPr>
                <p:ph type="body" sz="quarter" idx="13"/>
              </p:nvPr>
            </p:nvSpPr>
            <p:spPr>
              <a:xfrm>
                <a:off x="646723" y="1019908"/>
                <a:ext cx="7143262" cy="5410897"/>
              </a:xfrm>
              <a:blipFill>
                <a:blip r:embed="rId2"/>
                <a:stretch>
                  <a:fillRect l="-1280" t="-1126" r="-1365"/>
                </a:stretch>
              </a:blipFill>
            </p:spPr>
            <p:txBody>
              <a:bodyPr/>
              <a:lstStyle/>
              <a:p>
                <a:r>
                  <a:rPr lang="en-US">
                    <a:noFill/>
                  </a:rPr>
                  <a:t> </a:t>
                </a:r>
              </a:p>
            </p:txBody>
          </p:sp>
        </mc:Fallback>
      </mc:AlternateContent>
    </p:spTree>
    <p:extLst>
      <p:ext uri="{BB962C8B-B14F-4D97-AF65-F5344CB8AC3E}">
        <p14:creationId xmlns:p14="http://schemas.microsoft.com/office/powerpoint/2010/main" val="3175097009"/>
      </p:ext>
    </p:extLst>
  </p:cSld>
  <p:clrMapOvr>
    <a:masterClrMapping/>
  </p:clrMapOvr>
</p:sld>
</file>

<file path=ppt/slides/slide2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Slide Number Placeholder 2"/>
          <p:cNvSpPr>
            <a:spLocks noGrp="1"/>
          </p:cNvSpPr>
          <p:nvPr>
            <p:ph type="sldNum" sz="quarter" idx="12"/>
          </p:nvPr>
        </p:nvSpPr>
        <p:spPr/>
        <p:txBody>
          <a:bodyPr/>
          <a:lstStyle/>
          <a:p>
            <a:fld id="{C263D6C4-4840-40CC-AC84-17E24B3B7BDE}" type="slidenum">
              <a:rPr lang="en-US" noProof="0" smtClean="0"/>
              <a:pPr/>
              <a:t>20</a:t>
            </a:fld>
            <a:endParaRPr lang="en-US" noProof="0" dirty="0"/>
          </a:p>
        </p:txBody>
      </p:sp>
      <mc:AlternateContent xmlns:mc="http://schemas.openxmlformats.org/markup-compatibility/2006" xmlns:a14="http://schemas.microsoft.com/office/drawing/2010/main">
        <mc:Choice Requires="a14">
          <p:graphicFrame>
            <p:nvGraphicFramePr>
              <p:cNvPr id="4" name="Content Placeholder 4">
                <a:extLst>
                  <a:ext uri="{FF2B5EF4-FFF2-40B4-BE49-F238E27FC236}">
                    <a16:creationId xmlns:a16="http://schemas.microsoft.com/office/drawing/2014/main" id="{688FACBE-A186-9C69-1DAB-38BD8BB92619}"/>
                  </a:ext>
                </a:extLst>
              </p:cNvPr>
              <p:cNvGraphicFramePr>
                <a:graphicFrameLocks/>
              </p:cNvGraphicFramePr>
              <p:nvPr>
                <p:extLst>
                  <p:ext uri="{D42A27DB-BD31-4B8C-83A1-F6EECF244321}">
                    <p14:modId xmlns:p14="http://schemas.microsoft.com/office/powerpoint/2010/main" val="3208802202"/>
                  </p:ext>
                </p:extLst>
              </p:nvPr>
            </p:nvGraphicFramePr>
            <p:xfrm>
              <a:off x="1292469" y="844061"/>
              <a:ext cx="9815727" cy="5383364"/>
            </p:xfrm>
            <a:graphic>
              <a:graphicData uri="http://schemas.openxmlformats.org/drawingml/2006/table">
                <a:tbl>
                  <a:tblPr firstRow="1" firstCol="1" bandRow="1">
                    <a:tableStyleId>{5C22544A-7EE6-4342-B048-85BDC9FD1C3A}</a:tableStyleId>
                  </a:tblPr>
                  <a:tblGrid>
                    <a:gridCol w="1955945">
                      <a:extLst>
                        <a:ext uri="{9D8B030D-6E8A-4147-A177-3AD203B41FA5}">
                          <a16:colId xmlns:a16="http://schemas.microsoft.com/office/drawing/2014/main" val="4180435187"/>
                        </a:ext>
                      </a:extLst>
                    </a:gridCol>
                    <a:gridCol w="1755697">
                      <a:extLst>
                        <a:ext uri="{9D8B030D-6E8A-4147-A177-3AD203B41FA5}">
                          <a16:colId xmlns:a16="http://schemas.microsoft.com/office/drawing/2014/main" val="4244589759"/>
                        </a:ext>
                      </a:extLst>
                    </a:gridCol>
                    <a:gridCol w="1747585">
                      <a:extLst>
                        <a:ext uri="{9D8B030D-6E8A-4147-A177-3AD203B41FA5}">
                          <a16:colId xmlns:a16="http://schemas.microsoft.com/office/drawing/2014/main" val="174658411"/>
                        </a:ext>
                      </a:extLst>
                    </a:gridCol>
                    <a:gridCol w="2344165">
                      <a:extLst>
                        <a:ext uri="{9D8B030D-6E8A-4147-A177-3AD203B41FA5}">
                          <a16:colId xmlns:a16="http://schemas.microsoft.com/office/drawing/2014/main" val="1052959553"/>
                        </a:ext>
                      </a:extLst>
                    </a:gridCol>
                    <a:gridCol w="2012335">
                      <a:extLst>
                        <a:ext uri="{9D8B030D-6E8A-4147-A177-3AD203B41FA5}">
                          <a16:colId xmlns:a16="http://schemas.microsoft.com/office/drawing/2014/main" val="2620832387"/>
                        </a:ext>
                      </a:extLst>
                    </a:gridCol>
                  </a:tblGrid>
                  <a:tr h="1108085">
                    <a:tc>
                      <a:txBody>
                        <a:bodyPr/>
                        <a:lstStyle/>
                        <a:p>
                          <a:pPr marL="457200" algn="just">
                            <a:lnSpc>
                              <a:spcPct val="107000"/>
                            </a:lnSpc>
                          </a:pPr>
                          <a:r>
                            <a:rPr lang="en-IN" sz="1800" dirty="0">
                              <a:effectLst/>
                            </a:rPr>
                            <a:t>Source of Variation</a:t>
                          </a:r>
                          <a:endParaRPr lang="en-IN" sz="1800" dirty="0">
                            <a:effectLst/>
                            <a:latin typeface="Calibri" panose="020F0502020204030204" pitchFamily="34" charset="0"/>
                            <a:ea typeface="Calibri" panose="020F0502020204030204" pitchFamily="34" charset="0"/>
                            <a:cs typeface="Times New Roman" panose="02020603050405020304" pitchFamily="18" charset="0"/>
                          </a:endParaRPr>
                        </a:p>
                      </a:txBody>
                      <a:tcPr marL="40858" marR="40858" marT="0" marB="0" anchor="ctr"/>
                    </a:tc>
                    <a:tc>
                      <a:txBody>
                        <a:bodyPr/>
                        <a:lstStyle/>
                        <a:p>
                          <a:pPr marL="457200" algn="just">
                            <a:lnSpc>
                              <a:spcPct val="107000"/>
                            </a:lnSpc>
                          </a:pPr>
                          <a:r>
                            <a:rPr lang="en-IN" sz="1800">
                              <a:effectLst/>
                            </a:rPr>
                            <a:t>Sum of Squares</a:t>
                          </a:r>
                          <a:endParaRPr lang="en-IN" sz="1800">
                            <a:effectLst/>
                            <a:latin typeface="Calibri" panose="020F0502020204030204" pitchFamily="34" charset="0"/>
                            <a:ea typeface="Calibri" panose="020F0502020204030204" pitchFamily="34" charset="0"/>
                            <a:cs typeface="Times New Roman" panose="02020603050405020304" pitchFamily="18" charset="0"/>
                          </a:endParaRPr>
                        </a:p>
                      </a:txBody>
                      <a:tcPr marL="40858" marR="40858" marT="0" marB="0" anchor="ctr"/>
                    </a:tc>
                    <a:tc>
                      <a:txBody>
                        <a:bodyPr/>
                        <a:lstStyle/>
                        <a:p>
                          <a:pPr marL="457200" algn="just">
                            <a:lnSpc>
                              <a:spcPct val="107000"/>
                            </a:lnSpc>
                          </a:pPr>
                          <a:r>
                            <a:rPr lang="en-IN" sz="1800" dirty="0">
                              <a:effectLst/>
                            </a:rPr>
                            <a:t>Degrees of Freedom</a:t>
                          </a:r>
                          <a:endParaRPr lang="en-IN" sz="1800" dirty="0">
                            <a:effectLst/>
                            <a:latin typeface="Calibri" panose="020F0502020204030204" pitchFamily="34" charset="0"/>
                            <a:ea typeface="Calibri" panose="020F0502020204030204" pitchFamily="34" charset="0"/>
                            <a:cs typeface="Times New Roman" panose="02020603050405020304" pitchFamily="18" charset="0"/>
                          </a:endParaRPr>
                        </a:p>
                      </a:txBody>
                      <a:tcPr marL="40858" marR="40858" marT="0" marB="0" anchor="ctr"/>
                    </a:tc>
                    <a:tc>
                      <a:txBody>
                        <a:bodyPr/>
                        <a:lstStyle/>
                        <a:p>
                          <a:pPr marL="457200" algn="just">
                            <a:lnSpc>
                              <a:spcPct val="107000"/>
                            </a:lnSpc>
                          </a:pPr>
                          <a:r>
                            <a:rPr lang="en-IN" sz="1800">
                              <a:effectLst/>
                            </a:rPr>
                            <a:t>Mean Sum of Squares</a:t>
                          </a:r>
                          <a:endParaRPr lang="en-IN" sz="1800">
                            <a:effectLst/>
                            <a:latin typeface="Calibri" panose="020F0502020204030204" pitchFamily="34" charset="0"/>
                            <a:ea typeface="Calibri" panose="020F0502020204030204" pitchFamily="34" charset="0"/>
                            <a:cs typeface="Times New Roman" panose="02020603050405020304" pitchFamily="18" charset="0"/>
                          </a:endParaRPr>
                        </a:p>
                      </a:txBody>
                      <a:tcPr marL="40858" marR="40858" marT="0" marB="0" anchor="ctr"/>
                    </a:tc>
                    <a:tc>
                      <a:txBody>
                        <a:bodyPr/>
                        <a:lstStyle/>
                        <a:p>
                          <a:pPr marL="457200" algn="just">
                            <a:lnSpc>
                              <a:spcPct val="107000"/>
                            </a:lnSpc>
                            <a:spcAft>
                              <a:spcPts val="800"/>
                            </a:spcAft>
                          </a:pPr>
                          <a:r>
                            <a:rPr lang="en-IN" sz="1800">
                              <a:effectLst/>
                            </a:rPr>
                            <a:t>F- ratios</a:t>
                          </a:r>
                          <a:endParaRPr lang="en-IN" sz="1800">
                            <a:effectLst/>
                            <a:latin typeface="Calibri" panose="020F0502020204030204" pitchFamily="34" charset="0"/>
                            <a:ea typeface="Calibri" panose="020F0502020204030204" pitchFamily="34" charset="0"/>
                            <a:cs typeface="Times New Roman" panose="02020603050405020304" pitchFamily="18" charset="0"/>
                          </a:endParaRPr>
                        </a:p>
                      </a:txBody>
                      <a:tcPr marL="40858" marR="40858" marT="0" marB="0" anchor="ctr"/>
                    </a:tc>
                    <a:extLst>
                      <a:ext uri="{0D108BD9-81ED-4DB2-BD59-A6C34878D82A}">
                        <a16:rowId xmlns:a16="http://schemas.microsoft.com/office/drawing/2014/main" val="2379292498"/>
                      </a:ext>
                    </a:extLst>
                  </a:tr>
                  <a:tr h="1405418">
                    <a:tc>
                      <a:txBody>
                        <a:bodyPr/>
                        <a:lstStyle/>
                        <a:p>
                          <a:pPr marL="457200" algn="just">
                            <a:lnSpc>
                              <a:spcPct val="107000"/>
                            </a:lnSpc>
                          </a:pPr>
                          <a:r>
                            <a:rPr lang="en-IN" sz="1800">
                              <a:effectLst/>
                            </a:rPr>
                            <a:t>Between Machine types</a:t>
                          </a:r>
                          <a:endParaRPr lang="en-IN" sz="1800">
                            <a:effectLst/>
                            <a:latin typeface="Calibri" panose="020F0502020204030204" pitchFamily="34" charset="0"/>
                            <a:ea typeface="Calibri" panose="020F0502020204030204" pitchFamily="34" charset="0"/>
                            <a:cs typeface="Times New Roman" panose="02020603050405020304" pitchFamily="18" charset="0"/>
                          </a:endParaRPr>
                        </a:p>
                      </a:txBody>
                      <a:tcPr marL="40858" marR="40858" marT="0" marB="0" anchor="ctr"/>
                    </a:tc>
                    <a:tc>
                      <a:txBody>
                        <a:bodyPr/>
                        <a:lstStyle/>
                        <a:p>
                          <a:pPr marL="457200" algn="just">
                            <a:lnSpc>
                              <a:spcPct val="107000"/>
                            </a:lnSpc>
                          </a:pPr>
                          <a14:m>
                            <m:oMathPara xmlns:m="http://schemas.openxmlformats.org/officeDocument/2006/math">
                              <m:oMathParaPr>
                                <m:jc m:val="centerGroup"/>
                              </m:oMathParaPr>
                              <m:oMath xmlns:m="http://schemas.openxmlformats.org/officeDocument/2006/math">
                                <m:sSub>
                                  <m:sSubPr>
                                    <m:ctrlPr>
                                      <a:rPr lang="en-IN" sz="1800" i="1" smtClean="0">
                                        <a:effectLst/>
                                        <a:latin typeface="Cambria Math" panose="02040503050406030204" pitchFamily="18" charset="0"/>
                                      </a:rPr>
                                    </m:ctrlPr>
                                  </m:sSubPr>
                                  <m:e>
                                    <m:r>
                                      <a:rPr lang="en-IN" sz="1800">
                                        <a:effectLst/>
                                        <a:latin typeface="Cambria Math" panose="02040503050406030204" pitchFamily="18" charset="0"/>
                                      </a:rPr>
                                      <m:t>𝑆𝑆</m:t>
                                    </m:r>
                                  </m:e>
                                  <m:sub>
                                    <m:r>
                                      <a:rPr lang="en-IN" sz="1800">
                                        <a:effectLst/>
                                        <a:latin typeface="Cambria Math" panose="02040503050406030204" pitchFamily="18" charset="0"/>
                                      </a:rPr>
                                      <m:t>𝐶</m:t>
                                    </m:r>
                                  </m:sub>
                                </m:sSub>
                                <m:r>
                                  <a:rPr lang="en-IN" sz="1800">
                                    <a:effectLst/>
                                    <a:latin typeface="Cambria Math" panose="02040503050406030204" pitchFamily="18" charset="0"/>
                                  </a:rPr>
                                  <m:t>=3</m:t>
                                </m:r>
                                <m:r>
                                  <a:rPr lang="en-US" sz="1800" b="0" i="0" smtClean="0">
                                    <a:effectLst/>
                                    <a:latin typeface="Cambria Math" panose="02040503050406030204" pitchFamily="18" charset="0"/>
                                  </a:rPr>
                                  <m:t>93.35</m:t>
                                </m:r>
                              </m:oMath>
                            </m:oMathPara>
                          </a14:m>
                          <a:endParaRPr lang="en-IN" sz="1800" dirty="0">
                            <a:effectLst/>
                            <a:latin typeface="Calibri" panose="020F0502020204030204" pitchFamily="34" charset="0"/>
                            <a:ea typeface="Calibri" panose="020F0502020204030204" pitchFamily="34" charset="0"/>
                            <a:cs typeface="Times New Roman" panose="02020603050405020304" pitchFamily="18" charset="0"/>
                          </a:endParaRPr>
                        </a:p>
                      </a:txBody>
                      <a:tcPr marL="40858" marR="40858" marT="0" marB="0" anchor="ctr"/>
                    </a:tc>
                    <a:tc>
                      <a:txBody>
                        <a:bodyPr/>
                        <a:lstStyle/>
                        <a:p>
                          <a:pPr marL="457200" algn="just">
                            <a:lnSpc>
                              <a:spcPct val="107000"/>
                            </a:lnSpc>
                          </a:pPr>
                          <a14:m>
                            <m:oMathPara xmlns:m="http://schemas.openxmlformats.org/officeDocument/2006/math">
                              <m:oMathParaPr>
                                <m:jc m:val="centerGroup"/>
                              </m:oMathParaPr>
                              <m:oMath xmlns:m="http://schemas.openxmlformats.org/officeDocument/2006/math">
                                <m:r>
                                  <a:rPr lang="en-IN" sz="1800">
                                    <a:effectLst/>
                                    <a:latin typeface="Cambria Math" panose="02040503050406030204" pitchFamily="18" charset="0"/>
                                  </a:rPr>
                                  <m:t>𝑐</m:t>
                                </m:r>
                                <m:r>
                                  <a:rPr lang="en-IN" sz="1800">
                                    <a:effectLst/>
                                    <a:latin typeface="Cambria Math" panose="02040503050406030204" pitchFamily="18" charset="0"/>
                                  </a:rPr>
                                  <m:t>−1=3</m:t>
                                </m:r>
                              </m:oMath>
                            </m:oMathPara>
                          </a14:m>
                          <a:endParaRPr lang="en-IN" sz="1800">
                            <a:effectLst/>
                            <a:latin typeface="Calibri" panose="020F0502020204030204" pitchFamily="34" charset="0"/>
                            <a:ea typeface="Calibri" panose="020F0502020204030204" pitchFamily="34" charset="0"/>
                            <a:cs typeface="Times New Roman" panose="02020603050405020304" pitchFamily="18" charset="0"/>
                          </a:endParaRPr>
                        </a:p>
                      </a:txBody>
                      <a:tcPr marL="40858" marR="40858" marT="0" marB="0" anchor="ctr"/>
                    </a:tc>
                    <a:tc>
                      <a:txBody>
                        <a:bodyPr/>
                        <a:lstStyle/>
                        <a:p>
                          <a:pPr marL="457200" algn="just">
                            <a:lnSpc>
                              <a:spcPct val="107000"/>
                            </a:lnSpc>
                          </a:pPr>
                          <a14:m>
                            <m:oMathPara xmlns:m="http://schemas.openxmlformats.org/officeDocument/2006/math">
                              <m:oMathParaPr>
                                <m:jc m:val="centerGroup"/>
                              </m:oMathParaPr>
                              <m:oMath xmlns:m="http://schemas.openxmlformats.org/officeDocument/2006/math">
                                <m:sSub>
                                  <m:sSubPr>
                                    <m:ctrlPr>
                                      <a:rPr lang="en-IN" sz="1800" i="1" smtClean="0">
                                        <a:effectLst/>
                                        <a:latin typeface="Cambria Math" panose="02040503050406030204" pitchFamily="18" charset="0"/>
                                      </a:rPr>
                                    </m:ctrlPr>
                                  </m:sSubPr>
                                  <m:e>
                                    <m:r>
                                      <a:rPr lang="en-IN" sz="1800">
                                        <a:effectLst/>
                                        <a:latin typeface="Cambria Math" panose="02040503050406030204" pitchFamily="18" charset="0"/>
                                      </a:rPr>
                                      <m:t>𝑀𝑆</m:t>
                                    </m:r>
                                  </m:e>
                                  <m:sub>
                                    <m:r>
                                      <a:rPr lang="en-IN" sz="1800">
                                        <a:effectLst/>
                                        <a:latin typeface="Cambria Math" panose="02040503050406030204" pitchFamily="18" charset="0"/>
                                      </a:rPr>
                                      <m:t>𝐶</m:t>
                                    </m:r>
                                  </m:sub>
                                </m:sSub>
                                <m:r>
                                  <a:rPr lang="en-IN" sz="1800">
                                    <a:effectLst/>
                                    <a:latin typeface="Cambria Math" panose="02040503050406030204" pitchFamily="18" charset="0"/>
                                  </a:rPr>
                                  <m:t>=</m:t>
                                </m:r>
                                <m:f>
                                  <m:fPr>
                                    <m:ctrlPr>
                                      <a:rPr lang="en-IN" sz="1800" i="1">
                                        <a:effectLst/>
                                        <a:latin typeface="Cambria Math" panose="02040503050406030204" pitchFamily="18" charset="0"/>
                                      </a:rPr>
                                    </m:ctrlPr>
                                  </m:fPr>
                                  <m:num>
                                    <m:sSub>
                                      <m:sSubPr>
                                        <m:ctrlPr>
                                          <a:rPr lang="en-IN" sz="1800" i="1">
                                            <a:effectLst/>
                                            <a:latin typeface="Cambria Math" panose="02040503050406030204" pitchFamily="18" charset="0"/>
                                          </a:rPr>
                                        </m:ctrlPr>
                                      </m:sSubPr>
                                      <m:e>
                                        <m:r>
                                          <a:rPr lang="en-IN" sz="1800">
                                            <a:effectLst/>
                                            <a:latin typeface="Cambria Math" panose="02040503050406030204" pitchFamily="18" charset="0"/>
                                          </a:rPr>
                                          <m:t>𝑆𝑆</m:t>
                                        </m:r>
                                      </m:e>
                                      <m:sub>
                                        <m:r>
                                          <a:rPr lang="en-IN" sz="1800">
                                            <a:effectLst/>
                                            <a:latin typeface="Cambria Math" panose="02040503050406030204" pitchFamily="18" charset="0"/>
                                          </a:rPr>
                                          <m:t>𝐶</m:t>
                                        </m:r>
                                      </m:sub>
                                    </m:sSub>
                                  </m:num>
                                  <m:den>
                                    <m:r>
                                      <a:rPr lang="en-IN" sz="1800">
                                        <a:effectLst/>
                                        <a:latin typeface="Cambria Math" panose="02040503050406030204" pitchFamily="18" charset="0"/>
                                      </a:rPr>
                                      <m:t>𝑐</m:t>
                                    </m:r>
                                    <m:r>
                                      <a:rPr lang="en-IN" sz="1800">
                                        <a:effectLst/>
                                        <a:latin typeface="Cambria Math" panose="02040503050406030204" pitchFamily="18" charset="0"/>
                                      </a:rPr>
                                      <m:t>−1</m:t>
                                    </m:r>
                                  </m:den>
                                </m:f>
                                <m:r>
                                  <a:rPr lang="en-IN" sz="1800">
                                    <a:effectLst/>
                                    <a:latin typeface="Cambria Math" panose="02040503050406030204" pitchFamily="18" charset="0"/>
                                  </a:rPr>
                                  <m:t>=1</m:t>
                                </m:r>
                                <m:r>
                                  <a:rPr lang="en-US" sz="1800" b="0" i="0" smtClean="0">
                                    <a:effectLst/>
                                    <a:latin typeface="Cambria Math" panose="02040503050406030204" pitchFamily="18" charset="0"/>
                                  </a:rPr>
                                  <m:t>31.11</m:t>
                                </m:r>
                              </m:oMath>
                            </m:oMathPara>
                          </a14:m>
                          <a:endParaRPr lang="en-IN" sz="1800" dirty="0">
                            <a:effectLst/>
                            <a:latin typeface="Calibri" panose="020F0502020204030204" pitchFamily="34" charset="0"/>
                            <a:ea typeface="Calibri" panose="020F0502020204030204" pitchFamily="34" charset="0"/>
                            <a:cs typeface="Times New Roman" panose="02020603050405020304" pitchFamily="18" charset="0"/>
                          </a:endParaRPr>
                        </a:p>
                      </a:txBody>
                      <a:tcPr marL="40858" marR="40858" marT="0" marB="0" anchor="ctr"/>
                    </a:tc>
                    <a:tc>
                      <a:txBody>
                        <a:bodyPr/>
                        <a:lstStyle/>
                        <a:p>
                          <a:pPr marL="457200" algn="just">
                            <a:lnSpc>
                              <a:spcPct val="107000"/>
                            </a:lnSpc>
                            <a:spcAft>
                              <a:spcPts val="800"/>
                            </a:spcAft>
                          </a:pPr>
                          <a14:m>
                            <m:oMathPara xmlns:m="http://schemas.openxmlformats.org/officeDocument/2006/math">
                              <m:oMathParaPr>
                                <m:jc m:val="centerGroup"/>
                              </m:oMathParaPr>
                              <m:oMath xmlns:m="http://schemas.openxmlformats.org/officeDocument/2006/math">
                                <m:sSub>
                                  <m:sSubPr>
                                    <m:ctrlPr>
                                      <a:rPr lang="en-IN" sz="1800" i="1" smtClean="0">
                                        <a:effectLst/>
                                        <a:latin typeface="Cambria Math" panose="02040503050406030204" pitchFamily="18" charset="0"/>
                                      </a:rPr>
                                    </m:ctrlPr>
                                  </m:sSubPr>
                                  <m:e>
                                    <m:r>
                                      <a:rPr lang="en-IN" sz="1800">
                                        <a:effectLst/>
                                        <a:latin typeface="Cambria Math" panose="02040503050406030204" pitchFamily="18" charset="0"/>
                                      </a:rPr>
                                      <m:t>𝐹</m:t>
                                    </m:r>
                                  </m:e>
                                  <m:sub>
                                    <m:r>
                                      <a:rPr lang="en-IN" sz="1800">
                                        <a:effectLst/>
                                        <a:latin typeface="Cambria Math" panose="02040503050406030204" pitchFamily="18" charset="0"/>
                                      </a:rPr>
                                      <m:t>1</m:t>
                                    </m:r>
                                  </m:sub>
                                </m:sSub>
                                <m:r>
                                  <a:rPr lang="en-IN" sz="1800">
                                    <a:effectLst/>
                                    <a:latin typeface="Cambria Math" panose="02040503050406030204" pitchFamily="18" charset="0"/>
                                  </a:rPr>
                                  <m:t>=</m:t>
                                </m:r>
                                <m:f>
                                  <m:fPr>
                                    <m:ctrlPr>
                                      <a:rPr lang="en-IN" sz="1800" i="1">
                                        <a:effectLst/>
                                        <a:latin typeface="Cambria Math" panose="02040503050406030204" pitchFamily="18" charset="0"/>
                                      </a:rPr>
                                    </m:ctrlPr>
                                  </m:fPr>
                                  <m:num>
                                    <m:sSub>
                                      <m:sSubPr>
                                        <m:ctrlPr>
                                          <a:rPr lang="en-IN" sz="1800" i="1">
                                            <a:effectLst/>
                                            <a:latin typeface="Cambria Math" panose="02040503050406030204" pitchFamily="18" charset="0"/>
                                          </a:rPr>
                                        </m:ctrlPr>
                                      </m:sSubPr>
                                      <m:e>
                                        <m:r>
                                          <a:rPr lang="en-IN" sz="1800">
                                            <a:effectLst/>
                                            <a:latin typeface="Cambria Math" panose="02040503050406030204" pitchFamily="18" charset="0"/>
                                          </a:rPr>
                                          <m:t>𝑀𝑆</m:t>
                                        </m:r>
                                      </m:e>
                                      <m:sub>
                                        <m:r>
                                          <a:rPr lang="en-IN" sz="1800">
                                            <a:effectLst/>
                                            <a:latin typeface="Cambria Math" panose="02040503050406030204" pitchFamily="18" charset="0"/>
                                          </a:rPr>
                                          <m:t>𝐶</m:t>
                                        </m:r>
                                      </m:sub>
                                    </m:sSub>
                                  </m:num>
                                  <m:den>
                                    <m:sSub>
                                      <m:sSubPr>
                                        <m:ctrlPr>
                                          <a:rPr lang="en-IN" sz="1800" i="1">
                                            <a:effectLst/>
                                            <a:latin typeface="Cambria Math" panose="02040503050406030204" pitchFamily="18" charset="0"/>
                                          </a:rPr>
                                        </m:ctrlPr>
                                      </m:sSubPr>
                                      <m:e>
                                        <m:r>
                                          <a:rPr lang="en-IN" sz="1800">
                                            <a:effectLst/>
                                            <a:latin typeface="Cambria Math" panose="02040503050406030204" pitchFamily="18" charset="0"/>
                                          </a:rPr>
                                          <m:t>𝑀𝑆</m:t>
                                        </m:r>
                                      </m:e>
                                      <m:sub>
                                        <m:r>
                                          <a:rPr lang="en-IN" sz="1800">
                                            <a:effectLst/>
                                            <a:latin typeface="Cambria Math" panose="02040503050406030204" pitchFamily="18" charset="0"/>
                                          </a:rPr>
                                          <m:t>𝐸</m:t>
                                        </m:r>
                                      </m:sub>
                                    </m:sSub>
                                  </m:den>
                                </m:f>
                                <m:r>
                                  <a:rPr lang="en-IN" sz="1800">
                                    <a:effectLst/>
                                    <a:latin typeface="Cambria Math" panose="02040503050406030204" pitchFamily="18" charset="0"/>
                                  </a:rPr>
                                  <m:t>=18.</m:t>
                                </m:r>
                                <m:r>
                                  <a:rPr lang="en-US" sz="1800" b="0" i="0" smtClean="0">
                                    <a:effectLst/>
                                    <a:latin typeface="Cambria Math" panose="02040503050406030204" pitchFamily="18" charset="0"/>
                                  </a:rPr>
                                  <m:t>316</m:t>
                                </m:r>
                              </m:oMath>
                            </m:oMathPara>
                          </a14:m>
                          <a:endParaRPr lang="en-IN" sz="1800" dirty="0">
                            <a:effectLst/>
                            <a:latin typeface="Calibri" panose="020F0502020204030204" pitchFamily="34" charset="0"/>
                            <a:ea typeface="Calibri" panose="020F0502020204030204" pitchFamily="34" charset="0"/>
                            <a:cs typeface="Times New Roman" panose="02020603050405020304" pitchFamily="18" charset="0"/>
                          </a:endParaRPr>
                        </a:p>
                      </a:txBody>
                      <a:tcPr marL="40858" marR="40858" marT="0" marB="0" anchor="ctr"/>
                    </a:tc>
                    <a:extLst>
                      <a:ext uri="{0D108BD9-81ED-4DB2-BD59-A6C34878D82A}">
                        <a16:rowId xmlns:a16="http://schemas.microsoft.com/office/drawing/2014/main" val="2341541183"/>
                      </a:ext>
                    </a:extLst>
                  </a:tr>
                  <a:tr h="1051887">
                    <a:tc>
                      <a:txBody>
                        <a:bodyPr/>
                        <a:lstStyle/>
                        <a:p>
                          <a:pPr marL="457200" algn="just">
                            <a:lnSpc>
                              <a:spcPct val="107000"/>
                            </a:lnSpc>
                          </a:pPr>
                          <a:r>
                            <a:rPr lang="en-IN" sz="1800">
                              <a:effectLst/>
                            </a:rPr>
                            <a:t>Between Workers</a:t>
                          </a:r>
                          <a:endParaRPr lang="en-IN" sz="1800">
                            <a:effectLst/>
                            <a:latin typeface="Calibri" panose="020F0502020204030204" pitchFamily="34" charset="0"/>
                            <a:ea typeface="Calibri" panose="020F0502020204030204" pitchFamily="34" charset="0"/>
                            <a:cs typeface="Times New Roman" panose="02020603050405020304" pitchFamily="18" charset="0"/>
                          </a:endParaRPr>
                        </a:p>
                      </a:txBody>
                      <a:tcPr marL="40858" marR="40858" marT="0" marB="0" anchor="ctr"/>
                    </a:tc>
                    <a:tc>
                      <a:txBody>
                        <a:bodyPr/>
                        <a:lstStyle/>
                        <a:p>
                          <a:pPr marL="457200" algn="just">
                            <a:lnSpc>
                              <a:spcPct val="107000"/>
                            </a:lnSpc>
                          </a:pPr>
                          <a14:m>
                            <m:oMathPara xmlns:m="http://schemas.openxmlformats.org/officeDocument/2006/math">
                              <m:oMathParaPr>
                                <m:jc m:val="centerGroup"/>
                              </m:oMathParaPr>
                              <m:oMath xmlns:m="http://schemas.openxmlformats.org/officeDocument/2006/math">
                                <m:sSub>
                                  <m:sSubPr>
                                    <m:ctrlPr>
                                      <a:rPr lang="en-IN" sz="1800" i="1" smtClean="0">
                                        <a:effectLst/>
                                        <a:latin typeface="Cambria Math" panose="02040503050406030204" pitchFamily="18" charset="0"/>
                                      </a:rPr>
                                    </m:ctrlPr>
                                  </m:sSubPr>
                                  <m:e>
                                    <m:r>
                                      <a:rPr lang="en-IN" sz="1800">
                                        <a:effectLst/>
                                        <a:latin typeface="Cambria Math" panose="02040503050406030204" pitchFamily="18" charset="0"/>
                                      </a:rPr>
                                      <m:t>𝑆𝑆</m:t>
                                    </m:r>
                                  </m:e>
                                  <m:sub>
                                    <m:r>
                                      <a:rPr lang="en-IN" sz="1800">
                                        <a:effectLst/>
                                        <a:latin typeface="Cambria Math" panose="02040503050406030204" pitchFamily="18" charset="0"/>
                                      </a:rPr>
                                      <m:t>𝑅</m:t>
                                    </m:r>
                                  </m:sub>
                                </m:sSub>
                                <m:r>
                                  <a:rPr lang="en-IN" sz="1800">
                                    <a:effectLst/>
                                    <a:latin typeface="Cambria Math" panose="02040503050406030204" pitchFamily="18" charset="0"/>
                                  </a:rPr>
                                  <m:t>=1</m:t>
                                </m:r>
                                <m:r>
                                  <a:rPr lang="en-US" sz="1800" b="0" i="0" smtClean="0">
                                    <a:effectLst/>
                                    <a:latin typeface="Cambria Math" panose="02040503050406030204" pitchFamily="18" charset="0"/>
                                  </a:rPr>
                                  <m:t>56.5</m:t>
                                </m:r>
                              </m:oMath>
                            </m:oMathPara>
                          </a14:m>
                          <a:endParaRPr lang="en-IN" sz="1800" dirty="0">
                            <a:effectLst/>
                            <a:latin typeface="Calibri" panose="020F0502020204030204" pitchFamily="34" charset="0"/>
                            <a:ea typeface="Calibri" panose="020F0502020204030204" pitchFamily="34" charset="0"/>
                            <a:cs typeface="Times New Roman" panose="02020603050405020304" pitchFamily="18" charset="0"/>
                          </a:endParaRPr>
                        </a:p>
                      </a:txBody>
                      <a:tcPr marL="40858" marR="40858" marT="0" marB="0" anchor="ctr"/>
                    </a:tc>
                    <a:tc>
                      <a:txBody>
                        <a:bodyPr/>
                        <a:lstStyle/>
                        <a:p>
                          <a:pPr marL="457200" algn="just">
                            <a:lnSpc>
                              <a:spcPct val="107000"/>
                            </a:lnSpc>
                          </a:pPr>
                          <a14:m>
                            <m:oMathPara xmlns:m="http://schemas.openxmlformats.org/officeDocument/2006/math">
                              <m:oMathParaPr>
                                <m:jc m:val="centerGroup"/>
                              </m:oMathParaPr>
                              <m:oMath xmlns:m="http://schemas.openxmlformats.org/officeDocument/2006/math">
                                <m:r>
                                  <a:rPr lang="en-IN" sz="1800">
                                    <a:effectLst/>
                                    <a:latin typeface="Cambria Math" panose="02040503050406030204" pitchFamily="18" charset="0"/>
                                  </a:rPr>
                                  <m:t>𝑟</m:t>
                                </m:r>
                                <m:r>
                                  <a:rPr lang="en-IN" sz="1800">
                                    <a:effectLst/>
                                    <a:latin typeface="Cambria Math" panose="02040503050406030204" pitchFamily="18" charset="0"/>
                                  </a:rPr>
                                  <m:t>−1=4</m:t>
                                </m:r>
                              </m:oMath>
                            </m:oMathPara>
                          </a14:m>
                          <a:endParaRPr lang="en-IN" sz="1800">
                            <a:effectLst/>
                            <a:latin typeface="Calibri" panose="020F0502020204030204" pitchFamily="34" charset="0"/>
                            <a:ea typeface="Calibri" panose="020F0502020204030204" pitchFamily="34" charset="0"/>
                            <a:cs typeface="Times New Roman" panose="02020603050405020304" pitchFamily="18" charset="0"/>
                          </a:endParaRPr>
                        </a:p>
                      </a:txBody>
                      <a:tcPr marL="40858" marR="40858" marT="0" marB="0" anchor="ctr"/>
                    </a:tc>
                    <a:tc>
                      <a:txBody>
                        <a:bodyPr/>
                        <a:lstStyle/>
                        <a:p>
                          <a:pPr marL="457200" algn="just">
                            <a:lnSpc>
                              <a:spcPct val="107000"/>
                            </a:lnSpc>
                          </a:pPr>
                          <a14:m>
                            <m:oMathPara xmlns:m="http://schemas.openxmlformats.org/officeDocument/2006/math">
                              <m:oMathParaPr>
                                <m:jc m:val="centerGroup"/>
                              </m:oMathParaPr>
                              <m:oMath xmlns:m="http://schemas.openxmlformats.org/officeDocument/2006/math">
                                <m:sSub>
                                  <m:sSubPr>
                                    <m:ctrlPr>
                                      <a:rPr lang="en-IN" sz="1800" i="1" smtClean="0">
                                        <a:effectLst/>
                                        <a:latin typeface="Cambria Math" panose="02040503050406030204" pitchFamily="18" charset="0"/>
                                      </a:rPr>
                                    </m:ctrlPr>
                                  </m:sSubPr>
                                  <m:e>
                                    <m:r>
                                      <a:rPr lang="en-IN" sz="1800">
                                        <a:effectLst/>
                                        <a:latin typeface="Cambria Math" panose="02040503050406030204" pitchFamily="18" charset="0"/>
                                      </a:rPr>
                                      <m:t>𝑀𝑆</m:t>
                                    </m:r>
                                  </m:e>
                                  <m:sub>
                                    <m:r>
                                      <a:rPr lang="en-IN" sz="1800">
                                        <a:effectLst/>
                                        <a:latin typeface="Cambria Math" panose="02040503050406030204" pitchFamily="18" charset="0"/>
                                      </a:rPr>
                                      <m:t>𝑅</m:t>
                                    </m:r>
                                  </m:sub>
                                </m:sSub>
                                <m:r>
                                  <a:rPr lang="en-IN" sz="1800">
                                    <a:effectLst/>
                                    <a:latin typeface="Cambria Math" panose="02040503050406030204" pitchFamily="18" charset="0"/>
                                  </a:rPr>
                                  <m:t>=</m:t>
                                </m:r>
                                <m:f>
                                  <m:fPr>
                                    <m:ctrlPr>
                                      <a:rPr lang="en-IN" sz="1800" i="1">
                                        <a:effectLst/>
                                        <a:latin typeface="Cambria Math" panose="02040503050406030204" pitchFamily="18" charset="0"/>
                                      </a:rPr>
                                    </m:ctrlPr>
                                  </m:fPr>
                                  <m:num>
                                    <m:sSub>
                                      <m:sSubPr>
                                        <m:ctrlPr>
                                          <a:rPr lang="en-IN" sz="1800" i="1">
                                            <a:effectLst/>
                                            <a:latin typeface="Cambria Math" panose="02040503050406030204" pitchFamily="18" charset="0"/>
                                          </a:rPr>
                                        </m:ctrlPr>
                                      </m:sSubPr>
                                      <m:e>
                                        <m:r>
                                          <a:rPr lang="en-IN" sz="1800">
                                            <a:effectLst/>
                                            <a:latin typeface="Cambria Math" panose="02040503050406030204" pitchFamily="18" charset="0"/>
                                          </a:rPr>
                                          <m:t>𝑆𝑆</m:t>
                                        </m:r>
                                      </m:e>
                                      <m:sub>
                                        <m:r>
                                          <a:rPr lang="en-IN" sz="1800">
                                            <a:effectLst/>
                                            <a:latin typeface="Cambria Math" panose="02040503050406030204" pitchFamily="18" charset="0"/>
                                          </a:rPr>
                                          <m:t>𝑅</m:t>
                                        </m:r>
                                      </m:sub>
                                    </m:sSub>
                                  </m:num>
                                  <m:den>
                                    <m:r>
                                      <a:rPr lang="en-IN" sz="1800">
                                        <a:effectLst/>
                                        <a:latin typeface="Cambria Math" panose="02040503050406030204" pitchFamily="18" charset="0"/>
                                      </a:rPr>
                                      <m:t>𝑟</m:t>
                                    </m:r>
                                    <m:r>
                                      <a:rPr lang="en-IN" sz="1800">
                                        <a:effectLst/>
                                        <a:latin typeface="Cambria Math" panose="02040503050406030204" pitchFamily="18" charset="0"/>
                                      </a:rPr>
                                      <m:t>−1</m:t>
                                    </m:r>
                                  </m:den>
                                </m:f>
                                <m:r>
                                  <a:rPr lang="en-IN" sz="1800">
                                    <a:effectLst/>
                                    <a:latin typeface="Cambria Math" panose="02040503050406030204" pitchFamily="18" charset="0"/>
                                  </a:rPr>
                                  <m:t>=</m:t>
                                </m:r>
                                <m:r>
                                  <a:rPr lang="en-US" sz="1800" b="0" i="0" smtClean="0">
                                    <a:effectLst/>
                                    <a:latin typeface="Cambria Math" panose="02040503050406030204" pitchFamily="18" charset="0"/>
                                  </a:rPr>
                                  <m:t>39.125</m:t>
                                </m:r>
                              </m:oMath>
                            </m:oMathPara>
                          </a14:m>
                          <a:endParaRPr lang="en-IN" sz="1800" dirty="0">
                            <a:effectLst/>
                            <a:latin typeface="Calibri" panose="020F0502020204030204" pitchFamily="34" charset="0"/>
                            <a:ea typeface="Calibri" panose="020F0502020204030204" pitchFamily="34" charset="0"/>
                            <a:cs typeface="Times New Roman" panose="02020603050405020304" pitchFamily="18" charset="0"/>
                          </a:endParaRPr>
                        </a:p>
                      </a:txBody>
                      <a:tcPr marL="40858" marR="40858" marT="0" marB="0" anchor="ctr"/>
                    </a:tc>
                    <a:tc>
                      <a:txBody>
                        <a:bodyPr/>
                        <a:lstStyle/>
                        <a:p>
                          <a:pPr marL="457200" algn="just">
                            <a:lnSpc>
                              <a:spcPct val="107000"/>
                            </a:lnSpc>
                            <a:spcAft>
                              <a:spcPts val="800"/>
                            </a:spcAft>
                          </a:pPr>
                          <a14:m>
                            <m:oMathPara xmlns:m="http://schemas.openxmlformats.org/officeDocument/2006/math">
                              <m:oMathParaPr>
                                <m:jc m:val="centerGroup"/>
                              </m:oMathParaPr>
                              <m:oMath xmlns:m="http://schemas.openxmlformats.org/officeDocument/2006/math">
                                <m:sSub>
                                  <m:sSubPr>
                                    <m:ctrlPr>
                                      <a:rPr lang="en-IN" sz="1800" i="1" smtClean="0">
                                        <a:effectLst/>
                                        <a:latin typeface="Cambria Math" panose="02040503050406030204" pitchFamily="18" charset="0"/>
                                      </a:rPr>
                                    </m:ctrlPr>
                                  </m:sSubPr>
                                  <m:e>
                                    <m:r>
                                      <a:rPr lang="en-IN" sz="1800">
                                        <a:effectLst/>
                                        <a:latin typeface="Cambria Math" panose="02040503050406030204" pitchFamily="18" charset="0"/>
                                      </a:rPr>
                                      <m:t>𝐹</m:t>
                                    </m:r>
                                  </m:e>
                                  <m:sub>
                                    <m:r>
                                      <a:rPr lang="en-IN" sz="1800">
                                        <a:effectLst/>
                                        <a:latin typeface="Cambria Math" panose="02040503050406030204" pitchFamily="18" charset="0"/>
                                      </a:rPr>
                                      <m:t>2</m:t>
                                    </m:r>
                                  </m:sub>
                                </m:sSub>
                                <m:r>
                                  <a:rPr lang="en-IN" sz="1800">
                                    <a:effectLst/>
                                    <a:latin typeface="Cambria Math" panose="02040503050406030204" pitchFamily="18" charset="0"/>
                                  </a:rPr>
                                  <m:t>=</m:t>
                                </m:r>
                                <m:f>
                                  <m:fPr>
                                    <m:ctrlPr>
                                      <a:rPr lang="en-IN" sz="1800" i="1">
                                        <a:effectLst/>
                                        <a:latin typeface="Cambria Math" panose="02040503050406030204" pitchFamily="18" charset="0"/>
                                      </a:rPr>
                                    </m:ctrlPr>
                                  </m:fPr>
                                  <m:num>
                                    <m:sSub>
                                      <m:sSubPr>
                                        <m:ctrlPr>
                                          <a:rPr lang="en-IN" sz="1800" i="1">
                                            <a:effectLst/>
                                            <a:latin typeface="Cambria Math" panose="02040503050406030204" pitchFamily="18" charset="0"/>
                                          </a:rPr>
                                        </m:ctrlPr>
                                      </m:sSubPr>
                                      <m:e>
                                        <m:r>
                                          <a:rPr lang="en-IN" sz="1800">
                                            <a:effectLst/>
                                            <a:latin typeface="Cambria Math" panose="02040503050406030204" pitchFamily="18" charset="0"/>
                                          </a:rPr>
                                          <m:t>𝑀𝑆</m:t>
                                        </m:r>
                                      </m:e>
                                      <m:sub>
                                        <m:r>
                                          <a:rPr lang="en-IN" sz="1800">
                                            <a:effectLst/>
                                            <a:latin typeface="Cambria Math" panose="02040503050406030204" pitchFamily="18" charset="0"/>
                                          </a:rPr>
                                          <m:t>𝑅</m:t>
                                        </m:r>
                                      </m:sub>
                                    </m:sSub>
                                  </m:num>
                                  <m:den>
                                    <m:sSub>
                                      <m:sSubPr>
                                        <m:ctrlPr>
                                          <a:rPr lang="en-IN" sz="1800" i="1">
                                            <a:effectLst/>
                                            <a:latin typeface="Cambria Math" panose="02040503050406030204" pitchFamily="18" charset="0"/>
                                          </a:rPr>
                                        </m:ctrlPr>
                                      </m:sSubPr>
                                      <m:e>
                                        <m:r>
                                          <a:rPr lang="en-IN" sz="1800">
                                            <a:effectLst/>
                                            <a:latin typeface="Cambria Math" panose="02040503050406030204" pitchFamily="18" charset="0"/>
                                          </a:rPr>
                                          <m:t>𝑀𝑆</m:t>
                                        </m:r>
                                      </m:e>
                                      <m:sub>
                                        <m:r>
                                          <a:rPr lang="en-IN" sz="1800">
                                            <a:effectLst/>
                                            <a:latin typeface="Cambria Math" panose="02040503050406030204" pitchFamily="18" charset="0"/>
                                          </a:rPr>
                                          <m:t>𝐸</m:t>
                                        </m:r>
                                      </m:sub>
                                    </m:sSub>
                                  </m:den>
                                </m:f>
                                <m:r>
                                  <a:rPr lang="en-US" sz="1800" b="0" i="0" smtClean="0">
                                    <a:effectLst/>
                                    <a:latin typeface="Cambria Math" panose="02040503050406030204" pitchFamily="18" charset="0"/>
                                  </a:rPr>
                                  <m:t>=5.465</m:t>
                                </m:r>
                              </m:oMath>
                            </m:oMathPara>
                          </a14:m>
                          <a:endParaRPr lang="en-IN" sz="1800" dirty="0">
                            <a:effectLst/>
                            <a:latin typeface="Calibri" panose="020F0502020204030204" pitchFamily="34" charset="0"/>
                            <a:ea typeface="Calibri" panose="020F0502020204030204" pitchFamily="34" charset="0"/>
                            <a:cs typeface="Times New Roman" panose="02020603050405020304" pitchFamily="18" charset="0"/>
                          </a:endParaRPr>
                        </a:p>
                      </a:txBody>
                      <a:tcPr marL="40858" marR="40858" marT="0" marB="0" anchor="ctr"/>
                    </a:tc>
                    <a:extLst>
                      <a:ext uri="{0D108BD9-81ED-4DB2-BD59-A6C34878D82A}">
                        <a16:rowId xmlns:a16="http://schemas.microsoft.com/office/drawing/2014/main" val="1904925643"/>
                      </a:ext>
                    </a:extLst>
                  </a:tr>
                  <a:tr h="1219988">
                    <a:tc>
                      <a:txBody>
                        <a:bodyPr/>
                        <a:lstStyle/>
                        <a:p>
                          <a:pPr marL="457200" algn="just">
                            <a:lnSpc>
                              <a:spcPct val="107000"/>
                            </a:lnSpc>
                          </a:pPr>
                          <a:r>
                            <a:rPr lang="en-IN" sz="1800">
                              <a:effectLst/>
                            </a:rPr>
                            <a:t>Residuals or errors</a:t>
                          </a:r>
                          <a:endParaRPr lang="en-IN" sz="1800">
                            <a:effectLst/>
                            <a:latin typeface="Calibri" panose="020F0502020204030204" pitchFamily="34" charset="0"/>
                            <a:ea typeface="Calibri" panose="020F0502020204030204" pitchFamily="34" charset="0"/>
                            <a:cs typeface="Times New Roman" panose="02020603050405020304" pitchFamily="18" charset="0"/>
                          </a:endParaRPr>
                        </a:p>
                      </a:txBody>
                      <a:tcPr marL="40858" marR="40858" marT="0" marB="0" anchor="ctr"/>
                    </a:tc>
                    <a:tc>
                      <a:txBody>
                        <a:bodyPr/>
                        <a:lstStyle/>
                        <a:p>
                          <a:pPr marL="457200" algn="just">
                            <a:lnSpc>
                              <a:spcPct val="107000"/>
                            </a:lnSpc>
                          </a:pPr>
                          <a14:m>
                            <m:oMathPara xmlns:m="http://schemas.openxmlformats.org/officeDocument/2006/math">
                              <m:oMathParaPr>
                                <m:jc m:val="centerGroup"/>
                              </m:oMathParaPr>
                              <m:oMath xmlns:m="http://schemas.openxmlformats.org/officeDocument/2006/math">
                                <m:sSub>
                                  <m:sSubPr>
                                    <m:ctrlPr>
                                      <a:rPr lang="en-IN" sz="1800" i="1" smtClean="0">
                                        <a:effectLst/>
                                        <a:latin typeface="Cambria Math" panose="02040503050406030204" pitchFamily="18" charset="0"/>
                                      </a:rPr>
                                    </m:ctrlPr>
                                  </m:sSubPr>
                                  <m:e>
                                    <m:r>
                                      <a:rPr lang="en-IN" sz="1800">
                                        <a:effectLst/>
                                        <a:latin typeface="Cambria Math" panose="02040503050406030204" pitchFamily="18" charset="0"/>
                                      </a:rPr>
                                      <m:t>𝑆𝑆</m:t>
                                    </m:r>
                                  </m:e>
                                  <m:sub>
                                    <m:r>
                                      <a:rPr lang="en-IN" sz="1800">
                                        <a:effectLst/>
                                        <a:latin typeface="Cambria Math" panose="02040503050406030204" pitchFamily="18" charset="0"/>
                                      </a:rPr>
                                      <m:t>𝐸</m:t>
                                    </m:r>
                                  </m:sub>
                                </m:sSub>
                                <m:r>
                                  <a:rPr lang="en-US" sz="1800" b="0" i="0" smtClean="0">
                                    <a:effectLst/>
                                    <a:latin typeface="Cambria Math" panose="02040503050406030204" pitchFamily="18" charset="0"/>
                                  </a:rPr>
                                  <m:t>=85.9</m:t>
                                </m:r>
                              </m:oMath>
                            </m:oMathPara>
                          </a14:m>
                          <a:endParaRPr lang="en-IN" sz="1800" dirty="0">
                            <a:effectLst/>
                            <a:latin typeface="Calibri" panose="020F0502020204030204" pitchFamily="34" charset="0"/>
                            <a:ea typeface="Calibri" panose="020F0502020204030204" pitchFamily="34" charset="0"/>
                            <a:cs typeface="Times New Roman" panose="02020603050405020304" pitchFamily="18" charset="0"/>
                          </a:endParaRPr>
                        </a:p>
                      </a:txBody>
                      <a:tcPr marL="40858" marR="40858" marT="0" marB="0" anchor="ctr"/>
                    </a:tc>
                    <a:tc>
                      <a:txBody>
                        <a:bodyPr/>
                        <a:lstStyle/>
                        <a:p>
                          <a:pPr marL="457200" algn="just">
                            <a:lnSpc>
                              <a:spcPct val="107000"/>
                            </a:lnSpc>
                          </a:pPr>
                          <a14:m>
                            <m:oMathPara xmlns:m="http://schemas.openxmlformats.org/officeDocument/2006/math">
                              <m:oMathParaPr>
                                <m:jc m:val="centerGroup"/>
                              </m:oMathParaPr>
                              <m:oMath xmlns:m="http://schemas.openxmlformats.org/officeDocument/2006/math">
                                <m:d>
                                  <m:dPr>
                                    <m:ctrlPr>
                                      <a:rPr lang="en-IN" sz="1800" i="1">
                                        <a:effectLst/>
                                        <a:latin typeface="Cambria Math" panose="02040503050406030204" pitchFamily="18" charset="0"/>
                                      </a:rPr>
                                    </m:ctrlPr>
                                  </m:dPr>
                                  <m:e>
                                    <m:r>
                                      <a:rPr lang="en-IN" sz="1800">
                                        <a:effectLst/>
                                        <a:latin typeface="Cambria Math" panose="02040503050406030204" pitchFamily="18" charset="0"/>
                                      </a:rPr>
                                      <m:t>𝑐</m:t>
                                    </m:r>
                                    <m:r>
                                      <a:rPr lang="en-IN" sz="1800">
                                        <a:effectLst/>
                                        <a:latin typeface="Cambria Math" panose="02040503050406030204" pitchFamily="18" charset="0"/>
                                      </a:rPr>
                                      <m:t>−1</m:t>
                                    </m:r>
                                  </m:e>
                                </m:d>
                                <m:d>
                                  <m:dPr>
                                    <m:ctrlPr>
                                      <a:rPr lang="en-IN" sz="1800" i="1">
                                        <a:effectLst/>
                                        <a:latin typeface="Cambria Math" panose="02040503050406030204" pitchFamily="18" charset="0"/>
                                      </a:rPr>
                                    </m:ctrlPr>
                                  </m:dPr>
                                  <m:e>
                                    <m:r>
                                      <a:rPr lang="en-IN" sz="1800">
                                        <a:effectLst/>
                                        <a:latin typeface="Cambria Math" panose="02040503050406030204" pitchFamily="18" charset="0"/>
                                      </a:rPr>
                                      <m:t>𝑟</m:t>
                                    </m:r>
                                    <m:r>
                                      <a:rPr lang="en-IN" sz="1800">
                                        <a:effectLst/>
                                        <a:latin typeface="Cambria Math" panose="02040503050406030204" pitchFamily="18" charset="0"/>
                                      </a:rPr>
                                      <m:t>−1</m:t>
                                    </m:r>
                                  </m:e>
                                </m:d>
                                <m:r>
                                  <a:rPr lang="en-IN" sz="1800">
                                    <a:effectLst/>
                                    <a:latin typeface="Cambria Math" panose="02040503050406030204" pitchFamily="18" charset="0"/>
                                  </a:rPr>
                                  <m:t>=12</m:t>
                                </m:r>
                              </m:oMath>
                            </m:oMathPara>
                          </a14:m>
                          <a:endParaRPr lang="en-IN" sz="1800">
                            <a:effectLst/>
                            <a:latin typeface="Calibri" panose="020F0502020204030204" pitchFamily="34" charset="0"/>
                            <a:ea typeface="Calibri" panose="020F0502020204030204" pitchFamily="34" charset="0"/>
                            <a:cs typeface="Times New Roman" panose="02020603050405020304" pitchFamily="18" charset="0"/>
                          </a:endParaRPr>
                        </a:p>
                      </a:txBody>
                      <a:tcPr marL="40858" marR="40858" marT="0" marB="0" anchor="ctr"/>
                    </a:tc>
                    <a:tc>
                      <a:txBody>
                        <a:bodyPr/>
                        <a:lstStyle/>
                        <a:p>
                          <a:pPr marL="457200" algn="just">
                            <a:lnSpc>
                              <a:spcPct val="107000"/>
                            </a:lnSpc>
                          </a:pPr>
                          <a14:m>
                            <m:oMathPara xmlns:m="http://schemas.openxmlformats.org/officeDocument/2006/math">
                              <m:oMathParaPr>
                                <m:jc m:val="centerGroup"/>
                              </m:oMathParaPr>
                              <m:oMath xmlns:m="http://schemas.openxmlformats.org/officeDocument/2006/math">
                                <m:sSub>
                                  <m:sSubPr>
                                    <m:ctrlPr>
                                      <a:rPr lang="en-IN" sz="1800" i="1" smtClean="0">
                                        <a:effectLst/>
                                        <a:latin typeface="Cambria Math" panose="02040503050406030204" pitchFamily="18" charset="0"/>
                                      </a:rPr>
                                    </m:ctrlPr>
                                  </m:sSubPr>
                                  <m:e>
                                    <m:r>
                                      <a:rPr lang="en-IN" sz="1800">
                                        <a:effectLst/>
                                        <a:latin typeface="Cambria Math" panose="02040503050406030204" pitchFamily="18" charset="0"/>
                                      </a:rPr>
                                      <m:t>𝑀𝑆</m:t>
                                    </m:r>
                                  </m:e>
                                  <m:sub>
                                    <m:r>
                                      <a:rPr lang="en-IN" sz="1800">
                                        <a:effectLst/>
                                        <a:latin typeface="Cambria Math" panose="02040503050406030204" pitchFamily="18" charset="0"/>
                                      </a:rPr>
                                      <m:t>𝐸</m:t>
                                    </m:r>
                                  </m:sub>
                                </m:sSub>
                                <m:r>
                                  <a:rPr lang="en-IN" sz="1800">
                                    <a:effectLst/>
                                    <a:latin typeface="Cambria Math" panose="02040503050406030204" pitchFamily="18" charset="0"/>
                                  </a:rPr>
                                  <m:t>=</m:t>
                                </m:r>
                                <m:f>
                                  <m:fPr>
                                    <m:ctrlPr>
                                      <a:rPr lang="en-IN" sz="1800" i="1">
                                        <a:effectLst/>
                                        <a:latin typeface="Cambria Math" panose="02040503050406030204" pitchFamily="18" charset="0"/>
                                      </a:rPr>
                                    </m:ctrlPr>
                                  </m:fPr>
                                  <m:num>
                                    <m:sSub>
                                      <m:sSubPr>
                                        <m:ctrlPr>
                                          <a:rPr lang="en-IN" sz="1800" i="1">
                                            <a:effectLst/>
                                            <a:latin typeface="Cambria Math" panose="02040503050406030204" pitchFamily="18" charset="0"/>
                                          </a:rPr>
                                        </m:ctrlPr>
                                      </m:sSubPr>
                                      <m:e>
                                        <m:r>
                                          <a:rPr lang="en-IN" sz="1800">
                                            <a:effectLst/>
                                            <a:latin typeface="Cambria Math" panose="02040503050406030204" pitchFamily="18" charset="0"/>
                                          </a:rPr>
                                          <m:t>𝑆𝑆</m:t>
                                        </m:r>
                                      </m:e>
                                      <m:sub>
                                        <m:r>
                                          <a:rPr lang="en-IN" sz="1800">
                                            <a:effectLst/>
                                            <a:latin typeface="Cambria Math" panose="02040503050406030204" pitchFamily="18" charset="0"/>
                                          </a:rPr>
                                          <m:t>𝐸</m:t>
                                        </m:r>
                                      </m:sub>
                                    </m:sSub>
                                  </m:num>
                                  <m:den>
                                    <m:r>
                                      <a:rPr lang="en-IN" sz="1800">
                                        <a:effectLst/>
                                        <a:latin typeface="Cambria Math" panose="02040503050406030204" pitchFamily="18" charset="0"/>
                                      </a:rPr>
                                      <m:t>(</m:t>
                                    </m:r>
                                    <m:r>
                                      <a:rPr lang="en-IN" sz="1800">
                                        <a:effectLst/>
                                        <a:latin typeface="Cambria Math" panose="02040503050406030204" pitchFamily="18" charset="0"/>
                                      </a:rPr>
                                      <m:t>𝑐</m:t>
                                    </m:r>
                                    <m:r>
                                      <a:rPr lang="en-IN" sz="1800">
                                        <a:effectLst/>
                                        <a:latin typeface="Cambria Math" panose="02040503050406030204" pitchFamily="18" charset="0"/>
                                      </a:rPr>
                                      <m:t>−1)(</m:t>
                                    </m:r>
                                    <m:r>
                                      <a:rPr lang="en-IN" sz="1800">
                                        <a:effectLst/>
                                        <a:latin typeface="Cambria Math" panose="02040503050406030204" pitchFamily="18" charset="0"/>
                                      </a:rPr>
                                      <m:t>𝑟</m:t>
                                    </m:r>
                                    <m:r>
                                      <a:rPr lang="en-IN" sz="1800">
                                        <a:effectLst/>
                                        <a:latin typeface="Cambria Math" panose="02040503050406030204" pitchFamily="18" charset="0"/>
                                      </a:rPr>
                                      <m:t>−1)</m:t>
                                    </m:r>
                                  </m:den>
                                </m:f>
                                <m:r>
                                  <a:rPr lang="en-IN" sz="1800">
                                    <a:effectLst/>
                                    <a:latin typeface="Cambria Math" panose="02040503050406030204" pitchFamily="18" charset="0"/>
                                  </a:rPr>
                                  <m:t>=</m:t>
                                </m:r>
                                <m:r>
                                  <a:rPr lang="en-US" sz="1800" b="0" i="0" smtClean="0">
                                    <a:effectLst/>
                                    <a:latin typeface="Cambria Math" panose="02040503050406030204" pitchFamily="18" charset="0"/>
                                  </a:rPr>
                                  <m:t>7.158</m:t>
                                </m:r>
                              </m:oMath>
                            </m:oMathPara>
                          </a14:m>
                          <a:endParaRPr lang="en-IN" sz="1800" dirty="0">
                            <a:effectLst/>
                            <a:latin typeface="Calibri" panose="020F0502020204030204" pitchFamily="34" charset="0"/>
                            <a:ea typeface="Calibri" panose="020F0502020204030204" pitchFamily="34" charset="0"/>
                            <a:cs typeface="Times New Roman" panose="02020603050405020304" pitchFamily="18" charset="0"/>
                          </a:endParaRPr>
                        </a:p>
                      </a:txBody>
                      <a:tcPr marL="40858" marR="40858" marT="0" marB="0" anchor="ctr"/>
                    </a:tc>
                    <a:tc>
                      <a:txBody>
                        <a:bodyPr/>
                        <a:lstStyle/>
                        <a:p>
                          <a:pPr marL="457200" algn="just">
                            <a:lnSpc>
                              <a:spcPct val="107000"/>
                            </a:lnSpc>
                            <a:spcAft>
                              <a:spcPts val="800"/>
                            </a:spcAft>
                          </a:pPr>
                          <a:r>
                            <a:rPr lang="en-IN" sz="1800" dirty="0">
                              <a:effectLst/>
                            </a:rPr>
                            <a:t> </a:t>
                          </a:r>
                          <a:endParaRPr lang="en-IN" sz="1800" dirty="0">
                            <a:effectLst/>
                            <a:latin typeface="Calibri" panose="020F0502020204030204" pitchFamily="34" charset="0"/>
                            <a:ea typeface="Calibri" panose="020F0502020204030204" pitchFamily="34" charset="0"/>
                            <a:cs typeface="Times New Roman" panose="02020603050405020304" pitchFamily="18" charset="0"/>
                          </a:endParaRPr>
                        </a:p>
                      </a:txBody>
                      <a:tcPr marL="40858" marR="40858" marT="0" marB="0" anchor="ctr"/>
                    </a:tc>
                    <a:extLst>
                      <a:ext uri="{0D108BD9-81ED-4DB2-BD59-A6C34878D82A}">
                        <a16:rowId xmlns:a16="http://schemas.microsoft.com/office/drawing/2014/main" val="46838261"/>
                      </a:ext>
                    </a:extLst>
                  </a:tr>
                  <a:tr h="597986">
                    <a:tc>
                      <a:txBody>
                        <a:bodyPr/>
                        <a:lstStyle/>
                        <a:p>
                          <a:pPr marL="457200" algn="just">
                            <a:lnSpc>
                              <a:spcPct val="107000"/>
                            </a:lnSpc>
                          </a:pPr>
                          <a:r>
                            <a:rPr lang="en-IN" sz="1800">
                              <a:effectLst/>
                            </a:rPr>
                            <a:t>Total</a:t>
                          </a:r>
                          <a:endParaRPr lang="en-IN" sz="1800">
                            <a:effectLst/>
                            <a:latin typeface="Calibri" panose="020F0502020204030204" pitchFamily="34" charset="0"/>
                            <a:ea typeface="Calibri" panose="020F0502020204030204" pitchFamily="34" charset="0"/>
                            <a:cs typeface="Times New Roman" panose="02020603050405020304" pitchFamily="18" charset="0"/>
                          </a:endParaRPr>
                        </a:p>
                      </a:txBody>
                      <a:tcPr marL="40858" marR="40858" marT="0" marB="0" anchor="ctr"/>
                    </a:tc>
                    <a:tc>
                      <a:txBody>
                        <a:bodyPr/>
                        <a:lstStyle/>
                        <a:p>
                          <a:pPr marL="457200" algn="just">
                            <a:lnSpc>
                              <a:spcPct val="107000"/>
                            </a:lnSpc>
                          </a:pPr>
                          <a14:m>
                            <m:oMathPara xmlns:m="http://schemas.openxmlformats.org/officeDocument/2006/math">
                              <m:oMathParaPr>
                                <m:jc m:val="centerGroup"/>
                              </m:oMathParaPr>
                              <m:oMath xmlns:m="http://schemas.openxmlformats.org/officeDocument/2006/math">
                                <m:sSub>
                                  <m:sSubPr>
                                    <m:ctrlPr>
                                      <a:rPr lang="en-IN" sz="1800" i="1" smtClean="0">
                                        <a:effectLst/>
                                        <a:latin typeface="Cambria Math" panose="02040503050406030204" pitchFamily="18" charset="0"/>
                                      </a:rPr>
                                    </m:ctrlPr>
                                  </m:sSubPr>
                                  <m:e>
                                    <m:r>
                                      <a:rPr lang="en-IN" sz="1800">
                                        <a:effectLst/>
                                        <a:latin typeface="Cambria Math" panose="02040503050406030204" pitchFamily="18" charset="0"/>
                                      </a:rPr>
                                      <m:t>𝑆𝑆</m:t>
                                    </m:r>
                                  </m:e>
                                  <m:sub>
                                    <m:r>
                                      <a:rPr lang="en-IN" sz="1800">
                                        <a:effectLst/>
                                        <a:latin typeface="Cambria Math" panose="02040503050406030204" pitchFamily="18" charset="0"/>
                                      </a:rPr>
                                      <m:t>𝑇</m:t>
                                    </m:r>
                                  </m:sub>
                                </m:sSub>
                                <m:r>
                                  <a:rPr lang="en-IN" sz="1800">
                                    <a:effectLst/>
                                    <a:latin typeface="Cambria Math" panose="02040503050406030204" pitchFamily="18" charset="0"/>
                                  </a:rPr>
                                  <m:t>=</m:t>
                                </m:r>
                                <m:r>
                                  <a:rPr lang="en-US" sz="1800" b="0" i="0" smtClean="0">
                                    <a:effectLst/>
                                    <a:latin typeface="Cambria Math" panose="02040503050406030204" pitchFamily="18" charset="0"/>
                                  </a:rPr>
                                  <m:t>635.75</m:t>
                                </m:r>
                              </m:oMath>
                            </m:oMathPara>
                          </a14:m>
                          <a:endParaRPr lang="en-IN" sz="1800" dirty="0">
                            <a:effectLst/>
                            <a:latin typeface="Calibri" panose="020F0502020204030204" pitchFamily="34" charset="0"/>
                            <a:ea typeface="Calibri" panose="020F0502020204030204" pitchFamily="34" charset="0"/>
                            <a:cs typeface="Times New Roman" panose="02020603050405020304" pitchFamily="18" charset="0"/>
                          </a:endParaRPr>
                        </a:p>
                      </a:txBody>
                      <a:tcPr marL="40858" marR="40858" marT="0" marB="0" anchor="ctr"/>
                    </a:tc>
                    <a:tc>
                      <a:txBody>
                        <a:bodyPr/>
                        <a:lstStyle/>
                        <a:p>
                          <a:pPr marL="457200" algn="just">
                            <a:lnSpc>
                              <a:spcPct val="107000"/>
                            </a:lnSpc>
                          </a:pPr>
                          <a14:m>
                            <m:oMathPara xmlns:m="http://schemas.openxmlformats.org/officeDocument/2006/math">
                              <m:oMathParaPr>
                                <m:jc m:val="centerGroup"/>
                              </m:oMathParaPr>
                              <m:oMath xmlns:m="http://schemas.openxmlformats.org/officeDocument/2006/math">
                                <m:r>
                                  <a:rPr lang="en-IN" sz="1800">
                                    <a:effectLst/>
                                    <a:latin typeface="Cambria Math" panose="02040503050406030204" pitchFamily="18" charset="0"/>
                                  </a:rPr>
                                  <m:t>𝑛</m:t>
                                </m:r>
                                <m:r>
                                  <a:rPr lang="en-IN" sz="1800">
                                    <a:effectLst/>
                                    <a:latin typeface="Cambria Math" panose="02040503050406030204" pitchFamily="18" charset="0"/>
                                  </a:rPr>
                                  <m:t>−1=19</m:t>
                                </m:r>
                              </m:oMath>
                            </m:oMathPara>
                          </a14:m>
                          <a:endParaRPr lang="en-IN" sz="1800" dirty="0">
                            <a:effectLst/>
                            <a:latin typeface="Calibri" panose="020F0502020204030204" pitchFamily="34" charset="0"/>
                            <a:ea typeface="Calibri" panose="020F0502020204030204" pitchFamily="34" charset="0"/>
                            <a:cs typeface="Times New Roman" panose="02020603050405020304" pitchFamily="18" charset="0"/>
                          </a:endParaRPr>
                        </a:p>
                      </a:txBody>
                      <a:tcPr marL="40858" marR="40858" marT="0" marB="0" anchor="ctr"/>
                    </a:tc>
                    <a:tc>
                      <a:txBody>
                        <a:bodyPr/>
                        <a:lstStyle/>
                        <a:p>
                          <a:pPr marL="457200" algn="just">
                            <a:lnSpc>
                              <a:spcPct val="107000"/>
                            </a:lnSpc>
                          </a:pPr>
                          <a:r>
                            <a:rPr lang="en-IN" sz="1800">
                              <a:effectLst/>
                            </a:rPr>
                            <a:t> </a:t>
                          </a:r>
                          <a:endParaRPr lang="en-IN" sz="1800">
                            <a:effectLst/>
                            <a:latin typeface="Calibri" panose="020F0502020204030204" pitchFamily="34" charset="0"/>
                            <a:ea typeface="Calibri" panose="020F0502020204030204" pitchFamily="34" charset="0"/>
                            <a:cs typeface="Times New Roman" panose="02020603050405020304" pitchFamily="18" charset="0"/>
                          </a:endParaRPr>
                        </a:p>
                      </a:txBody>
                      <a:tcPr marL="40858" marR="40858" marT="0" marB="0" anchor="ctr"/>
                    </a:tc>
                    <a:tc>
                      <a:txBody>
                        <a:bodyPr/>
                        <a:lstStyle/>
                        <a:p>
                          <a:pPr marL="457200" algn="just">
                            <a:lnSpc>
                              <a:spcPct val="107000"/>
                            </a:lnSpc>
                            <a:spcAft>
                              <a:spcPts val="800"/>
                            </a:spcAft>
                          </a:pPr>
                          <a:r>
                            <a:rPr lang="en-IN" sz="1800" dirty="0">
                              <a:effectLst/>
                            </a:rPr>
                            <a:t> </a:t>
                          </a:r>
                          <a:endParaRPr lang="en-IN" sz="1800" dirty="0">
                            <a:effectLst/>
                            <a:latin typeface="Calibri" panose="020F0502020204030204" pitchFamily="34" charset="0"/>
                            <a:ea typeface="Calibri" panose="020F0502020204030204" pitchFamily="34" charset="0"/>
                            <a:cs typeface="Times New Roman" panose="02020603050405020304" pitchFamily="18" charset="0"/>
                          </a:endParaRPr>
                        </a:p>
                      </a:txBody>
                      <a:tcPr marL="40858" marR="40858" marT="0" marB="0" anchor="ctr"/>
                    </a:tc>
                    <a:extLst>
                      <a:ext uri="{0D108BD9-81ED-4DB2-BD59-A6C34878D82A}">
                        <a16:rowId xmlns:a16="http://schemas.microsoft.com/office/drawing/2014/main" val="3596120364"/>
                      </a:ext>
                    </a:extLst>
                  </a:tr>
                </a:tbl>
              </a:graphicData>
            </a:graphic>
          </p:graphicFrame>
        </mc:Choice>
        <mc:Fallback xmlns="">
          <p:graphicFrame>
            <p:nvGraphicFramePr>
              <p:cNvPr id="4" name="Content Placeholder 4">
                <a:extLst>
                  <a:ext uri="{FF2B5EF4-FFF2-40B4-BE49-F238E27FC236}">
                    <a16:creationId xmlns:a16="http://schemas.microsoft.com/office/drawing/2014/main" id="{688FACBE-A186-9C69-1DAB-38BD8BB92619}"/>
                  </a:ext>
                </a:extLst>
              </p:cNvPr>
              <p:cNvGraphicFramePr>
                <a:graphicFrameLocks/>
              </p:cNvGraphicFramePr>
              <p:nvPr>
                <p:extLst>
                  <p:ext uri="{D42A27DB-BD31-4B8C-83A1-F6EECF244321}">
                    <p14:modId xmlns:p14="http://schemas.microsoft.com/office/powerpoint/2010/main" val="3208802202"/>
                  </p:ext>
                </p:extLst>
              </p:nvPr>
            </p:nvGraphicFramePr>
            <p:xfrm>
              <a:off x="1292469" y="844061"/>
              <a:ext cx="9815727" cy="5383364"/>
            </p:xfrm>
            <a:graphic>
              <a:graphicData uri="http://schemas.openxmlformats.org/drawingml/2006/table">
                <a:tbl>
                  <a:tblPr firstRow="1" firstCol="1" bandRow="1">
                    <a:tableStyleId>{5C22544A-7EE6-4342-B048-85BDC9FD1C3A}</a:tableStyleId>
                  </a:tblPr>
                  <a:tblGrid>
                    <a:gridCol w="1955945">
                      <a:extLst>
                        <a:ext uri="{9D8B030D-6E8A-4147-A177-3AD203B41FA5}">
                          <a16:colId xmlns:a16="http://schemas.microsoft.com/office/drawing/2014/main" val="4180435187"/>
                        </a:ext>
                      </a:extLst>
                    </a:gridCol>
                    <a:gridCol w="1755697">
                      <a:extLst>
                        <a:ext uri="{9D8B030D-6E8A-4147-A177-3AD203B41FA5}">
                          <a16:colId xmlns:a16="http://schemas.microsoft.com/office/drawing/2014/main" val="4244589759"/>
                        </a:ext>
                      </a:extLst>
                    </a:gridCol>
                    <a:gridCol w="1747585">
                      <a:extLst>
                        <a:ext uri="{9D8B030D-6E8A-4147-A177-3AD203B41FA5}">
                          <a16:colId xmlns:a16="http://schemas.microsoft.com/office/drawing/2014/main" val="174658411"/>
                        </a:ext>
                      </a:extLst>
                    </a:gridCol>
                    <a:gridCol w="2344165">
                      <a:extLst>
                        <a:ext uri="{9D8B030D-6E8A-4147-A177-3AD203B41FA5}">
                          <a16:colId xmlns:a16="http://schemas.microsoft.com/office/drawing/2014/main" val="1052959553"/>
                        </a:ext>
                      </a:extLst>
                    </a:gridCol>
                    <a:gridCol w="2012335">
                      <a:extLst>
                        <a:ext uri="{9D8B030D-6E8A-4147-A177-3AD203B41FA5}">
                          <a16:colId xmlns:a16="http://schemas.microsoft.com/office/drawing/2014/main" val="2620832387"/>
                        </a:ext>
                      </a:extLst>
                    </a:gridCol>
                  </a:tblGrid>
                  <a:tr h="1108085">
                    <a:tc>
                      <a:txBody>
                        <a:bodyPr/>
                        <a:lstStyle/>
                        <a:p>
                          <a:pPr marL="457200" algn="just">
                            <a:lnSpc>
                              <a:spcPct val="107000"/>
                            </a:lnSpc>
                          </a:pPr>
                          <a:r>
                            <a:rPr lang="en-IN" sz="1800" dirty="0">
                              <a:effectLst/>
                            </a:rPr>
                            <a:t>Source of Variation</a:t>
                          </a:r>
                          <a:endParaRPr lang="en-IN" sz="1800" dirty="0">
                            <a:effectLst/>
                            <a:latin typeface="Calibri" panose="020F0502020204030204" pitchFamily="34" charset="0"/>
                            <a:ea typeface="Calibri" panose="020F0502020204030204" pitchFamily="34" charset="0"/>
                            <a:cs typeface="Times New Roman" panose="02020603050405020304" pitchFamily="18" charset="0"/>
                          </a:endParaRPr>
                        </a:p>
                      </a:txBody>
                      <a:tcPr marL="40858" marR="40858" marT="0" marB="0" anchor="ctr"/>
                    </a:tc>
                    <a:tc>
                      <a:txBody>
                        <a:bodyPr/>
                        <a:lstStyle/>
                        <a:p>
                          <a:pPr marL="457200" algn="just">
                            <a:lnSpc>
                              <a:spcPct val="107000"/>
                            </a:lnSpc>
                          </a:pPr>
                          <a:r>
                            <a:rPr lang="en-IN" sz="1800">
                              <a:effectLst/>
                            </a:rPr>
                            <a:t>Sum of Squares</a:t>
                          </a:r>
                          <a:endParaRPr lang="en-IN" sz="1800">
                            <a:effectLst/>
                            <a:latin typeface="Calibri" panose="020F0502020204030204" pitchFamily="34" charset="0"/>
                            <a:ea typeface="Calibri" panose="020F0502020204030204" pitchFamily="34" charset="0"/>
                            <a:cs typeface="Times New Roman" panose="02020603050405020304" pitchFamily="18" charset="0"/>
                          </a:endParaRPr>
                        </a:p>
                      </a:txBody>
                      <a:tcPr marL="40858" marR="40858" marT="0" marB="0" anchor="ctr"/>
                    </a:tc>
                    <a:tc>
                      <a:txBody>
                        <a:bodyPr/>
                        <a:lstStyle/>
                        <a:p>
                          <a:pPr marL="457200" algn="just">
                            <a:lnSpc>
                              <a:spcPct val="107000"/>
                            </a:lnSpc>
                          </a:pPr>
                          <a:r>
                            <a:rPr lang="en-IN" sz="1800" dirty="0">
                              <a:effectLst/>
                            </a:rPr>
                            <a:t>Degrees of Freedom</a:t>
                          </a:r>
                          <a:endParaRPr lang="en-IN" sz="1800" dirty="0">
                            <a:effectLst/>
                            <a:latin typeface="Calibri" panose="020F0502020204030204" pitchFamily="34" charset="0"/>
                            <a:ea typeface="Calibri" panose="020F0502020204030204" pitchFamily="34" charset="0"/>
                            <a:cs typeface="Times New Roman" panose="02020603050405020304" pitchFamily="18" charset="0"/>
                          </a:endParaRPr>
                        </a:p>
                      </a:txBody>
                      <a:tcPr marL="40858" marR="40858" marT="0" marB="0" anchor="ctr"/>
                    </a:tc>
                    <a:tc>
                      <a:txBody>
                        <a:bodyPr/>
                        <a:lstStyle/>
                        <a:p>
                          <a:pPr marL="457200" algn="just">
                            <a:lnSpc>
                              <a:spcPct val="107000"/>
                            </a:lnSpc>
                          </a:pPr>
                          <a:r>
                            <a:rPr lang="en-IN" sz="1800">
                              <a:effectLst/>
                            </a:rPr>
                            <a:t>Mean Sum of Squares</a:t>
                          </a:r>
                          <a:endParaRPr lang="en-IN" sz="1800">
                            <a:effectLst/>
                            <a:latin typeface="Calibri" panose="020F0502020204030204" pitchFamily="34" charset="0"/>
                            <a:ea typeface="Calibri" panose="020F0502020204030204" pitchFamily="34" charset="0"/>
                            <a:cs typeface="Times New Roman" panose="02020603050405020304" pitchFamily="18" charset="0"/>
                          </a:endParaRPr>
                        </a:p>
                      </a:txBody>
                      <a:tcPr marL="40858" marR="40858" marT="0" marB="0" anchor="ctr"/>
                    </a:tc>
                    <a:tc>
                      <a:txBody>
                        <a:bodyPr/>
                        <a:lstStyle/>
                        <a:p>
                          <a:pPr marL="457200" algn="just">
                            <a:lnSpc>
                              <a:spcPct val="107000"/>
                            </a:lnSpc>
                            <a:spcAft>
                              <a:spcPts val="800"/>
                            </a:spcAft>
                          </a:pPr>
                          <a:r>
                            <a:rPr lang="en-IN" sz="1800">
                              <a:effectLst/>
                            </a:rPr>
                            <a:t>F- ratios</a:t>
                          </a:r>
                          <a:endParaRPr lang="en-IN" sz="1800">
                            <a:effectLst/>
                            <a:latin typeface="Calibri" panose="020F0502020204030204" pitchFamily="34" charset="0"/>
                            <a:ea typeface="Calibri" panose="020F0502020204030204" pitchFamily="34" charset="0"/>
                            <a:cs typeface="Times New Roman" panose="02020603050405020304" pitchFamily="18" charset="0"/>
                          </a:endParaRPr>
                        </a:p>
                      </a:txBody>
                      <a:tcPr marL="40858" marR="40858" marT="0" marB="0" anchor="ctr"/>
                    </a:tc>
                    <a:extLst>
                      <a:ext uri="{0D108BD9-81ED-4DB2-BD59-A6C34878D82A}">
                        <a16:rowId xmlns:a16="http://schemas.microsoft.com/office/drawing/2014/main" val="2379292498"/>
                      </a:ext>
                    </a:extLst>
                  </a:tr>
                  <a:tr h="1405418">
                    <a:tc>
                      <a:txBody>
                        <a:bodyPr/>
                        <a:lstStyle/>
                        <a:p>
                          <a:pPr marL="457200" algn="just">
                            <a:lnSpc>
                              <a:spcPct val="107000"/>
                            </a:lnSpc>
                          </a:pPr>
                          <a:r>
                            <a:rPr lang="en-IN" sz="1800">
                              <a:effectLst/>
                            </a:rPr>
                            <a:t>Between Machine types</a:t>
                          </a:r>
                          <a:endParaRPr lang="en-IN" sz="1800">
                            <a:effectLst/>
                            <a:latin typeface="Calibri" panose="020F0502020204030204" pitchFamily="34" charset="0"/>
                            <a:ea typeface="Calibri" panose="020F0502020204030204" pitchFamily="34" charset="0"/>
                            <a:cs typeface="Times New Roman" panose="02020603050405020304" pitchFamily="18" charset="0"/>
                          </a:endParaRPr>
                        </a:p>
                      </a:txBody>
                      <a:tcPr marL="40858" marR="40858" marT="0" marB="0" anchor="ctr"/>
                    </a:tc>
                    <a:tc>
                      <a:txBody>
                        <a:bodyPr/>
                        <a:lstStyle/>
                        <a:p>
                          <a:endParaRPr lang="en-US"/>
                        </a:p>
                      </a:txBody>
                      <a:tcPr marL="40858" marR="40858" marT="0" marB="0" anchor="ctr">
                        <a:blipFill>
                          <a:blip r:embed="rId2"/>
                          <a:stretch>
                            <a:fillRect l="-112153" t="-79221" r="-349306" b="-204762"/>
                          </a:stretch>
                        </a:blipFill>
                      </a:tcPr>
                    </a:tc>
                    <a:tc>
                      <a:txBody>
                        <a:bodyPr/>
                        <a:lstStyle/>
                        <a:p>
                          <a:endParaRPr lang="en-US"/>
                        </a:p>
                      </a:txBody>
                      <a:tcPr marL="40858" marR="40858" marT="0" marB="0" anchor="ctr">
                        <a:blipFill>
                          <a:blip r:embed="rId2"/>
                          <a:stretch>
                            <a:fillRect l="-212892" t="-79221" r="-250523" b="-204762"/>
                          </a:stretch>
                        </a:blipFill>
                      </a:tcPr>
                    </a:tc>
                    <a:tc>
                      <a:txBody>
                        <a:bodyPr/>
                        <a:lstStyle/>
                        <a:p>
                          <a:endParaRPr lang="en-US"/>
                        </a:p>
                      </a:txBody>
                      <a:tcPr marL="40858" marR="40858" marT="0" marB="0" anchor="ctr">
                        <a:blipFill>
                          <a:blip r:embed="rId2"/>
                          <a:stretch>
                            <a:fillRect l="-233247" t="-79221" r="-86753" b="-204762"/>
                          </a:stretch>
                        </a:blipFill>
                      </a:tcPr>
                    </a:tc>
                    <a:tc>
                      <a:txBody>
                        <a:bodyPr/>
                        <a:lstStyle/>
                        <a:p>
                          <a:endParaRPr lang="en-US"/>
                        </a:p>
                      </a:txBody>
                      <a:tcPr marL="40858" marR="40858" marT="0" marB="0" anchor="ctr">
                        <a:blipFill>
                          <a:blip r:embed="rId2"/>
                          <a:stretch>
                            <a:fillRect l="-388788" t="-79221" r="-1212" b="-204762"/>
                          </a:stretch>
                        </a:blipFill>
                      </a:tcPr>
                    </a:tc>
                    <a:extLst>
                      <a:ext uri="{0D108BD9-81ED-4DB2-BD59-A6C34878D82A}">
                        <a16:rowId xmlns:a16="http://schemas.microsoft.com/office/drawing/2014/main" val="2341541183"/>
                      </a:ext>
                    </a:extLst>
                  </a:tr>
                  <a:tr h="1051887">
                    <a:tc>
                      <a:txBody>
                        <a:bodyPr/>
                        <a:lstStyle/>
                        <a:p>
                          <a:pPr marL="457200" algn="just">
                            <a:lnSpc>
                              <a:spcPct val="107000"/>
                            </a:lnSpc>
                          </a:pPr>
                          <a:r>
                            <a:rPr lang="en-IN" sz="1800">
                              <a:effectLst/>
                            </a:rPr>
                            <a:t>Between Workers</a:t>
                          </a:r>
                          <a:endParaRPr lang="en-IN" sz="1800">
                            <a:effectLst/>
                            <a:latin typeface="Calibri" panose="020F0502020204030204" pitchFamily="34" charset="0"/>
                            <a:ea typeface="Calibri" panose="020F0502020204030204" pitchFamily="34" charset="0"/>
                            <a:cs typeface="Times New Roman" panose="02020603050405020304" pitchFamily="18" charset="0"/>
                          </a:endParaRPr>
                        </a:p>
                      </a:txBody>
                      <a:tcPr marL="40858" marR="40858" marT="0" marB="0" anchor="ctr"/>
                    </a:tc>
                    <a:tc>
                      <a:txBody>
                        <a:bodyPr/>
                        <a:lstStyle/>
                        <a:p>
                          <a:endParaRPr lang="en-US"/>
                        </a:p>
                      </a:txBody>
                      <a:tcPr marL="40858" marR="40858" marT="0" marB="0" anchor="ctr">
                        <a:blipFill>
                          <a:blip r:embed="rId2"/>
                          <a:stretch>
                            <a:fillRect l="-112153" t="-240698" r="-349306" b="-175000"/>
                          </a:stretch>
                        </a:blipFill>
                      </a:tcPr>
                    </a:tc>
                    <a:tc>
                      <a:txBody>
                        <a:bodyPr/>
                        <a:lstStyle/>
                        <a:p>
                          <a:endParaRPr lang="en-US"/>
                        </a:p>
                      </a:txBody>
                      <a:tcPr marL="40858" marR="40858" marT="0" marB="0" anchor="ctr">
                        <a:blipFill>
                          <a:blip r:embed="rId2"/>
                          <a:stretch>
                            <a:fillRect l="-212892" t="-240698" r="-250523" b="-175000"/>
                          </a:stretch>
                        </a:blipFill>
                      </a:tcPr>
                    </a:tc>
                    <a:tc>
                      <a:txBody>
                        <a:bodyPr/>
                        <a:lstStyle/>
                        <a:p>
                          <a:endParaRPr lang="en-US"/>
                        </a:p>
                      </a:txBody>
                      <a:tcPr marL="40858" marR="40858" marT="0" marB="0" anchor="ctr">
                        <a:blipFill>
                          <a:blip r:embed="rId2"/>
                          <a:stretch>
                            <a:fillRect l="-233247" t="-240698" r="-86753" b="-175000"/>
                          </a:stretch>
                        </a:blipFill>
                      </a:tcPr>
                    </a:tc>
                    <a:tc>
                      <a:txBody>
                        <a:bodyPr/>
                        <a:lstStyle/>
                        <a:p>
                          <a:endParaRPr lang="en-US"/>
                        </a:p>
                      </a:txBody>
                      <a:tcPr marL="40858" marR="40858" marT="0" marB="0" anchor="ctr">
                        <a:blipFill>
                          <a:blip r:embed="rId2"/>
                          <a:stretch>
                            <a:fillRect l="-388788" t="-240698" r="-1212" b="-175000"/>
                          </a:stretch>
                        </a:blipFill>
                      </a:tcPr>
                    </a:tc>
                    <a:extLst>
                      <a:ext uri="{0D108BD9-81ED-4DB2-BD59-A6C34878D82A}">
                        <a16:rowId xmlns:a16="http://schemas.microsoft.com/office/drawing/2014/main" val="1904925643"/>
                      </a:ext>
                    </a:extLst>
                  </a:tr>
                  <a:tr h="1219988">
                    <a:tc>
                      <a:txBody>
                        <a:bodyPr/>
                        <a:lstStyle/>
                        <a:p>
                          <a:pPr marL="457200" algn="just">
                            <a:lnSpc>
                              <a:spcPct val="107000"/>
                            </a:lnSpc>
                          </a:pPr>
                          <a:r>
                            <a:rPr lang="en-IN" sz="1800">
                              <a:effectLst/>
                            </a:rPr>
                            <a:t>Residuals or errors</a:t>
                          </a:r>
                          <a:endParaRPr lang="en-IN" sz="1800">
                            <a:effectLst/>
                            <a:latin typeface="Calibri" panose="020F0502020204030204" pitchFamily="34" charset="0"/>
                            <a:ea typeface="Calibri" panose="020F0502020204030204" pitchFamily="34" charset="0"/>
                            <a:cs typeface="Times New Roman" panose="02020603050405020304" pitchFamily="18" charset="0"/>
                          </a:endParaRPr>
                        </a:p>
                      </a:txBody>
                      <a:tcPr marL="40858" marR="40858" marT="0" marB="0" anchor="ctr"/>
                    </a:tc>
                    <a:tc>
                      <a:txBody>
                        <a:bodyPr/>
                        <a:lstStyle/>
                        <a:p>
                          <a:endParaRPr lang="en-US"/>
                        </a:p>
                      </a:txBody>
                      <a:tcPr marL="40858" marR="40858" marT="0" marB="0" anchor="ctr">
                        <a:blipFill>
                          <a:blip r:embed="rId2"/>
                          <a:stretch>
                            <a:fillRect l="-112153" t="-291542" r="-349306" b="-49751"/>
                          </a:stretch>
                        </a:blipFill>
                      </a:tcPr>
                    </a:tc>
                    <a:tc>
                      <a:txBody>
                        <a:bodyPr/>
                        <a:lstStyle/>
                        <a:p>
                          <a:endParaRPr lang="en-US"/>
                        </a:p>
                      </a:txBody>
                      <a:tcPr marL="40858" marR="40858" marT="0" marB="0" anchor="ctr">
                        <a:blipFill>
                          <a:blip r:embed="rId2"/>
                          <a:stretch>
                            <a:fillRect l="-212892" t="-291542" r="-250523" b="-49751"/>
                          </a:stretch>
                        </a:blipFill>
                      </a:tcPr>
                    </a:tc>
                    <a:tc>
                      <a:txBody>
                        <a:bodyPr/>
                        <a:lstStyle/>
                        <a:p>
                          <a:endParaRPr lang="en-US"/>
                        </a:p>
                      </a:txBody>
                      <a:tcPr marL="40858" marR="40858" marT="0" marB="0" anchor="ctr">
                        <a:blipFill>
                          <a:blip r:embed="rId2"/>
                          <a:stretch>
                            <a:fillRect l="-233247" t="-291542" r="-86753" b="-49751"/>
                          </a:stretch>
                        </a:blipFill>
                      </a:tcPr>
                    </a:tc>
                    <a:tc>
                      <a:txBody>
                        <a:bodyPr/>
                        <a:lstStyle/>
                        <a:p>
                          <a:pPr marL="457200" algn="just">
                            <a:lnSpc>
                              <a:spcPct val="107000"/>
                            </a:lnSpc>
                            <a:spcAft>
                              <a:spcPts val="800"/>
                            </a:spcAft>
                          </a:pPr>
                          <a:r>
                            <a:rPr lang="en-IN" sz="1800" dirty="0">
                              <a:effectLst/>
                            </a:rPr>
                            <a:t> </a:t>
                          </a:r>
                          <a:endParaRPr lang="en-IN" sz="1800" dirty="0">
                            <a:effectLst/>
                            <a:latin typeface="Calibri" panose="020F0502020204030204" pitchFamily="34" charset="0"/>
                            <a:ea typeface="Calibri" panose="020F0502020204030204" pitchFamily="34" charset="0"/>
                            <a:cs typeface="Times New Roman" panose="02020603050405020304" pitchFamily="18" charset="0"/>
                          </a:endParaRPr>
                        </a:p>
                      </a:txBody>
                      <a:tcPr marL="40858" marR="40858" marT="0" marB="0" anchor="ctr"/>
                    </a:tc>
                    <a:extLst>
                      <a:ext uri="{0D108BD9-81ED-4DB2-BD59-A6C34878D82A}">
                        <a16:rowId xmlns:a16="http://schemas.microsoft.com/office/drawing/2014/main" val="46838261"/>
                      </a:ext>
                    </a:extLst>
                  </a:tr>
                  <a:tr h="597986">
                    <a:tc>
                      <a:txBody>
                        <a:bodyPr/>
                        <a:lstStyle/>
                        <a:p>
                          <a:pPr marL="457200" algn="just">
                            <a:lnSpc>
                              <a:spcPct val="107000"/>
                            </a:lnSpc>
                          </a:pPr>
                          <a:r>
                            <a:rPr lang="en-IN" sz="1800">
                              <a:effectLst/>
                            </a:rPr>
                            <a:t>Total</a:t>
                          </a:r>
                          <a:endParaRPr lang="en-IN" sz="1800">
                            <a:effectLst/>
                            <a:latin typeface="Calibri" panose="020F0502020204030204" pitchFamily="34" charset="0"/>
                            <a:ea typeface="Calibri" panose="020F0502020204030204" pitchFamily="34" charset="0"/>
                            <a:cs typeface="Times New Roman" panose="02020603050405020304" pitchFamily="18" charset="0"/>
                          </a:endParaRPr>
                        </a:p>
                      </a:txBody>
                      <a:tcPr marL="40858" marR="40858" marT="0" marB="0" anchor="ctr"/>
                    </a:tc>
                    <a:tc>
                      <a:txBody>
                        <a:bodyPr/>
                        <a:lstStyle/>
                        <a:p>
                          <a:endParaRPr lang="en-US"/>
                        </a:p>
                      </a:txBody>
                      <a:tcPr marL="40858" marR="40858" marT="0" marB="0" anchor="ctr">
                        <a:blipFill>
                          <a:blip r:embed="rId2"/>
                          <a:stretch>
                            <a:fillRect l="-112153" t="-803061" r="-349306" b="-2041"/>
                          </a:stretch>
                        </a:blipFill>
                      </a:tcPr>
                    </a:tc>
                    <a:tc>
                      <a:txBody>
                        <a:bodyPr/>
                        <a:lstStyle/>
                        <a:p>
                          <a:endParaRPr lang="en-US"/>
                        </a:p>
                      </a:txBody>
                      <a:tcPr marL="40858" marR="40858" marT="0" marB="0" anchor="ctr">
                        <a:blipFill>
                          <a:blip r:embed="rId2"/>
                          <a:stretch>
                            <a:fillRect l="-212892" t="-803061" r="-250523" b="-2041"/>
                          </a:stretch>
                        </a:blipFill>
                      </a:tcPr>
                    </a:tc>
                    <a:tc>
                      <a:txBody>
                        <a:bodyPr/>
                        <a:lstStyle/>
                        <a:p>
                          <a:pPr marL="457200" algn="just">
                            <a:lnSpc>
                              <a:spcPct val="107000"/>
                            </a:lnSpc>
                          </a:pPr>
                          <a:r>
                            <a:rPr lang="en-IN" sz="1800">
                              <a:effectLst/>
                            </a:rPr>
                            <a:t> </a:t>
                          </a:r>
                          <a:endParaRPr lang="en-IN" sz="1800">
                            <a:effectLst/>
                            <a:latin typeface="Calibri" panose="020F0502020204030204" pitchFamily="34" charset="0"/>
                            <a:ea typeface="Calibri" panose="020F0502020204030204" pitchFamily="34" charset="0"/>
                            <a:cs typeface="Times New Roman" panose="02020603050405020304" pitchFamily="18" charset="0"/>
                          </a:endParaRPr>
                        </a:p>
                      </a:txBody>
                      <a:tcPr marL="40858" marR="40858" marT="0" marB="0" anchor="ctr"/>
                    </a:tc>
                    <a:tc>
                      <a:txBody>
                        <a:bodyPr/>
                        <a:lstStyle/>
                        <a:p>
                          <a:pPr marL="457200" algn="just">
                            <a:lnSpc>
                              <a:spcPct val="107000"/>
                            </a:lnSpc>
                            <a:spcAft>
                              <a:spcPts val="800"/>
                            </a:spcAft>
                          </a:pPr>
                          <a:r>
                            <a:rPr lang="en-IN" sz="1800" dirty="0">
                              <a:effectLst/>
                            </a:rPr>
                            <a:t> </a:t>
                          </a:r>
                          <a:endParaRPr lang="en-IN" sz="1800" dirty="0">
                            <a:effectLst/>
                            <a:latin typeface="Calibri" panose="020F0502020204030204" pitchFamily="34" charset="0"/>
                            <a:ea typeface="Calibri" panose="020F0502020204030204" pitchFamily="34" charset="0"/>
                            <a:cs typeface="Times New Roman" panose="02020603050405020304" pitchFamily="18" charset="0"/>
                          </a:endParaRPr>
                        </a:p>
                      </a:txBody>
                      <a:tcPr marL="40858" marR="40858" marT="0" marB="0" anchor="ctr"/>
                    </a:tc>
                    <a:extLst>
                      <a:ext uri="{0D108BD9-81ED-4DB2-BD59-A6C34878D82A}">
                        <a16:rowId xmlns:a16="http://schemas.microsoft.com/office/drawing/2014/main" val="3596120364"/>
                      </a:ext>
                    </a:extLst>
                  </a:tr>
                </a:tbl>
              </a:graphicData>
            </a:graphic>
          </p:graphicFrame>
        </mc:Fallback>
      </mc:AlternateContent>
    </p:spTree>
    <p:extLst>
      <p:ext uri="{BB962C8B-B14F-4D97-AF65-F5344CB8AC3E}">
        <p14:creationId xmlns:p14="http://schemas.microsoft.com/office/powerpoint/2010/main" val="3519090783"/>
      </p:ext>
    </p:extLst>
  </p:cSld>
  <p:clrMapOvr>
    <a:masterClrMapping/>
  </p:clrMapOvr>
</p:sld>
</file>

<file path=ppt/slides/slide2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Slide Number Placeholder 2"/>
          <p:cNvSpPr>
            <a:spLocks noGrp="1"/>
          </p:cNvSpPr>
          <p:nvPr>
            <p:ph type="sldNum" sz="quarter" idx="12"/>
          </p:nvPr>
        </p:nvSpPr>
        <p:spPr/>
        <p:txBody>
          <a:bodyPr/>
          <a:lstStyle/>
          <a:p>
            <a:fld id="{C263D6C4-4840-40CC-AC84-17E24B3B7BDE}" type="slidenum">
              <a:rPr lang="en-US" noProof="0" smtClean="0"/>
              <a:pPr/>
              <a:t>21</a:t>
            </a:fld>
            <a:endParaRPr lang="en-US" noProof="0" dirty="0"/>
          </a:p>
        </p:txBody>
      </p:sp>
      <mc:AlternateContent xmlns:mc="http://schemas.openxmlformats.org/markup-compatibility/2006" xmlns:a14="http://schemas.microsoft.com/office/drawing/2010/main">
        <mc:Choice Requires="a14">
          <p:sp>
            <p:nvSpPr>
              <p:cNvPr id="4" name="Text Placeholder 3"/>
              <p:cNvSpPr>
                <a:spLocks noGrp="1"/>
              </p:cNvSpPr>
              <p:nvPr>
                <p:ph type="body" sz="quarter" idx="13"/>
              </p:nvPr>
            </p:nvSpPr>
            <p:spPr/>
            <p:txBody>
              <a:bodyPr/>
              <a:lstStyle/>
              <a:p>
                <a:pPr marL="0" lvl="0" indent="0">
                  <a:lnSpc>
                    <a:spcPct val="107000"/>
                  </a:lnSpc>
                  <a:spcAft>
                    <a:spcPts val="800"/>
                  </a:spcAft>
                  <a:buNone/>
                </a:pPr>
                <a:r>
                  <a:rPr lang="en-IN" sz="2400" dirty="0">
                    <a:latin typeface="Times New Roman" panose="02020603050405020304" pitchFamily="18" charset="0"/>
                    <a:ea typeface="Times New Roman" panose="02020603050405020304" pitchFamily="18" charset="0"/>
                    <a:cs typeface="Times New Roman" panose="02020603050405020304" pitchFamily="18" charset="0"/>
                  </a:rPr>
                  <a:t>Table value </a:t>
                </a:r>
                <a14:m>
                  <m:oMath xmlns:m="http://schemas.openxmlformats.org/officeDocument/2006/math">
                    <m:sSub>
                      <m:sSubPr>
                        <m:ctrlPr>
                          <a:rPr lang="en-IN" sz="2400" i="1">
                            <a:latin typeface="Cambria Math" panose="02040503050406030204" pitchFamily="18" charset="0"/>
                            <a:ea typeface="Times New Roman" panose="02020603050405020304" pitchFamily="18" charset="0"/>
                            <a:cs typeface="Times New Roman" panose="02020603050405020304" pitchFamily="18" charset="0"/>
                          </a:rPr>
                        </m:ctrlPr>
                      </m:sSubPr>
                      <m:e>
                        <m:r>
                          <a:rPr lang="en-IN" sz="2400" i="1">
                            <a:latin typeface="Cambria Math" panose="02040503050406030204" pitchFamily="18" charset="0"/>
                            <a:ea typeface="Times New Roman" panose="02020603050405020304" pitchFamily="18" charset="0"/>
                            <a:cs typeface="Times New Roman" panose="02020603050405020304" pitchFamily="18" charset="0"/>
                          </a:rPr>
                          <m:t>𝐹</m:t>
                        </m:r>
                      </m:e>
                      <m:sub>
                        <m:r>
                          <a:rPr lang="en-IN" sz="2400" i="1">
                            <a:latin typeface="Cambria Math" panose="02040503050406030204" pitchFamily="18" charset="0"/>
                            <a:ea typeface="Times New Roman" panose="02020603050405020304" pitchFamily="18" charset="0"/>
                            <a:cs typeface="Times New Roman" panose="02020603050405020304" pitchFamily="18" charset="0"/>
                          </a:rPr>
                          <m:t>0.05</m:t>
                        </m:r>
                      </m:sub>
                    </m:sSub>
                    <m:d>
                      <m:dPr>
                        <m:ctrlPr>
                          <a:rPr lang="en-IN" sz="2400" i="1">
                            <a:latin typeface="Cambria Math" panose="02040503050406030204" pitchFamily="18" charset="0"/>
                            <a:ea typeface="Times New Roman" panose="02020603050405020304" pitchFamily="18" charset="0"/>
                            <a:cs typeface="Times New Roman" panose="02020603050405020304" pitchFamily="18" charset="0"/>
                          </a:rPr>
                        </m:ctrlPr>
                      </m:dPr>
                      <m:e>
                        <m:r>
                          <a:rPr lang="en-IN" sz="2400" i="1">
                            <a:latin typeface="Cambria Math" panose="02040503050406030204" pitchFamily="18" charset="0"/>
                            <a:ea typeface="Times New Roman" panose="02020603050405020304" pitchFamily="18" charset="0"/>
                            <a:cs typeface="Times New Roman" panose="02020603050405020304" pitchFamily="18" charset="0"/>
                          </a:rPr>
                          <m:t>3, 12</m:t>
                        </m:r>
                      </m:e>
                    </m:d>
                    <m:r>
                      <a:rPr lang="en-IN" sz="2400" i="1">
                        <a:latin typeface="Cambria Math" panose="02040503050406030204" pitchFamily="18" charset="0"/>
                        <a:ea typeface="Times New Roman" panose="02020603050405020304" pitchFamily="18" charset="0"/>
                        <a:cs typeface="Times New Roman" panose="02020603050405020304" pitchFamily="18" charset="0"/>
                      </a:rPr>
                      <m:t>=3.49</m:t>
                    </m:r>
                  </m:oMath>
                </a14:m>
                <a:r>
                  <a:rPr lang="en-IN" sz="2400" dirty="0">
                    <a:latin typeface="Times New Roman" panose="02020603050405020304" pitchFamily="18" charset="0"/>
                    <a:ea typeface="Times New Roman" panose="02020603050405020304" pitchFamily="18" charset="0"/>
                    <a:cs typeface="Times New Roman" panose="02020603050405020304" pitchFamily="18" charset="0"/>
                  </a:rPr>
                  <a:t>. </a:t>
                </a:r>
                <a:endParaRPr lang="en-IN" sz="2400" dirty="0">
                  <a:latin typeface="Times New Roman" panose="02020603050405020304" pitchFamily="18" charset="0"/>
                  <a:ea typeface="Calibri" panose="020F0502020204030204" pitchFamily="34" charset="0"/>
                  <a:cs typeface="Times New Roman" panose="02020603050405020304" pitchFamily="18" charset="0"/>
                </a:endParaRPr>
              </a:p>
              <a:p>
                <a:pPr marL="0" lvl="0" indent="0">
                  <a:lnSpc>
                    <a:spcPct val="107000"/>
                  </a:lnSpc>
                  <a:spcAft>
                    <a:spcPts val="800"/>
                  </a:spcAft>
                  <a:buNone/>
                </a:pPr>
                <a:r>
                  <a:rPr lang="en-IN" sz="2400" dirty="0">
                    <a:latin typeface="Times New Roman" panose="02020603050405020304" pitchFamily="18" charset="0"/>
                    <a:ea typeface="Times New Roman" panose="02020603050405020304" pitchFamily="18" charset="0"/>
                    <a:cs typeface="Times New Roman" panose="02020603050405020304" pitchFamily="18" charset="0"/>
                  </a:rPr>
                  <a:t> </a:t>
                </a:r>
                <a14:m>
                  <m:oMath xmlns:m="http://schemas.openxmlformats.org/officeDocument/2006/math">
                    <m:sSub>
                      <m:sSubPr>
                        <m:ctrlPr>
                          <a:rPr lang="en-IN" sz="2400" i="1">
                            <a:latin typeface="Cambria Math" panose="02040503050406030204" pitchFamily="18" charset="0"/>
                            <a:ea typeface="Times New Roman" panose="02020603050405020304" pitchFamily="18" charset="0"/>
                            <a:cs typeface="Times New Roman" panose="02020603050405020304" pitchFamily="18" charset="0"/>
                          </a:rPr>
                        </m:ctrlPr>
                      </m:sSubPr>
                      <m:e>
                        <m:r>
                          <a:rPr lang="en-IN" sz="2400" i="1">
                            <a:latin typeface="Cambria Math" panose="02040503050406030204" pitchFamily="18" charset="0"/>
                            <a:ea typeface="Times New Roman" panose="02020603050405020304" pitchFamily="18" charset="0"/>
                            <a:cs typeface="Times New Roman" panose="02020603050405020304" pitchFamily="18" charset="0"/>
                          </a:rPr>
                          <m:t>𝐹</m:t>
                        </m:r>
                      </m:e>
                      <m:sub>
                        <m:r>
                          <a:rPr lang="en-IN" sz="2400" i="1">
                            <a:latin typeface="Cambria Math" panose="02040503050406030204" pitchFamily="18" charset="0"/>
                            <a:ea typeface="Times New Roman" panose="02020603050405020304" pitchFamily="18" charset="0"/>
                            <a:cs typeface="Times New Roman" panose="02020603050405020304" pitchFamily="18" charset="0"/>
                          </a:rPr>
                          <m:t>1</m:t>
                        </m:r>
                      </m:sub>
                    </m:sSub>
                    <m:r>
                      <a:rPr lang="en-IN" sz="2400" i="1">
                        <a:latin typeface="Cambria Math" panose="02040503050406030204" pitchFamily="18" charset="0"/>
                        <a:ea typeface="Times New Roman" panose="02020603050405020304" pitchFamily="18" charset="0"/>
                        <a:cs typeface="Times New Roman" panose="02020603050405020304" pitchFamily="18" charset="0"/>
                      </a:rPr>
                      <m:t> </m:t>
                    </m:r>
                  </m:oMath>
                </a14:m>
                <a:r>
                  <a:rPr lang="en-IN" sz="2400" dirty="0">
                    <a:latin typeface="Times New Roman" panose="02020603050405020304" pitchFamily="18" charset="0"/>
                    <a:ea typeface="Times New Roman" panose="02020603050405020304" pitchFamily="18" charset="0"/>
                    <a:cs typeface="Times New Roman" panose="02020603050405020304" pitchFamily="18" charset="0"/>
                  </a:rPr>
                  <a:t>&gt; </a:t>
                </a:r>
                <a14:m>
                  <m:oMath xmlns:m="http://schemas.openxmlformats.org/officeDocument/2006/math">
                    <m:sSub>
                      <m:sSubPr>
                        <m:ctrlPr>
                          <a:rPr lang="en-IN" sz="2400" i="1">
                            <a:latin typeface="Cambria Math" panose="02040503050406030204" pitchFamily="18" charset="0"/>
                            <a:ea typeface="Times New Roman" panose="02020603050405020304" pitchFamily="18" charset="0"/>
                            <a:cs typeface="Times New Roman" panose="02020603050405020304" pitchFamily="18" charset="0"/>
                          </a:rPr>
                        </m:ctrlPr>
                      </m:sSubPr>
                      <m:e>
                        <m:r>
                          <a:rPr lang="en-IN" sz="2400" i="1">
                            <a:latin typeface="Cambria Math" panose="02040503050406030204" pitchFamily="18" charset="0"/>
                            <a:ea typeface="Times New Roman" panose="02020603050405020304" pitchFamily="18" charset="0"/>
                            <a:cs typeface="Times New Roman" panose="02020603050405020304" pitchFamily="18" charset="0"/>
                          </a:rPr>
                          <m:t>𝐹</m:t>
                        </m:r>
                      </m:e>
                      <m:sub>
                        <m:r>
                          <a:rPr lang="en-IN" sz="2400" i="1">
                            <a:latin typeface="Cambria Math" panose="02040503050406030204" pitchFamily="18" charset="0"/>
                            <a:ea typeface="Times New Roman" panose="02020603050405020304" pitchFamily="18" charset="0"/>
                            <a:cs typeface="Times New Roman" panose="02020603050405020304" pitchFamily="18" charset="0"/>
                          </a:rPr>
                          <m:t>0.05</m:t>
                        </m:r>
                      </m:sub>
                    </m:sSub>
                    <m:r>
                      <a:rPr lang="en-IN" sz="2400" i="1">
                        <a:latin typeface="Cambria Math" panose="02040503050406030204" pitchFamily="18" charset="0"/>
                        <a:ea typeface="Times New Roman" panose="02020603050405020304" pitchFamily="18" charset="0"/>
                        <a:cs typeface="Times New Roman" panose="02020603050405020304" pitchFamily="18" charset="0"/>
                      </a:rPr>
                      <m:t>(3, 12)</m:t>
                    </m:r>
                  </m:oMath>
                </a14:m>
                <a:r>
                  <a:rPr lang="en-IN" sz="2400" dirty="0">
                    <a:latin typeface="Times New Roman" panose="02020603050405020304" pitchFamily="18" charset="0"/>
                    <a:ea typeface="Times New Roman" panose="02020603050405020304" pitchFamily="18" charset="0"/>
                    <a:cs typeface="Times New Roman" panose="02020603050405020304" pitchFamily="18" charset="0"/>
                  </a:rPr>
                  <a:t>, we conclude that the productivity is not same for the four different types of machines</a:t>
                </a:r>
              </a:p>
              <a:p>
                <a:pPr marL="0" lvl="0" indent="0">
                  <a:lnSpc>
                    <a:spcPct val="107000"/>
                  </a:lnSpc>
                  <a:spcAft>
                    <a:spcPts val="800"/>
                  </a:spcAft>
                  <a:buNone/>
                </a:pPr>
                <a:r>
                  <a:rPr lang="en-IN" sz="2400" dirty="0">
                    <a:latin typeface="Times New Roman" panose="02020603050405020304" pitchFamily="18" charset="0"/>
                    <a:ea typeface="Times New Roman" panose="02020603050405020304" pitchFamily="18" charset="0"/>
                    <a:cs typeface="Times New Roman" panose="02020603050405020304" pitchFamily="18" charset="0"/>
                  </a:rPr>
                  <a:t>Table value </a:t>
                </a:r>
                <a14:m>
                  <m:oMath xmlns:m="http://schemas.openxmlformats.org/officeDocument/2006/math">
                    <m:sSub>
                      <m:sSubPr>
                        <m:ctrlPr>
                          <a:rPr lang="en-IN" sz="2400" i="1">
                            <a:latin typeface="Cambria Math" panose="02040503050406030204" pitchFamily="18" charset="0"/>
                            <a:ea typeface="Times New Roman" panose="02020603050405020304" pitchFamily="18" charset="0"/>
                            <a:cs typeface="Times New Roman" panose="02020603050405020304" pitchFamily="18" charset="0"/>
                          </a:rPr>
                        </m:ctrlPr>
                      </m:sSubPr>
                      <m:e>
                        <m:r>
                          <a:rPr lang="en-IN" sz="2400" i="1">
                            <a:latin typeface="Cambria Math" panose="02040503050406030204" pitchFamily="18" charset="0"/>
                            <a:ea typeface="Times New Roman" panose="02020603050405020304" pitchFamily="18" charset="0"/>
                            <a:cs typeface="Times New Roman" panose="02020603050405020304" pitchFamily="18" charset="0"/>
                          </a:rPr>
                          <m:t>𝐹</m:t>
                        </m:r>
                      </m:e>
                      <m:sub>
                        <m:r>
                          <a:rPr lang="en-IN" sz="2400" i="1">
                            <a:latin typeface="Cambria Math" panose="02040503050406030204" pitchFamily="18" charset="0"/>
                            <a:ea typeface="Times New Roman" panose="02020603050405020304" pitchFamily="18" charset="0"/>
                            <a:cs typeface="Times New Roman" panose="02020603050405020304" pitchFamily="18" charset="0"/>
                          </a:rPr>
                          <m:t>0.05</m:t>
                        </m:r>
                      </m:sub>
                    </m:sSub>
                    <m:d>
                      <m:dPr>
                        <m:ctrlPr>
                          <a:rPr lang="en-IN" sz="2400" i="1">
                            <a:latin typeface="Cambria Math" panose="02040503050406030204" pitchFamily="18" charset="0"/>
                            <a:ea typeface="Times New Roman" panose="02020603050405020304" pitchFamily="18" charset="0"/>
                            <a:cs typeface="Times New Roman" panose="02020603050405020304" pitchFamily="18" charset="0"/>
                          </a:rPr>
                        </m:ctrlPr>
                      </m:dPr>
                      <m:e>
                        <m:r>
                          <a:rPr lang="en-IN" sz="2400" i="1">
                            <a:latin typeface="Cambria Math" panose="02040503050406030204" pitchFamily="18" charset="0"/>
                            <a:ea typeface="Times New Roman" panose="02020603050405020304" pitchFamily="18" charset="0"/>
                            <a:cs typeface="Times New Roman" panose="02020603050405020304" pitchFamily="18" charset="0"/>
                          </a:rPr>
                          <m:t>4, 12</m:t>
                        </m:r>
                      </m:e>
                    </m:d>
                    <m:r>
                      <a:rPr lang="en-IN" sz="2400" i="1">
                        <a:latin typeface="Cambria Math" panose="02040503050406030204" pitchFamily="18" charset="0"/>
                        <a:ea typeface="Times New Roman" panose="02020603050405020304" pitchFamily="18" charset="0"/>
                        <a:cs typeface="Times New Roman" panose="02020603050405020304" pitchFamily="18" charset="0"/>
                      </a:rPr>
                      <m:t>=3.26</m:t>
                    </m:r>
                  </m:oMath>
                </a14:m>
                <a:r>
                  <a:rPr lang="en-IN" sz="2400" dirty="0">
                    <a:latin typeface="Times New Roman" panose="02020603050405020304" pitchFamily="18" charset="0"/>
                    <a:ea typeface="Times New Roman" panose="02020603050405020304" pitchFamily="18" charset="0"/>
                    <a:cs typeface="Times New Roman" panose="02020603050405020304" pitchFamily="18" charset="0"/>
                  </a:rPr>
                  <a:t>. </a:t>
                </a:r>
                <a:endParaRPr lang="en-IN" sz="2400" dirty="0">
                  <a:latin typeface="Times New Roman" panose="02020603050405020304" pitchFamily="18" charset="0"/>
                  <a:ea typeface="Calibri" panose="020F0502020204030204" pitchFamily="34" charset="0"/>
                  <a:cs typeface="Times New Roman" panose="02020603050405020304" pitchFamily="18" charset="0"/>
                </a:endParaRPr>
              </a:p>
              <a:p>
                <a:pPr marL="0" indent="0">
                  <a:lnSpc>
                    <a:spcPct val="107000"/>
                  </a:lnSpc>
                  <a:spcAft>
                    <a:spcPts val="800"/>
                  </a:spcAft>
                  <a:buNone/>
                </a:pPr>
                <a14:m>
                  <m:oMath xmlns:m="http://schemas.openxmlformats.org/officeDocument/2006/math">
                    <m:sSub>
                      <m:sSubPr>
                        <m:ctrlPr>
                          <a:rPr lang="en-IN" sz="2400" i="1">
                            <a:latin typeface="Cambria Math" panose="02040503050406030204" pitchFamily="18" charset="0"/>
                            <a:ea typeface="Times New Roman" panose="02020603050405020304" pitchFamily="18" charset="0"/>
                            <a:cs typeface="Times New Roman" panose="02020603050405020304" pitchFamily="18" charset="0"/>
                          </a:rPr>
                        </m:ctrlPr>
                      </m:sSubPr>
                      <m:e>
                        <m:r>
                          <a:rPr lang="en-IN" sz="2400" i="1">
                            <a:latin typeface="Cambria Math" panose="02040503050406030204" pitchFamily="18" charset="0"/>
                            <a:ea typeface="Times New Roman" panose="02020603050405020304" pitchFamily="18" charset="0"/>
                            <a:cs typeface="Times New Roman" panose="02020603050405020304" pitchFamily="18" charset="0"/>
                          </a:rPr>
                          <m:t>𝐹</m:t>
                        </m:r>
                      </m:e>
                      <m:sub>
                        <m:r>
                          <a:rPr lang="en-IN" sz="2400" i="1">
                            <a:latin typeface="Cambria Math" panose="02040503050406030204" pitchFamily="18" charset="0"/>
                            <a:ea typeface="Times New Roman" panose="02020603050405020304" pitchFamily="18" charset="0"/>
                            <a:cs typeface="Times New Roman" panose="02020603050405020304" pitchFamily="18" charset="0"/>
                          </a:rPr>
                          <m:t>2</m:t>
                        </m:r>
                      </m:sub>
                    </m:sSub>
                    <m:r>
                      <a:rPr lang="en-IN" sz="2400" i="1">
                        <a:latin typeface="Cambria Math" panose="02040503050406030204" pitchFamily="18" charset="0"/>
                        <a:ea typeface="Times New Roman" panose="02020603050405020304" pitchFamily="18" charset="0"/>
                        <a:cs typeface="Times New Roman" panose="02020603050405020304" pitchFamily="18" charset="0"/>
                      </a:rPr>
                      <m:t> </m:t>
                    </m:r>
                  </m:oMath>
                </a14:m>
                <a:r>
                  <a:rPr lang="en-IN" sz="2400" dirty="0">
                    <a:latin typeface="Times New Roman" panose="02020603050405020304" pitchFamily="18" charset="0"/>
                    <a:ea typeface="Times New Roman" panose="02020603050405020304" pitchFamily="18" charset="0"/>
                    <a:cs typeface="Times New Roman" panose="02020603050405020304" pitchFamily="18" charset="0"/>
                  </a:rPr>
                  <a:t>&gt; </a:t>
                </a:r>
                <a14:m>
                  <m:oMath xmlns:m="http://schemas.openxmlformats.org/officeDocument/2006/math">
                    <m:sSub>
                      <m:sSubPr>
                        <m:ctrlPr>
                          <a:rPr lang="en-IN" sz="2400" i="1">
                            <a:latin typeface="Cambria Math" panose="02040503050406030204" pitchFamily="18" charset="0"/>
                            <a:ea typeface="Times New Roman" panose="02020603050405020304" pitchFamily="18" charset="0"/>
                            <a:cs typeface="Times New Roman" panose="02020603050405020304" pitchFamily="18" charset="0"/>
                          </a:rPr>
                        </m:ctrlPr>
                      </m:sSubPr>
                      <m:e>
                        <m:r>
                          <a:rPr lang="en-IN" sz="2400" i="1">
                            <a:latin typeface="Cambria Math" panose="02040503050406030204" pitchFamily="18" charset="0"/>
                            <a:ea typeface="Times New Roman" panose="02020603050405020304" pitchFamily="18" charset="0"/>
                            <a:cs typeface="Times New Roman" panose="02020603050405020304" pitchFamily="18" charset="0"/>
                          </a:rPr>
                          <m:t>𝐹</m:t>
                        </m:r>
                      </m:e>
                      <m:sub>
                        <m:r>
                          <a:rPr lang="en-IN" sz="2400" i="1">
                            <a:latin typeface="Cambria Math" panose="02040503050406030204" pitchFamily="18" charset="0"/>
                            <a:ea typeface="Times New Roman" panose="02020603050405020304" pitchFamily="18" charset="0"/>
                            <a:cs typeface="Times New Roman" panose="02020603050405020304" pitchFamily="18" charset="0"/>
                          </a:rPr>
                          <m:t>0.05</m:t>
                        </m:r>
                      </m:sub>
                    </m:sSub>
                    <m:r>
                      <a:rPr lang="en-IN" sz="2400" i="1">
                        <a:latin typeface="Cambria Math" panose="02040503050406030204" pitchFamily="18" charset="0"/>
                        <a:ea typeface="Times New Roman" panose="02020603050405020304" pitchFamily="18" charset="0"/>
                        <a:cs typeface="Times New Roman" panose="02020603050405020304" pitchFamily="18" charset="0"/>
                      </a:rPr>
                      <m:t>(4, 12)</m:t>
                    </m:r>
                  </m:oMath>
                </a14:m>
                <a:r>
                  <a:rPr lang="en-IN" sz="2400" dirty="0">
                    <a:latin typeface="Times New Roman" panose="02020603050405020304" pitchFamily="18" charset="0"/>
                    <a:ea typeface="Times New Roman" panose="02020603050405020304" pitchFamily="18" charset="0"/>
                    <a:cs typeface="Times New Roman" panose="02020603050405020304" pitchFamily="18" charset="0"/>
                  </a:rPr>
                  <a:t>, hence the mean productivity differ with different workers.</a:t>
                </a:r>
                <a:endParaRPr lang="en-IN" sz="2400" dirty="0"/>
              </a:p>
              <a:p>
                <a:pPr marL="0" indent="0">
                  <a:lnSpc>
                    <a:spcPct val="107000"/>
                  </a:lnSpc>
                  <a:spcAft>
                    <a:spcPts val="800"/>
                  </a:spcAft>
                  <a:buNone/>
                </a:pPr>
                <a:endParaRPr lang="en-IN" sz="2400" dirty="0">
                  <a:latin typeface="Times New Roman" panose="02020603050405020304" pitchFamily="18" charset="0"/>
                  <a:ea typeface="Calibri" panose="020F0502020204030204" pitchFamily="34" charset="0"/>
                  <a:cs typeface="Times New Roman" panose="02020603050405020304" pitchFamily="18" charset="0"/>
                </a:endParaRPr>
              </a:p>
              <a:p>
                <a:endParaRPr lang="en-US" dirty="0"/>
              </a:p>
            </p:txBody>
          </p:sp>
        </mc:Choice>
        <mc:Fallback xmlns="">
          <p:sp>
            <p:nvSpPr>
              <p:cNvPr id="4" name="Text Placeholder 3"/>
              <p:cNvSpPr>
                <a:spLocks noGrp="1" noRot="1" noChangeAspect="1" noMove="1" noResize="1" noEditPoints="1" noAdjustHandles="1" noChangeArrowheads="1" noChangeShapeType="1" noTextEdit="1"/>
              </p:cNvSpPr>
              <p:nvPr>
                <p:ph type="body" sz="quarter" idx="13"/>
              </p:nvPr>
            </p:nvSpPr>
            <p:spPr>
              <a:blipFill>
                <a:blip r:embed="rId2"/>
                <a:stretch>
                  <a:fillRect l="-1452" t="-1192" r="-998"/>
                </a:stretch>
              </a:blipFill>
            </p:spPr>
            <p:txBody>
              <a:bodyPr/>
              <a:lstStyle/>
              <a:p>
                <a:r>
                  <a:rPr lang="en-US">
                    <a:noFill/>
                  </a:rPr>
                  <a:t> </a:t>
                </a:r>
              </a:p>
            </p:txBody>
          </p:sp>
        </mc:Fallback>
      </mc:AlternateContent>
    </p:spTree>
    <p:extLst>
      <p:ext uri="{BB962C8B-B14F-4D97-AF65-F5344CB8AC3E}">
        <p14:creationId xmlns:p14="http://schemas.microsoft.com/office/powerpoint/2010/main" val="1209625048"/>
      </p:ext>
    </p:extLst>
  </p:cSld>
  <p:clrMapOvr>
    <a:masterClrMapping/>
  </p:clrMapOvr>
</p:sld>
</file>

<file path=ppt/slides/slide2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dirty="0">
                <a:latin typeface="Times New Roman" panose="02020603050405020304" pitchFamily="18" charset="0"/>
                <a:cs typeface="Times New Roman" panose="02020603050405020304" pitchFamily="18" charset="0"/>
              </a:rPr>
              <a:t>T-test</a:t>
            </a:r>
          </a:p>
        </p:txBody>
      </p:sp>
      <p:sp>
        <p:nvSpPr>
          <p:cNvPr id="3" name="Slide Number Placeholder 2"/>
          <p:cNvSpPr>
            <a:spLocks noGrp="1"/>
          </p:cNvSpPr>
          <p:nvPr>
            <p:ph type="sldNum" sz="quarter" idx="12"/>
          </p:nvPr>
        </p:nvSpPr>
        <p:spPr/>
        <p:txBody>
          <a:bodyPr/>
          <a:lstStyle/>
          <a:p>
            <a:fld id="{C263D6C4-4840-40CC-AC84-17E24B3B7BDE}" type="slidenum">
              <a:rPr lang="en-US" noProof="0" smtClean="0"/>
              <a:pPr/>
              <a:t>22</a:t>
            </a:fld>
            <a:endParaRPr lang="en-US" noProof="0" dirty="0"/>
          </a:p>
        </p:txBody>
      </p:sp>
      <p:sp>
        <p:nvSpPr>
          <p:cNvPr id="4" name="Text Placeholder 3"/>
          <p:cNvSpPr>
            <a:spLocks noGrp="1"/>
          </p:cNvSpPr>
          <p:nvPr>
            <p:ph type="body" sz="quarter" idx="13"/>
          </p:nvPr>
        </p:nvSpPr>
        <p:spPr/>
        <p:txBody>
          <a:bodyPr/>
          <a:lstStyle/>
          <a:p>
            <a:r>
              <a:rPr lang="en-US" sz="2400" dirty="0">
                <a:latin typeface="Times New Roman" panose="02020603050405020304" pitchFamily="18" charset="0"/>
                <a:cs typeface="Times New Roman" panose="02020603050405020304" pitchFamily="18" charset="0"/>
              </a:rPr>
              <a:t>Analyses the significant difference between means of two groups.</a:t>
            </a:r>
          </a:p>
          <a:p>
            <a:r>
              <a:rPr lang="en-US" sz="2400" dirty="0">
                <a:latin typeface="Times New Roman" panose="02020603050405020304" pitchFamily="18" charset="0"/>
                <a:cs typeface="Times New Roman" panose="02020603050405020304" pitchFamily="18" charset="0"/>
              </a:rPr>
              <a:t>Different types </a:t>
            </a:r>
          </a:p>
          <a:p>
            <a:pPr marL="914400" lvl="1" indent="-457200">
              <a:buFont typeface="+mj-lt"/>
              <a:buAutoNum type="arabicPeriod"/>
            </a:pPr>
            <a:r>
              <a:rPr lang="en-US" sz="2200" dirty="0">
                <a:latin typeface="Times New Roman" panose="02020603050405020304" pitchFamily="18" charset="0"/>
                <a:cs typeface="Times New Roman" panose="02020603050405020304" pitchFamily="18" charset="0"/>
              </a:rPr>
              <a:t>One Sample T-test</a:t>
            </a:r>
          </a:p>
          <a:p>
            <a:pPr marL="914400" lvl="1" indent="-457200">
              <a:buFont typeface="+mj-lt"/>
              <a:buAutoNum type="arabicPeriod"/>
            </a:pPr>
            <a:r>
              <a:rPr lang="en-US" sz="2200" dirty="0">
                <a:latin typeface="Times New Roman" panose="02020603050405020304" pitchFamily="18" charset="0"/>
                <a:cs typeface="Times New Roman" panose="02020603050405020304" pitchFamily="18" charset="0"/>
              </a:rPr>
              <a:t>Independent Sample T-test</a:t>
            </a:r>
          </a:p>
          <a:p>
            <a:pPr marL="914400" lvl="1" indent="-457200">
              <a:buFont typeface="+mj-lt"/>
              <a:buAutoNum type="arabicPeriod"/>
            </a:pPr>
            <a:r>
              <a:rPr lang="en-US" sz="2200" dirty="0">
                <a:latin typeface="Times New Roman" panose="02020603050405020304" pitchFamily="18" charset="0"/>
                <a:cs typeface="Times New Roman" panose="02020603050405020304" pitchFamily="18" charset="0"/>
              </a:rPr>
              <a:t>Paired Sample T-test               </a:t>
            </a:r>
          </a:p>
        </p:txBody>
      </p:sp>
    </p:spTree>
    <p:extLst>
      <p:ext uri="{BB962C8B-B14F-4D97-AF65-F5344CB8AC3E}">
        <p14:creationId xmlns:p14="http://schemas.microsoft.com/office/powerpoint/2010/main" val="350231583"/>
      </p:ext>
    </p:extLst>
  </p:cSld>
  <p:clrMapOvr>
    <a:masterClrMapping/>
  </p:clrMapOvr>
</p:sld>
</file>

<file path=ppt/slides/slide2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dirty="0">
                <a:latin typeface="Times New Roman" panose="02020603050405020304" pitchFamily="18" charset="0"/>
                <a:cs typeface="Times New Roman" panose="02020603050405020304" pitchFamily="18" charset="0"/>
              </a:rPr>
              <a:t>One Sample T-test</a:t>
            </a:r>
          </a:p>
        </p:txBody>
      </p:sp>
      <p:sp>
        <p:nvSpPr>
          <p:cNvPr id="3" name="Slide Number Placeholder 2"/>
          <p:cNvSpPr>
            <a:spLocks noGrp="1"/>
          </p:cNvSpPr>
          <p:nvPr>
            <p:ph type="sldNum" sz="quarter" idx="12"/>
          </p:nvPr>
        </p:nvSpPr>
        <p:spPr/>
        <p:txBody>
          <a:bodyPr/>
          <a:lstStyle/>
          <a:p>
            <a:fld id="{C263D6C4-4840-40CC-AC84-17E24B3B7BDE}" type="slidenum">
              <a:rPr lang="en-US" noProof="0" smtClean="0"/>
              <a:pPr/>
              <a:t>23</a:t>
            </a:fld>
            <a:endParaRPr lang="en-US" noProof="0" dirty="0"/>
          </a:p>
        </p:txBody>
      </p:sp>
      <mc:AlternateContent xmlns:mc="http://schemas.openxmlformats.org/markup-compatibility/2006" xmlns:a14="http://schemas.microsoft.com/office/drawing/2010/main">
        <mc:Choice Requires="a14">
          <p:sp>
            <p:nvSpPr>
              <p:cNvPr id="4" name="Text Placeholder 3"/>
              <p:cNvSpPr>
                <a:spLocks noGrp="1"/>
              </p:cNvSpPr>
              <p:nvPr>
                <p:ph type="body" sz="quarter" idx="13"/>
              </p:nvPr>
            </p:nvSpPr>
            <p:spPr/>
            <p:txBody>
              <a:bodyPr/>
              <a:lstStyle/>
              <a:p>
                <a:r>
                  <a:rPr lang="en-US" sz="2800" dirty="0">
                    <a:latin typeface="Times New Roman" panose="02020603050405020304" pitchFamily="18" charset="0"/>
                    <a:cs typeface="Times New Roman" panose="02020603050405020304" pitchFamily="18" charset="0"/>
                  </a:rPr>
                  <a:t>H</a:t>
                </a:r>
                <a:r>
                  <a:rPr lang="en-US" sz="1400" dirty="0">
                    <a:latin typeface="Times New Roman" panose="02020603050405020304" pitchFamily="18" charset="0"/>
                    <a:cs typeface="Times New Roman" panose="02020603050405020304" pitchFamily="18" charset="0"/>
                  </a:rPr>
                  <a:t>0: </a:t>
                </a:r>
                <a14:m>
                  <m:oMath xmlns:m="http://schemas.openxmlformats.org/officeDocument/2006/math">
                    <m:bar>
                      <m:barPr>
                        <m:pos m:val="top"/>
                        <m:ctrlPr>
                          <a:rPr lang="en-US" sz="2400" b="0" i="1" smtClean="0">
                            <a:latin typeface="Cambria Math" panose="02040503050406030204" pitchFamily="18" charset="0"/>
                            <a:cs typeface="Times New Roman" panose="02020603050405020304" pitchFamily="18" charset="0"/>
                          </a:rPr>
                        </m:ctrlPr>
                      </m:barPr>
                      <m:e>
                        <m:r>
                          <a:rPr lang="en-US" sz="2400" b="0" i="1" smtClean="0">
                            <a:latin typeface="Cambria Math" panose="02040503050406030204" pitchFamily="18" charset="0"/>
                            <a:cs typeface="Times New Roman" panose="02020603050405020304" pitchFamily="18" charset="0"/>
                          </a:rPr>
                          <m:t>𝑋</m:t>
                        </m:r>
                      </m:e>
                    </m:bar>
                  </m:oMath>
                </a14:m>
                <a:r>
                  <a:rPr lang="en-US" sz="2400" b="0" dirty="0">
                    <a:latin typeface="Times New Roman" panose="02020603050405020304" pitchFamily="18" charset="0"/>
                    <a:cs typeface="Times New Roman" panose="02020603050405020304" pitchFamily="18" charset="0"/>
                  </a:rPr>
                  <a:t>= µ ; H</a:t>
                </a:r>
                <a:r>
                  <a:rPr lang="en-US" sz="1400" b="0" dirty="0">
                    <a:latin typeface="Times New Roman" panose="02020603050405020304" pitchFamily="18" charset="0"/>
                    <a:cs typeface="Times New Roman" panose="02020603050405020304" pitchFamily="18" charset="0"/>
                  </a:rPr>
                  <a:t>1</a:t>
                </a:r>
                <a:r>
                  <a:rPr lang="en-US" sz="2400" dirty="0">
                    <a:latin typeface="Times New Roman" panose="02020603050405020304" pitchFamily="18" charset="0"/>
                    <a:cs typeface="Times New Roman" panose="02020603050405020304" pitchFamily="18" charset="0"/>
                  </a:rPr>
                  <a:t>: </a:t>
                </a:r>
                <a14:m>
                  <m:oMath xmlns:m="http://schemas.openxmlformats.org/officeDocument/2006/math">
                    <m:bar>
                      <m:barPr>
                        <m:pos m:val="top"/>
                        <m:ctrlPr>
                          <a:rPr lang="en-US" sz="2400" b="0" i="1" smtClean="0">
                            <a:latin typeface="Cambria Math" panose="02040503050406030204" pitchFamily="18" charset="0"/>
                            <a:cs typeface="Times New Roman" panose="02020603050405020304" pitchFamily="18" charset="0"/>
                          </a:rPr>
                        </m:ctrlPr>
                      </m:barPr>
                      <m:e>
                        <m:r>
                          <a:rPr lang="en-US" sz="2400" b="0" i="1" smtClean="0">
                            <a:latin typeface="Cambria Math" panose="02040503050406030204" pitchFamily="18" charset="0"/>
                            <a:cs typeface="Times New Roman" panose="02020603050405020304" pitchFamily="18" charset="0"/>
                          </a:rPr>
                          <m:t>𝑋</m:t>
                        </m:r>
                      </m:e>
                    </m:bar>
                  </m:oMath>
                </a14:m>
                <a:r>
                  <a:rPr lang="en-US" sz="2400" b="0" dirty="0">
                    <a:latin typeface="Times New Roman" panose="02020603050405020304" pitchFamily="18" charset="0"/>
                    <a:cs typeface="Times New Roman" panose="02020603050405020304" pitchFamily="18" charset="0"/>
                  </a:rPr>
                  <a:t> ≠ µ</a:t>
                </a:r>
              </a:p>
              <a:p>
                <a:pPr marL="0" indent="0">
                  <a:buNone/>
                </a:pPr>
                <a:r>
                  <a:rPr lang="en-US" sz="2400" dirty="0">
                    <a:latin typeface="Times New Roman" panose="02020603050405020304" pitchFamily="18" charset="0"/>
                    <a:cs typeface="Times New Roman" panose="02020603050405020304" pitchFamily="18" charset="0"/>
                  </a:rPr>
                  <a:t>Where </a:t>
                </a:r>
                <a14:m>
                  <m:oMath xmlns:m="http://schemas.openxmlformats.org/officeDocument/2006/math">
                    <m:bar>
                      <m:barPr>
                        <m:pos m:val="top"/>
                        <m:ctrlPr>
                          <a:rPr lang="en-US" sz="2400" i="1">
                            <a:latin typeface="Cambria Math" panose="02040503050406030204" pitchFamily="18" charset="0"/>
                            <a:cs typeface="Times New Roman" panose="02020603050405020304" pitchFamily="18" charset="0"/>
                          </a:rPr>
                        </m:ctrlPr>
                      </m:barPr>
                      <m:e>
                        <m:r>
                          <a:rPr lang="en-US" sz="2400" i="1">
                            <a:latin typeface="Cambria Math" panose="02040503050406030204" pitchFamily="18" charset="0"/>
                            <a:cs typeface="Times New Roman" panose="02020603050405020304" pitchFamily="18" charset="0"/>
                          </a:rPr>
                          <m:t>𝑋</m:t>
                        </m:r>
                      </m:e>
                    </m:bar>
                  </m:oMath>
                </a14:m>
                <a:r>
                  <a:rPr lang="en-US" sz="2400" b="0" dirty="0">
                    <a:latin typeface="Times New Roman" panose="02020603050405020304" pitchFamily="18" charset="0"/>
                    <a:cs typeface="Times New Roman" panose="02020603050405020304" pitchFamily="18" charset="0"/>
                  </a:rPr>
                  <a:t> is sample mean, </a:t>
                </a:r>
                <a:r>
                  <a:rPr lang="en-US" sz="2400" dirty="0">
                    <a:latin typeface="Times New Roman" panose="02020603050405020304" pitchFamily="18" charset="0"/>
                    <a:cs typeface="Times New Roman" panose="02020603050405020304" pitchFamily="18" charset="0"/>
                  </a:rPr>
                  <a:t>µ is actual mean.</a:t>
                </a:r>
              </a:p>
              <a:p>
                <a:r>
                  <a:rPr lang="en-US" sz="2400" dirty="0">
                    <a:latin typeface="Times New Roman" panose="02020603050405020304" pitchFamily="18" charset="0"/>
                    <a:cs typeface="Times New Roman" panose="02020603050405020304" pitchFamily="18" charset="0"/>
                  </a:rPr>
                  <a:t>The t value is calculated using</a:t>
                </a:r>
              </a:p>
              <a:p>
                <a:pPr marL="0" indent="0">
                  <a:buNone/>
                </a:pPr>
                <a:r>
                  <a:rPr lang="en-US" sz="2400" dirty="0">
                    <a:latin typeface="Times New Roman" panose="02020603050405020304" pitchFamily="18" charset="0"/>
                    <a:cs typeface="Times New Roman" panose="02020603050405020304" pitchFamily="18" charset="0"/>
                  </a:rPr>
                  <a:t>             </a:t>
                </a:r>
                <a14:m>
                  <m:oMath xmlns:m="http://schemas.openxmlformats.org/officeDocument/2006/math">
                    <m:r>
                      <a:rPr lang="en-US" sz="2400" b="0" i="1" smtClean="0">
                        <a:latin typeface="Cambria Math" panose="02040503050406030204" pitchFamily="18" charset="0"/>
                        <a:cs typeface="Times New Roman" panose="02020603050405020304" pitchFamily="18" charset="0"/>
                      </a:rPr>
                      <m:t>𝑡</m:t>
                    </m:r>
                    <m:r>
                      <a:rPr lang="en-US" sz="2400" b="0" i="1" smtClean="0">
                        <a:latin typeface="Cambria Math" panose="02040503050406030204" pitchFamily="18" charset="0"/>
                        <a:cs typeface="Times New Roman" panose="02020603050405020304" pitchFamily="18" charset="0"/>
                      </a:rPr>
                      <m:t>=</m:t>
                    </m:r>
                    <m:f>
                      <m:fPr>
                        <m:ctrlPr>
                          <a:rPr lang="en-US" sz="2400" b="0" i="1" smtClean="0">
                            <a:latin typeface="Cambria Math" panose="02040503050406030204" pitchFamily="18" charset="0"/>
                            <a:ea typeface="Cambria Math" panose="02040503050406030204" pitchFamily="18" charset="0"/>
                            <a:cs typeface="Times New Roman" panose="02020603050405020304" pitchFamily="18" charset="0"/>
                          </a:rPr>
                        </m:ctrlPr>
                      </m:fPr>
                      <m:num>
                        <m:bar>
                          <m:barPr>
                            <m:pos m:val="top"/>
                            <m:ctrlPr>
                              <a:rPr lang="en-US" sz="2400" b="0" i="1" smtClean="0">
                                <a:latin typeface="Cambria Math" panose="02040503050406030204" pitchFamily="18" charset="0"/>
                                <a:ea typeface="Cambria Math" panose="02040503050406030204" pitchFamily="18" charset="0"/>
                                <a:cs typeface="Times New Roman" panose="02020603050405020304" pitchFamily="18" charset="0"/>
                              </a:rPr>
                            </m:ctrlPr>
                          </m:barPr>
                          <m:e>
                            <m:r>
                              <a:rPr lang="en-US" sz="2400" b="0" i="1" smtClean="0">
                                <a:latin typeface="Cambria Math" panose="02040503050406030204" pitchFamily="18" charset="0"/>
                                <a:ea typeface="Cambria Math" panose="02040503050406030204" pitchFamily="18" charset="0"/>
                                <a:cs typeface="Times New Roman" panose="02020603050405020304" pitchFamily="18" charset="0"/>
                              </a:rPr>
                              <m:t>𝑋</m:t>
                            </m:r>
                          </m:e>
                        </m:bar>
                        <m:r>
                          <a:rPr lang="en-US" sz="2400" b="0" i="1" smtClean="0">
                            <a:latin typeface="Cambria Math" panose="02040503050406030204" pitchFamily="18" charset="0"/>
                            <a:ea typeface="Cambria Math" panose="02040503050406030204" pitchFamily="18" charset="0"/>
                            <a:cs typeface="Times New Roman" panose="02020603050405020304" pitchFamily="18" charset="0"/>
                          </a:rPr>
                          <m:t>−</m:t>
                        </m:r>
                        <m:r>
                          <a:rPr lang="en-US" sz="2400" b="0" i="1" smtClean="0">
                            <a:latin typeface="Cambria Math" panose="02040503050406030204" pitchFamily="18" charset="0"/>
                            <a:ea typeface="Cambria Math" panose="02040503050406030204" pitchFamily="18" charset="0"/>
                            <a:cs typeface="Times New Roman" panose="02020603050405020304" pitchFamily="18" charset="0"/>
                          </a:rPr>
                          <m:t>𝜇</m:t>
                        </m:r>
                      </m:num>
                      <m:den>
                        <m:f>
                          <m:fPr>
                            <m:ctrlPr>
                              <a:rPr lang="en-US" sz="2400" b="0" i="1" smtClean="0">
                                <a:latin typeface="Cambria Math" panose="02040503050406030204" pitchFamily="18" charset="0"/>
                                <a:ea typeface="Cambria Math" panose="02040503050406030204" pitchFamily="18" charset="0"/>
                                <a:cs typeface="Times New Roman" panose="02020603050405020304" pitchFamily="18" charset="0"/>
                              </a:rPr>
                            </m:ctrlPr>
                          </m:fPr>
                          <m:num>
                            <m:r>
                              <a:rPr lang="en-US" sz="2400" b="0" i="1" smtClean="0">
                                <a:latin typeface="Cambria Math" panose="02040503050406030204" pitchFamily="18" charset="0"/>
                                <a:ea typeface="Cambria Math" panose="02040503050406030204" pitchFamily="18" charset="0"/>
                                <a:cs typeface="Times New Roman" panose="02020603050405020304" pitchFamily="18" charset="0"/>
                              </a:rPr>
                              <m:t>𝑆</m:t>
                            </m:r>
                          </m:num>
                          <m:den>
                            <m:r>
                              <a:rPr lang="en-US" sz="2400" b="0" i="1" smtClean="0">
                                <a:latin typeface="Cambria Math" panose="02040503050406030204" pitchFamily="18" charset="0"/>
                                <a:ea typeface="Cambria Math" panose="02040503050406030204" pitchFamily="18" charset="0"/>
                                <a:cs typeface="Times New Roman" panose="02020603050405020304" pitchFamily="18" charset="0"/>
                              </a:rPr>
                              <m:t>√</m:t>
                            </m:r>
                            <m:r>
                              <a:rPr lang="en-US" sz="2400" b="0" i="1" smtClean="0">
                                <a:latin typeface="Cambria Math" panose="02040503050406030204" pitchFamily="18" charset="0"/>
                                <a:ea typeface="Cambria Math" panose="02040503050406030204" pitchFamily="18" charset="0"/>
                                <a:cs typeface="Times New Roman" panose="02020603050405020304" pitchFamily="18" charset="0"/>
                              </a:rPr>
                              <m:t>𝑛</m:t>
                            </m:r>
                          </m:den>
                        </m:f>
                      </m:den>
                    </m:f>
                  </m:oMath>
                </a14:m>
                <a:endParaRPr lang="en-US" sz="2400" b="0" dirty="0">
                  <a:latin typeface="Times New Roman" panose="02020603050405020304" pitchFamily="18" charset="0"/>
                  <a:cs typeface="Times New Roman" panose="02020603050405020304" pitchFamily="18" charset="0"/>
                </a:endParaRPr>
              </a:p>
              <a:p>
                <a:pPr marL="0" indent="0">
                  <a:buNone/>
                </a:pPr>
                <a:r>
                  <a:rPr lang="en-US" sz="2400" dirty="0">
                    <a:latin typeface="Times New Roman" panose="02020603050405020304" pitchFamily="18" charset="0"/>
                    <a:cs typeface="Times New Roman" panose="02020603050405020304" pitchFamily="18" charset="0"/>
                  </a:rPr>
                  <a:t>Where </a:t>
                </a:r>
                <a:r>
                  <a:rPr lang="en-US" sz="2400" i="1" dirty="0">
                    <a:latin typeface="Times New Roman" panose="02020603050405020304" pitchFamily="18" charset="0"/>
                    <a:cs typeface="Times New Roman" panose="02020603050405020304" pitchFamily="18" charset="0"/>
                  </a:rPr>
                  <a:t>s </a:t>
                </a:r>
                <a:r>
                  <a:rPr lang="en-US" sz="2400" dirty="0">
                    <a:latin typeface="Times New Roman" panose="02020603050405020304" pitchFamily="18" charset="0"/>
                    <a:cs typeface="Times New Roman" panose="02020603050405020304" pitchFamily="18" charset="0"/>
                  </a:rPr>
                  <a:t>is the standard deviation and n is the sample size.</a:t>
                </a:r>
              </a:p>
              <a:p>
                <a:r>
                  <a:rPr lang="en-US" sz="2400" dirty="0">
                    <a:latin typeface="Times New Roman" panose="02020603050405020304" pitchFamily="18" charset="0"/>
                    <a:cs typeface="Times New Roman" panose="02020603050405020304" pitchFamily="18" charset="0"/>
                  </a:rPr>
                  <a:t>Degrees of freedom is </a:t>
                </a:r>
                <a:r>
                  <a:rPr lang="en-US" sz="2400" i="1" dirty="0">
                    <a:latin typeface="Times New Roman" panose="02020603050405020304" pitchFamily="18" charset="0"/>
                    <a:cs typeface="Times New Roman" panose="02020603050405020304" pitchFamily="18" charset="0"/>
                  </a:rPr>
                  <a:t>n-</a:t>
                </a:r>
                <a:r>
                  <a:rPr lang="en-US" sz="2000" i="1" dirty="0">
                    <a:latin typeface="Times New Roman" panose="02020603050405020304" pitchFamily="18" charset="0"/>
                    <a:cs typeface="Times New Roman" panose="02020603050405020304" pitchFamily="18" charset="0"/>
                  </a:rPr>
                  <a:t>1.</a:t>
                </a:r>
              </a:p>
            </p:txBody>
          </p:sp>
        </mc:Choice>
        <mc:Fallback xmlns="">
          <p:sp>
            <p:nvSpPr>
              <p:cNvPr id="4" name="Text Placeholder 3"/>
              <p:cNvSpPr>
                <a:spLocks noGrp="1" noRot="1" noChangeAspect="1" noMove="1" noResize="1" noEditPoints="1" noAdjustHandles="1" noChangeArrowheads="1" noChangeShapeType="1" noTextEdit="1"/>
              </p:cNvSpPr>
              <p:nvPr>
                <p:ph type="body" sz="quarter" idx="13"/>
              </p:nvPr>
            </p:nvSpPr>
            <p:spPr>
              <a:blipFill>
                <a:blip r:embed="rId2"/>
                <a:stretch>
                  <a:fillRect l="-1633" t="-1639" r="-1361"/>
                </a:stretch>
              </a:blipFill>
            </p:spPr>
            <p:txBody>
              <a:bodyPr/>
              <a:lstStyle/>
              <a:p>
                <a:r>
                  <a:rPr lang="en-US">
                    <a:noFill/>
                  </a:rPr>
                  <a:t> </a:t>
                </a:r>
              </a:p>
            </p:txBody>
          </p:sp>
        </mc:Fallback>
      </mc:AlternateContent>
    </p:spTree>
    <p:extLst>
      <p:ext uri="{BB962C8B-B14F-4D97-AF65-F5344CB8AC3E}">
        <p14:creationId xmlns:p14="http://schemas.microsoft.com/office/powerpoint/2010/main" val="4172429589"/>
      </p:ext>
    </p:extLst>
  </p:cSld>
  <p:clrMapOvr>
    <a:masterClrMapping/>
  </p:clrMapOvr>
</p:sld>
</file>

<file path=ppt/slides/slide2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44500" y="542925"/>
            <a:ext cx="11214100" cy="547842"/>
          </a:xfrm>
        </p:spPr>
        <p:txBody>
          <a:bodyPr/>
          <a:lstStyle/>
          <a:p>
            <a:r>
              <a:rPr lang="en-US" dirty="0">
                <a:latin typeface="Times New Roman" panose="02020603050405020304" pitchFamily="18" charset="0"/>
                <a:cs typeface="Times New Roman" panose="02020603050405020304" pitchFamily="18" charset="0"/>
              </a:rPr>
              <a:t>Independent Sample T-test</a:t>
            </a:r>
          </a:p>
        </p:txBody>
      </p:sp>
      <p:sp>
        <p:nvSpPr>
          <p:cNvPr id="3" name="Slide Number Placeholder 2"/>
          <p:cNvSpPr>
            <a:spLocks noGrp="1"/>
          </p:cNvSpPr>
          <p:nvPr>
            <p:ph type="sldNum" sz="quarter" idx="12"/>
          </p:nvPr>
        </p:nvSpPr>
        <p:spPr/>
        <p:txBody>
          <a:bodyPr/>
          <a:lstStyle/>
          <a:p>
            <a:fld id="{C263D6C4-4840-40CC-AC84-17E24B3B7BDE}" type="slidenum">
              <a:rPr lang="en-US" noProof="0" smtClean="0"/>
              <a:pPr/>
              <a:t>24</a:t>
            </a:fld>
            <a:endParaRPr lang="en-US" noProof="0" dirty="0"/>
          </a:p>
        </p:txBody>
      </p:sp>
      <mc:AlternateContent xmlns:mc="http://schemas.openxmlformats.org/markup-compatibility/2006" xmlns:a14="http://schemas.microsoft.com/office/drawing/2010/main">
        <mc:Choice Requires="a14">
          <p:sp>
            <p:nvSpPr>
              <p:cNvPr id="4" name="Text Placeholder 3"/>
              <p:cNvSpPr>
                <a:spLocks noGrp="1"/>
              </p:cNvSpPr>
              <p:nvPr>
                <p:ph type="body" sz="quarter" idx="13"/>
              </p:nvPr>
            </p:nvSpPr>
            <p:spPr>
              <a:xfrm>
                <a:off x="444500" y="1361616"/>
                <a:ext cx="9824915" cy="4093243"/>
              </a:xfrm>
            </p:spPr>
            <p:txBody>
              <a:bodyPr/>
              <a:lstStyle/>
              <a:p>
                <a:r>
                  <a:rPr lang="en-US" sz="2800" dirty="0">
                    <a:latin typeface="Times New Roman" panose="02020603050405020304" pitchFamily="18" charset="0"/>
                    <a:cs typeface="Times New Roman" panose="02020603050405020304" pitchFamily="18" charset="0"/>
                  </a:rPr>
                  <a:t>H</a:t>
                </a:r>
                <a:r>
                  <a:rPr lang="en-US" sz="1400" dirty="0">
                    <a:latin typeface="Times New Roman" panose="02020603050405020304" pitchFamily="18" charset="0"/>
                    <a:cs typeface="Times New Roman" panose="02020603050405020304" pitchFamily="18" charset="0"/>
                  </a:rPr>
                  <a:t>0: </a:t>
                </a:r>
                <a14:m>
                  <m:oMath xmlns:m="http://schemas.openxmlformats.org/officeDocument/2006/math">
                    <m:bar>
                      <m:barPr>
                        <m:pos m:val="top"/>
                        <m:ctrlPr>
                          <a:rPr lang="en-US" sz="2400" i="1" smtClean="0">
                            <a:latin typeface="Cambria Math" panose="02040503050406030204" pitchFamily="18" charset="0"/>
                            <a:cs typeface="Times New Roman" panose="02020603050405020304" pitchFamily="18" charset="0"/>
                          </a:rPr>
                        </m:ctrlPr>
                      </m:barPr>
                      <m:e>
                        <m:r>
                          <a:rPr lang="en-US" sz="2400" i="1">
                            <a:latin typeface="Cambria Math" panose="02040503050406030204" pitchFamily="18" charset="0"/>
                            <a:cs typeface="Times New Roman" panose="02020603050405020304" pitchFamily="18" charset="0"/>
                          </a:rPr>
                          <m:t>𝑋</m:t>
                        </m:r>
                      </m:e>
                    </m:bar>
                  </m:oMath>
                </a14:m>
                <a:r>
                  <a:rPr lang="en-US" sz="1200" dirty="0">
                    <a:latin typeface="Times New Roman" panose="02020603050405020304" pitchFamily="18" charset="0"/>
                    <a:cs typeface="Times New Roman" panose="02020603050405020304" pitchFamily="18" charset="0"/>
                  </a:rPr>
                  <a:t>1</a:t>
                </a:r>
                <a:r>
                  <a:rPr lang="en-US" sz="2400" dirty="0">
                    <a:latin typeface="Times New Roman" panose="02020603050405020304" pitchFamily="18" charset="0"/>
                    <a:cs typeface="Times New Roman" panose="02020603050405020304" pitchFamily="18" charset="0"/>
                  </a:rPr>
                  <a:t>= </a:t>
                </a:r>
                <a14:m>
                  <m:oMath xmlns:m="http://schemas.openxmlformats.org/officeDocument/2006/math">
                    <m:bar>
                      <m:barPr>
                        <m:pos m:val="top"/>
                        <m:ctrlPr>
                          <a:rPr lang="en-US" sz="2400" i="1">
                            <a:latin typeface="Cambria Math" panose="02040503050406030204" pitchFamily="18" charset="0"/>
                            <a:cs typeface="Times New Roman" panose="02020603050405020304" pitchFamily="18" charset="0"/>
                          </a:rPr>
                        </m:ctrlPr>
                      </m:barPr>
                      <m:e>
                        <m:r>
                          <a:rPr lang="en-US" sz="2400" i="1">
                            <a:latin typeface="Cambria Math" panose="02040503050406030204" pitchFamily="18" charset="0"/>
                            <a:cs typeface="Times New Roman" panose="02020603050405020304" pitchFamily="18" charset="0"/>
                          </a:rPr>
                          <m:t>𝑋</m:t>
                        </m:r>
                      </m:e>
                    </m:bar>
                  </m:oMath>
                </a14:m>
                <a:r>
                  <a:rPr lang="en-US" sz="1200" dirty="0">
                    <a:latin typeface="Times New Roman" panose="02020603050405020304" pitchFamily="18" charset="0"/>
                    <a:cs typeface="Times New Roman" panose="02020603050405020304" pitchFamily="18" charset="0"/>
                  </a:rPr>
                  <a:t>2</a:t>
                </a:r>
                <a:r>
                  <a:rPr lang="en-US" sz="2400" dirty="0">
                    <a:latin typeface="Times New Roman" panose="02020603050405020304" pitchFamily="18" charset="0"/>
                    <a:cs typeface="Times New Roman" panose="02020603050405020304" pitchFamily="18" charset="0"/>
                  </a:rPr>
                  <a:t> ; H</a:t>
                </a:r>
                <a:r>
                  <a:rPr lang="en-US" sz="1400" dirty="0">
                    <a:latin typeface="Times New Roman" panose="02020603050405020304" pitchFamily="18" charset="0"/>
                    <a:cs typeface="Times New Roman" panose="02020603050405020304" pitchFamily="18" charset="0"/>
                  </a:rPr>
                  <a:t>1</a:t>
                </a:r>
                <a:r>
                  <a:rPr lang="en-US" sz="2400" dirty="0">
                    <a:latin typeface="Times New Roman" panose="02020603050405020304" pitchFamily="18" charset="0"/>
                    <a:cs typeface="Times New Roman" panose="02020603050405020304" pitchFamily="18" charset="0"/>
                  </a:rPr>
                  <a:t>: </a:t>
                </a:r>
                <a14:m>
                  <m:oMath xmlns:m="http://schemas.openxmlformats.org/officeDocument/2006/math">
                    <m:bar>
                      <m:barPr>
                        <m:pos m:val="top"/>
                        <m:ctrlPr>
                          <a:rPr lang="en-US" sz="2400" i="1">
                            <a:latin typeface="Cambria Math" panose="02040503050406030204" pitchFamily="18" charset="0"/>
                            <a:cs typeface="Times New Roman" panose="02020603050405020304" pitchFamily="18" charset="0"/>
                          </a:rPr>
                        </m:ctrlPr>
                      </m:barPr>
                      <m:e>
                        <m:r>
                          <a:rPr lang="en-US" sz="2400" i="1">
                            <a:latin typeface="Cambria Math" panose="02040503050406030204" pitchFamily="18" charset="0"/>
                            <a:cs typeface="Times New Roman" panose="02020603050405020304" pitchFamily="18" charset="0"/>
                          </a:rPr>
                          <m:t>𝑋</m:t>
                        </m:r>
                      </m:e>
                    </m:bar>
                  </m:oMath>
                </a14:m>
                <a:r>
                  <a:rPr lang="en-US" sz="1200" dirty="0">
                    <a:latin typeface="Times New Roman" panose="02020603050405020304" pitchFamily="18" charset="0"/>
                    <a:cs typeface="Times New Roman" panose="02020603050405020304" pitchFamily="18" charset="0"/>
                  </a:rPr>
                  <a:t>1</a:t>
                </a:r>
                <a:r>
                  <a:rPr lang="en-US" sz="2400" dirty="0">
                    <a:latin typeface="Times New Roman" panose="02020603050405020304" pitchFamily="18" charset="0"/>
                    <a:cs typeface="Times New Roman" panose="02020603050405020304" pitchFamily="18" charset="0"/>
                  </a:rPr>
                  <a:t> ≠ </a:t>
                </a:r>
                <a14:m>
                  <m:oMath xmlns:m="http://schemas.openxmlformats.org/officeDocument/2006/math">
                    <m:bar>
                      <m:barPr>
                        <m:pos m:val="top"/>
                        <m:ctrlPr>
                          <a:rPr lang="en-US" sz="2400" i="1">
                            <a:latin typeface="Cambria Math" panose="02040503050406030204" pitchFamily="18" charset="0"/>
                            <a:cs typeface="Times New Roman" panose="02020603050405020304" pitchFamily="18" charset="0"/>
                          </a:rPr>
                        </m:ctrlPr>
                      </m:barPr>
                      <m:e>
                        <m:r>
                          <a:rPr lang="en-US" sz="2400" i="1">
                            <a:latin typeface="Cambria Math" panose="02040503050406030204" pitchFamily="18" charset="0"/>
                            <a:cs typeface="Times New Roman" panose="02020603050405020304" pitchFamily="18" charset="0"/>
                          </a:rPr>
                          <m:t>𝑋</m:t>
                        </m:r>
                      </m:e>
                    </m:bar>
                  </m:oMath>
                </a14:m>
                <a:r>
                  <a:rPr lang="en-US" sz="1200" dirty="0">
                    <a:latin typeface="Times New Roman" panose="02020603050405020304" pitchFamily="18" charset="0"/>
                    <a:cs typeface="Times New Roman" panose="02020603050405020304" pitchFamily="18" charset="0"/>
                  </a:rPr>
                  <a:t>2</a:t>
                </a:r>
              </a:p>
              <a:p>
                <a14:m>
                  <m:oMath xmlns:m="http://schemas.openxmlformats.org/officeDocument/2006/math">
                    <m:bar>
                      <m:barPr>
                        <m:pos m:val="top"/>
                        <m:ctrlPr>
                          <a:rPr lang="en-US" sz="2400" i="1">
                            <a:latin typeface="Cambria Math" panose="02040503050406030204" pitchFamily="18" charset="0"/>
                            <a:cs typeface="Times New Roman" panose="02020603050405020304" pitchFamily="18" charset="0"/>
                          </a:rPr>
                        </m:ctrlPr>
                      </m:barPr>
                      <m:e>
                        <m:r>
                          <a:rPr lang="en-US" sz="2400" i="1">
                            <a:latin typeface="Cambria Math" panose="02040503050406030204" pitchFamily="18" charset="0"/>
                            <a:cs typeface="Times New Roman" panose="02020603050405020304" pitchFamily="18" charset="0"/>
                          </a:rPr>
                          <m:t>𝑋</m:t>
                        </m:r>
                      </m:e>
                    </m:bar>
                  </m:oMath>
                </a14:m>
                <a:r>
                  <a:rPr lang="en-US" sz="1200" dirty="0">
                    <a:latin typeface="Times New Roman" panose="02020603050405020304" pitchFamily="18" charset="0"/>
                    <a:cs typeface="Times New Roman" panose="02020603050405020304" pitchFamily="18" charset="0"/>
                  </a:rPr>
                  <a:t>1</a:t>
                </a:r>
                <a:r>
                  <a:rPr lang="en-US" sz="2400" dirty="0">
                    <a:latin typeface="Times New Roman" panose="02020603050405020304" pitchFamily="18" charset="0"/>
                    <a:cs typeface="Times New Roman" panose="02020603050405020304" pitchFamily="18" charset="0"/>
                  </a:rPr>
                  <a:t> and </a:t>
                </a:r>
                <a14:m>
                  <m:oMath xmlns:m="http://schemas.openxmlformats.org/officeDocument/2006/math">
                    <m:bar>
                      <m:barPr>
                        <m:pos m:val="top"/>
                        <m:ctrlPr>
                          <a:rPr lang="en-US" sz="2400" i="1">
                            <a:latin typeface="Cambria Math" panose="02040503050406030204" pitchFamily="18" charset="0"/>
                            <a:cs typeface="Times New Roman" panose="02020603050405020304" pitchFamily="18" charset="0"/>
                          </a:rPr>
                        </m:ctrlPr>
                      </m:barPr>
                      <m:e>
                        <m:r>
                          <a:rPr lang="en-US" sz="2400" i="1">
                            <a:latin typeface="Cambria Math" panose="02040503050406030204" pitchFamily="18" charset="0"/>
                            <a:cs typeface="Times New Roman" panose="02020603050405020304" pitchFamily="18" charset="0"/>
                          </a:rPr>
                          <m:t>𝑋</m:t>
                        </m:r>
                      </m:e>
                    </m:bar>
                  </m:oMath>
                </a14:m>
                <a:r>
                  <a:rPr lang="en-US" sz="1200" dirty="0">
                    <a:latin typeface="Times New Roman" panose="02020603050405020304" pitchFamily="18" charset="0"/>
                    <a:cs typeface="Times New Roman" panose="02020603050405020304" pitchFamily="18" charset="0"/>
                  </a:rPr>
                  <a:t>2</a:t>
                </a:r>
                <a:r>
                  <a:rPr lang="en-US" sz="2400" dirty="0">
                    <a:latin typeface="Times New Roman" panose="02020603050405020304" pitchFamily="18" charset="0"/>
                    <a:cs typeface="Times New Roman" panose="02020603050405020304" pitchFamily="18" charset="0"/>
                  </a:rPr>
                  <a:t> are means of two independent samples.</a:t>
                </a:r>
              </a:p>
              <a:p>
                <a:r>
                  <a:rPr lang="en-US" sz="2400" dirty="0">
                    <a:latin typeface="Times New Roman" panose="02020603050405020304" pitchFamily="18" charset="0"/>
                    <a:cs typeface="Times New Roman" panose="02020603050405020304" pitchFamily="18" charset="0"/>
                  </a:rPr>
                  <a:t>The t value is</a:t>
                </a:r>
              </a:p>
              <a:p>
                <a:pPr marL="0" indent="0">
                  <a:buNone/>
                </a:pPr>
                <a:r>
                  <a:rPr lang="en-US" sz="2400" dirty="0">
                    <a:latin typeface="Times New Roman" panose="02020603050405020304" pitchFamily="18" charset="0"/>
                    <a:cs typeface="Times New Roman" panose="02020603050405020304" pitchFamily="18" charset="0"/>
                  </a:rPr>
                  <a:t>                   </a:t>
                </a:r>
                <a:r>
                  <a:rPr lang="en-US" sz="2400" i="1" dirty="0">
                    <a:latin typeface="Times New Roman" panose="02020603050405020304" pitchFamily="18" charset="0"/>
                    <a:cs typeface="Times New Roman" panose="02020603050405020304" pitchFamily="18" charset="0"/>
                  </a:rPr>
                  <a:t>t </a:t>
                </a:r>
                <a:r>
                  <a:rPr lang="en-US" sz="2400" dirty="0">
                    <a:latin typeface="Times New Roman" panose="02020603050405020304" pitchFamily="18" charset="0"/>
                    <a:cs typeface="Times New Roman" panose="02020603050405020304" pitchFamily="18" charset="0"/>
                  </a:rPr>
                  <a:t>= </a:t>
                </a:r>
                <a14:m>
                  <m:oMath xmlns:m="http://schemas.openxmlformats.org/officeDocument/2006/math">
                    <m:f>
                      <m:fPr>
                        <m:ctrlPr>
                          <a:rPr lang="en-US" sz="2400" i="1" smtClean="0">
                            <a:latin typeface="Cambria Math" panose="02040503050406030204" pitchFamily="18" charset="0"/>
                            <a:cs typeface="Times New Roman" panose="02020603050405020304" pitchFamily="18" charset="0"/>
                          </a:rPr>
                        </m:ctrlPr>
                      </m:fPr>
                      <m:num>
                        <m:bar>
                          <m:barPr>
                            <m:pos m:val="top"/>
                            <m:ctrlPr>
                              <a:rPr lang="en-US" sz="2400" i="1">
                                <a:latin typeface="Cambria Math" panose="02040503050406030204" pitchFamily="18" charset="0"/>
                                <a:cs typeface="Times New Roman" panose="02020603050405020304" pitchFamily="18" charset="0"/>
                              </a:rPr>
                            </m:ctrlPr>
                          </m:barPr>
                          <m:e>
                            <m:r>
                              <a:rPr lang="en-US" sz="2400" i="1">
                                <a:latin typeface="Cambria Math" panose="02040503050406030204" pitchFamily="18" charset="0"/>
                                <a:cs typeface="Times New Roman" panose="02020603050405020304" pitchFamily="18" charset="0"/>
                              </a:rPr>
                              <m:t>𝑋</m:t>
                            </m:r>
                          </m:e>
                        </m:bar>
                        <m:r>
                          <m:rPr>
                            <m:nor/>
                          </m:rPr>
                          <a:rPr lang="en-US" sz="1200" dirty="0">
                            <a:latin typeface="Times New Roman" panose="02020603050405020304" pitchFamily="18" charset="0"/>
                            <a:cs typeface="Times New Roman" panose="02020603050405020304" pitchFamily="18" charset="0"/>
                          </a:rPr>
                          <m:t>1</m:t>
                        </m:r>
                        <m:r>
                          <m:rPr>
                            <m:nor/>
                          </m:rPr>
                          <a:rPr lang="en-US" sz="2400" dirty="0">
                            <a:latin typeface="Times New Roman" panose="02020603050405020304" pitchFamily="18" charset="0"/>
                            <a:cs typeface="Times New Roman" panose="02020603050405020304" pitchFamily="18" charset="0"/>
                          </a:rPr>
                          <m:t>−</m:t>
                        </m:r>
                        <m:bar>
                          <m:barPr>
                            <m:pos m:val="top"/>
                            <m:ctrlPr>
                              <a:rPr lang="en-US" sz="2400" i="1">
                                <a:latin typeface="Cambria Math" panose="02040503050406030204" pitchFamily="18" charset="0"/>
                                <a:cs typeface="Times New Roman" panose="02020603050405020304" pitchFamily="18" charset="0"/>
                              </a:rPr>
                            </m:ctrlPr>
                          </m:barPr>
                          <m:e>
                            <m:r>
                              <a:rPr lang="en-US" sz="2400" i="1">
                                <a:latin typeface="Cambria Math" panose="02040503050406030204" pitchFamily="18" charset="0"/>
                                <a:cs typeface="Times New Roman" panose="02020603050405020304" pitchFamily="18" charset="0"/>
                              </a:rPr>
                              <m:t>𝑋</m:t>
                            </m:r>
                          </m:e>
                        </m:bar>
                        <m:r>
                          <m:rPr>
                            <m:nor/>
                          </m:rPr>
                          <a:rPr lang="en-US" sz="1200" dirty="0">
                            <a:latin typeface="Times New Roman" panose="02020603050405020304" pitchFamily="18" charset="0"/>
                            <a:cs typeface="Times New Roman" panose="02020603050405020304" pitchFamily="18" charset="0"/>
                          </a:rPr>
                          <m:t>2</m:t>
                        </m:r>
                      </m:num>
                      <m:den>
                        <m:r>
                          <a:rPr lang="en-US" sz="2400" b="0" i="1" smtClean="0">
                            <a:latin typeface="Cambria Math" panose="02040503050406030204" pitchFamily="18" charset="0"/>
                            <a:cs typeface="Times New Roman" panose="02020603050405020304" pitchFamily="18" charset="0"/>
                          </a:rPr>
                          <m:t>𝑆𝐸</m:t>
                        </m:r>
                      </m:den>
                    </m:f>
                  </m:oMath>
                </a14:m>
                <a:r>
                  <a:rPr lang="en-US" sz="2400" dirty="0">
                    <a:latin typeface="Times New Roman" panose="02020603050405020304" pitchFamily="18" charset="0"/>
                    <a:cs typeface="Times New Roman" panose="02020603050405020304" pitchFamily="18" charset="0"/>
                  </a:rPr>
                  <a:t>, </a:t>
                </a:r>
              </a:p>
              <a:p>
                <a:pPr marL="0" indent="0">
                  <a:buNone/>
                </a:pPr>
                <a14:m>
                  <m:oMathPara xmlns:m="http://schemas.openxmlformats.org/officeDocument/2006/math">
                    <m:oMathParaPr>
                      <m:jc m:val="centerGroup"/>
                    </m:oMathParaPr>
                    <m:oMath xmlns:m="http://schemas.openxmlformats.org/officeDocument/2006/math">
                      <m:r>
                        <a:rPr lang="en-IN" sz="2000" i="1">
                          <a:latin typeface="Cambria Math" panose="02040503050406030204" pitchFamily="18" charset="0"/>
                          <a:ea typeface="Times New Roman" panose="02020603050405020304" pitchFamily="18" charset="0"/>
                          <a:cs typeface="Times New Roman" panose="02020603050405020304" pitchFamily="18" charset="0"/>
                        </a:rPr>
                        <m:t>𝑆𝐸</m:t>
                      </m:r>
                      <m:r>
                        <a:rPr lang="en-IN" sz="2000" i="1">
                          <a:latin typeface="Cambria Math" panose="02040503050406030204" pitchFamily="18" charset="0"/>
                          <a:ea typeface="Times New Roman" panose="02020603050405020304" pitchFamily="18" charset="0"/>
                          <a:cs typeface="Times New Roman" panose="02020603050405020304" pitchFamily="18" charset="0"/>
                        </a:rPr>
                        <m:t>=</m:t>
                      </m:r>
                      <m:d>
                        <m:dPr>
                          <m:begChr m:val="{"/>
                          <m:endChr m:val=""/>
                          <m:ctrlPr>
                            <a:rPr lang="en-IN" sz="2000" i="1">
                              <a:latin typeface="Cambria Math" panose="02040503050406030204" pitchFamily="18" charset="0"/>
                              <a:ea typeface="Times New Roman" panose="02020603050405020304" pitchFamily="18" charset="0"/>
                              <a:cs typeface="Times New Roman" panose="02020603050405020304" pitchFamily="18" charset="0"/>
                            </a:rPr>
                          </m:ctrlPr>
                        </m:dPr>
                        <m:e>
                          <m:eqArr>
                            <m:eqArrPr>
                              <m:ctrlPr>
                                <a:rPr lang="en-IN" sz="2000" i="1">
                                  <a:latin typeface="Cambria Math" panose="02040503050406030204" pitchFamily="18" charset="0"/>
                                  <a:ea typeface="Times New Roman" panose="02020603050405020304" pitchFamily="18" charset="0"/>
                                  <a:cs typeface="Times New Roman" panose="02020603050405020304" pitchFamily="18" charset="0"/>
                                </a:rPr>
                              </m:ctrlPr>
                            </m:eqArrPr>
                            <m:e>
                              <m:rad>
                                <m:radPr>
                                  <m:degHide m:val="on"/>
                                  <m:ctrlPr>
                                    <a:rPr lang="en-IN" sz="2000" i="1">
                                      <a:latin typeface="Cambria Math" panose="02040503050406030204" pitchFamily="18" charset="0"/>
                                      <a:ea typeface="Times New Roman" panose="02020603050405020304" pitchFamily="18" charset="0"/>
                                      <a:cs typeface="Times New Roman" panose="02020603050405020304" pitchFamily="18" charset="0"/>
                                    </a:rPr>
                                  </m:ctrlPr>
                                </m:radPr>
                                <m:deg/>
                                <m:e>
                                  <m:f>
                                    <m:fPr>
                                      <m:ctrlPr>
                                        <a:rPr lang="en-IN" sz="2000" i="1">
                                          <a:latin typeface="Cambria Math" panose="02040503050406030204" pitchFamily="18" charset="0"/>
                                          <a:ea typeface="Times New Roman" panose="02020603050405020304" pitchFamily="18" charset="0"/>
                                          <a:cs typeface="Times New Roman" panose="02020603050405020304" pitchFamily="18" charset="0"/>
                                        </a:rPr>
                                      </m:ctrlPr>
                                    </m:fPr>
                                    <m:num>
                                      <m:sSubSup>
                                        <m:sSubSupPr>
                                          <m:ctrlPr>
                                            <a:rPr lang="en-IN" sz="2000" i="1">
                                              <a:latin typeface="Cambria Math" panose="02040503050406030204" pitchFamily="18" charset="0"/>
                                              <a:ea typeface="Times New Roman" panose="02020603050405020304" pitchFamily="18" charset="0"/>
                                              <a:cs typeface="Times New Roman" panose="02020603050405020304" pitchFamily="18" charset="0"/>
                                            </a:rPr>
                                          </m:ctrlPr>
                                        </m:sSubSupPr>
                                        <m:e>
                                          <m:r>
                                            <a:rPr lang="en-IN" sz="2000" i="1">
                                              <a:latin typeface="Cambria Math" panose="02040503050406030204" pitchFamily="18" charset="0"/>
                                              <a:ea typeface="Times New Roman" panose="02020603050405020304" pitchFamily="18" charset="0"/>
                                              <a:cs typeface="Times New Roman" panose="02020603050405020304" pitchFamily="18" charset="0"/>
                                            </a:rPr>
                                            <m:t>𝑆</m:t>
                                          </m:r>
                                        </m:e>
                                        <m:sub>
                                          <m:r>
                                            <a:rPr lang="en-IN" sz="2000" i="1">
                                              <a:latin typeface="Cambria Math" panose="02040503050406030204" pitchFamily="18" charset="0"/>
                                              <a:ea typeface="Times New Roman" panose="02020603050405020304" pitchFamily="18" charset="0"/>
                                              <a:cs typeface="Times New Roman" panose="02020603050405020304" pitchFamily="18" charset="0"/>
                                            </a:rPr>
                                            <m:t>1</m:t>
                                          </m:r>
                                        </m:sub>
                                        <m:sup>
                                          <m:r>
                                            <a:rPr lang="en-IN" sz="2000" i="1">
                                              <a:latin typeface="Cambria Math" panose="02040503050406030204" pitchFamily="18" charset="0"/>
                                              <a:ea typeface="Times New Roman" panose="02020603050405020304" pitchFamily="18" charset="0"/>
                                              <a:cs typeface="Times New Roman" panose="02020603050405020304" pitchFamily="18" charset="0"/>
                                            </a:rPr>
                                            <m:t>2</m:t>
                                          </m:r>
                                        </m:sup>
                                      </m:sSubSup>
                                    </m:num>
                                    <m:den>
                                      <m:sSub>
                                        <m:sSubPr>
                                          <m:ctrlPr>
                                            <a:rPr lang="en-IN" sz="2000" i="1">
                                              <a:latin typeface="Cambria Math" panose="02040503050406030204" pitchFamily="18" charset="0"/>
                                              <a:ea typeface="Times New Roman" panose="02020603050405020304" pitchFamily="18" charset="0"/>
                                              <a:cs typeface="Times New Roman" panose="02020603050405020304" pitchFamily="18" charset="0"/>
                                            </a:rPr>
                                          </m:ctrlPr>
                                        </m:sSubPr>
                                        <m:e>
                                          <m:r>
                                            <a:rPr lang="en-IN" sz="2000" i="1">
                                              <a:latin typeface="Cambria Math" panose="02040503050406030204" pitchFamily="18" charset="0"/>
                                              <a:ea typeface="Times New Roman" panose="02020603050405020304" pitchFamily="18" charset="0"/>
                                              <a:cs typeface="Times New Roman" panose="02020603050405020304" pitchFamily="18" charset="0"/>
                                            </a:rPr>
                                            <m:t>𝑛</m:t>
                                          </m:r>
                                        </m:e>
                                        <m:sub>
                                          <m:r>
                                            <a:rPr lang="en-IN" sz="2000" i="1">
                                              <a:latin typeface="Cambria Math" panose="02040503050406030204" pitchFamily="18" charset="0"/>
                                              <a:ea typeface="Times New Roman" panose="02020603050405020304" pitchFamily="18" charset="0"/>
                                              <a:cs typeface="Times New Roman" panose="02020603050405020304" pitchFamily="18" charset="0"/>
                                            </a:rPr>
                                            <m:t>1</m:t>
                                          </m:r>
                                        </m:sub>
                                      </m:sSub>
                                    </m:den>
                                  </m:f>
                                  <m:r>
                                    <a:rPr lang="en-IN" sz="2000" i="1">
                                      <a:latin typeface="Cambria Math" panose="02040503050406030204" pitchFamily="18" charset="0"/>
                                      <a:ea typeface="Times New Roman" panose="02020603050405020304" pitchFamily="18" charset="0"/>
                                      <a:cs typeface="Times New Roman" panose="02020603050405020304" pitchFamily="18" charset="0"/>
                                    </a:rPr>
                                    <m:t>+</m:t>
                                  </m:r>
                                  <m:f>
                                    <m:fPr>
                                      <m:ctrlPr>
                                        <a:rPr lang="en-IN" sz="2000" i="1">
                                          <a:latin typeface="Cambria Math" panose="02040503050406030204" pitchFamily="18" charset="0"/>
                                          <a:ea typeface="Times New Roman" panose="02020603050405020304" pitchFamily="18" charset="0"/>
                                          <a:cs typeface="Times New Roman" panose="02020603050405020304" pitchFamily="18" charset="0"/>
                                        </a:rPr>
                                      </m:ctrlPr>
                                    </m:fPr>
                                    <m:num>
                                      <m:sSubSup>
                                        <m:sSubSupPr>
                                          <m:ctrlPr>
                                            <a:rPr lang="en-IN" sz="2000" i="1">
                                              <a:latin typeface="Cambria Math" panose="02040503050406030204" pitchFamily="18" charset="0"/>
                                              <a:ea typeface="Times New Roman" panose="02020603050405020304" pitchFamily="18" charset="0"/>
                                              <a:cs typeface="Times New Roman" panose="02020603050405020304" pitchFamily="18" charset="0"/>
                                            </a:rPr>
                                          </m:ctrlPr>
                                        </m:sSubSupPr>
                                        <m:e>
                                          <m:r>
                                            <a:rPr lang="en-IN" sz="2000" i="1">
                                              <a:latin typeface="Cambria Math" panose="02040503050406030204" pitchFamily="18" charset="0"/>
                                              <a:ea typeface="Times New Roman" panose="02020603050405020304" pitchFamily="18" charset="0"/>
                                              <a:cs typeface="Times New Roman" panose="02020603050405020304" pitchFamily="18" charset="0"/>
                                            </a:rPr>
                                            <m:t>𝑆</m:t>
                                          </m:r>
                                        </m:e>
                                        <m:sub>
                                          <m:r>
                                            <a:rPr lang="en-IN" sz="2000" i="1">
                                              <a:latin typeface="Cambria Math" panose="02040503050406030204" pitchFamily="18" charset="0"/>
                                              <a:ea typeface="Times New Roman" panose="02020603050405020304" pitchFamily="18" charset="0"/>
                                              <a:cs typeface="Times New Roman" panose="02020603050405020304" pitchFamily="18" charset="0"/>
                                            </a:rPr>
                                            <m:t>2</m:t>
                                          </m:r>
                                        </m:sub>
                                        <m:sup>
                                          <m:r>
                                            <a:rPr lang="en-IN" sz="2000" i="1">
                                              <a:latin typeface="Cambria Math" panose="02040503050406030204" pitchFamily="18" charset="0"/>
                                              <a:ea typeface="Times New Roman" panose="02020603050405020304" pitchFamily="18" charset="0"/>
                                              <a:cs typeface="Times New Roman" panose="02020603050405020304" pitchFamily="18" charset="0"/>
                                            </a:rPr>
                                            <m:t>2</m:t>
                                          </m:r>
                                        </m:sup>
                                      </m:sSubSup>
                                    </m:num>
                                    <m:den>
                                      <m:sSub>
                                        <m:sSubPr>
                                          <m:ctrlPr>
                                            <a:rPr lang="en-IN" sz="2000" i="1">
                                              <a:latin typeface="Cambria Math" panose="02040503050406030204" pitchFamily="18" charset="0"/>
                                              <a:ea typeface="Times New Roman" panose="02020603050405020304" pitchFamily="18" charset="0"/>
                                              <a:cs typeface="Times New Roman" panose="02020603050405020304" pitchFamily="18" charset="0"/>
                                            </a:rPr>
                                          </m:ctrlPr>
                                        </m:sSubPr>
                                        <m:e>
                                          <m:r>
                                            <a:rPr lang="en-IN" sz="2000" i="1">
                                              <a:latin typeface="Cambria Math" panose="02040503050406030204" pitchFamily="18" charset="0"/>
                                              <a:ea typeface="Times New Roman" panose="02020603050405020304" pitchFamily="18" charset="0"/>
                                              <a:cs typeface="Times New Roman" panose="02020603050405020304" pitchFamily="18" charset="0"/>
                                            </a:rPr>
                                            <m:t>𝑛</m:t>
                                          </m:r>
                                        </m:e>
                                        <m:sub>
                                          <m:r>
                                            <a:rPr lang="en-IN" sz="2000" i="1">
                                              <a:latin typeface="Cambria Math" panose="02040503050406030204" pitchFamily="18" charset="0"/>
                                              <a:ea typeface="Times New Roman" panose="02020603050405020304" pitchFamily="18" charset="0"/>
                                              <a:cs typeface="Times New Roman" panose="02020603050405020304" pitchFamily="18" charset="0"/>
                                            </a:rPr>
                                            <m:t>2</m:t>
                                          </m:r>
                                        </m:sub>
                                      </m:sSub>
                                    </m:den>
                                  </m:f>
                                </m:e>
                              </m:rad>
                              <m:r>
                                <a:rPr lang="en-IN" sz="2000" i="1">
                                  <a:latin typeface="Cambria Math" panose="02040503050406030204" pitchFamily="18" charset="0"/>
                                  <a:ea typeface="Times New Roman" panose="02020603050405020304" pitchFamily="18" charset="0"/>
                                  <a:cs typeface="Times New Roman" panose="02020603050405020304" pitchFamily="18" charset="0"/>
                                </a:rPr>
                                <m:t>, </m:t>
                              </m:r>
                              <m:r>
                                <a:rPr lang="en-IN" sz="2000" i="1">
                                  <a:latin typeface="Cambria Math" panose="02040503050406030204" pitchFamily="18" charset="0"/>
                                  <a:ea typeface="Times New Roman" panose="02020603050405020304" pitchFamily="18" charset="0"/>
                                  <a:cs typeface="Times New Roman" panose="02020603050405020304" pitchFamily="18" charset="0"/>
                                </a:rPr>
                                <m:t>𝑓𝑜𝑟</m:t>
                              </m:r>
                              <m:r>
                                <a:rPr lang="en-IN" sz="2000" i="1">
                                  <a:latin typeface="Cambria Math" panose="02040503050406030204" pitchFamily="18" charset="0"/>
                                  <a:ea typeface="Times New Roman" panose="02020603050405020304" pitchFamily="18" charset="0"/>
                                  <a:cs typeface="Times New Roman" panose="02020603050405020304" pitchFamily="18" charset="0"/>
                                </a:rPr>
                                <m:t> </m:t>
                              </m:r>
                              <m:r>
                                <a:rPr lang="en-IN" sz="2000" i="1">
                                  <a:latin typeface="Cambria Math" panose="02040503050406030204" pitchFamily="18" charset="0"/>
                                  <a:ea typeface="Times New Roman" panose="02020603050405020304" pitchFamily="18" charset="0"/>
                                  <a:cs typeface="Times New Roman" panose="02020603050405020304" pitchFamily="18" charset="0"/>
                                </a:rPr>
                                <m:t>𝑑𝑖𝑓𝑓𝑒𝑟𝑒𝑛𝑡</m:t>
                              </m:r>
                              <m:r>
                                <a:rPr lang="en-IN" sz="2000" i="1">
                                  <a:latin typeface="Cambria Math" panose="02040503050406030204" pitchFamily="18" charset="0"/>
                                  <a:ea typeface="Times New Roman" panose="02020603050405020304" pitchFamily="18" charset="0"/>
                                  <a:cs typeface="Times New Roman" panose="02020603050405020304" pitchFamily="18" charset="0"/>
                                </a:rPr>
                                <m:t> </m:t>
                              </m:r>
                              <m:r>
                                <a:rPr lang="en-IN" sz="2000" i="1">
                                  <a:latin typeface="Cambria Math" panose="02040503050406030204" pitchFamily="18" charset="0"/>
                                  <a:ea typeface="Times New Roman" panose="02020603050405020304" pitchFamily="18" charset="0"/>
                                  <a:cs typeface="Times New Roman" panose="02020603050405020304" pitchFamily="18" charset="0"/>
                                </a:rPr>
                                <m:t>𝑝𝑜𝑝𝑢𝑙𝑎𝑡𝑖𝑜𝑛</m:t>
                              </m:r>
                            </m:e>
                            <m:e>
                              <m:rad>
                                <m:radPr>
                                  <m:degHide m:val="on"/>
                                  <m:ctrlPr>
                                    <a:rPr lang="en-IN" sz="2000" i="1">
                                      <a:latin typeface="Cambria Math" panose="02040503050406030204" pitchFamily="18" charset="0"/>
                                      <a:ea typeface="Times New Roman" panose="02020603050405020304" pitchFamily="18" charset="0"/>
                                      <a:cs typeface="Times New Roman" panose="02020603050405020304" pitchFamily="18" charset="0"/>
                                    </a:rPr>
                                  </m:ctrlPr>
                                </m:radPr>
                                <m:deg/>
                                <m:e>
                                  <m:f>
                                    <m:fPr>
                                      <m:ctrlPr>
                                        <a:rPr lang="en-IN" sz="2000" i="1">
                                          <a:latin typeface="Cambria Math" panose="02040503050406030204" pitchFamily="18" charset="0"/>
                                          <a:ea typeface="Times New Roman" panose="02020603050405020304" pitchFamily="18" charset="0"/>
                                          <a:cs typeface="Times New Roman" panose="02020603050405020304" pitchFamily="18" charset="0"/>
                                        </a:rPr>
                                      </m:ctrlPr>
                                    </m:fPr>
                                    <m:num>
                                      <m:d>
                                        <m:dPr>
                                          <m:ctrlPr>
                                            <a:rPr lang="en-IN" sz="2000" i="1">
                                              <a:latin typeface="Cambria Math" panose="02040503050406030204" pitchFamily="18" charset="0"/>
                                              <a:ea typeface="Times New Roman" panose="02020603050405020304" pitchFamily="18" charset="0"/>
                                              <a:cs typeface="Times New Roman" panose="02020603050405020304" pitchFamily="18" charset="0"/>
                                            </a:rPr>
                                          </m:ctrlPr>
                                        </m:dPr>
                                        <m:e>
                                          <m:sSub>
                                            <m:sSubPr>
                                              <m:ctrlPr>
                                                <a:rPr lang="en-IN" sz="2000" i="1">
                                                  <a:latin typeface="Cambria Math" panose="02040503050406030204" pitchFamily="18" charset="0"/>
                                                  <a:ea typeface="Times New Roman" panose="02020603050405020304" pitchFamily="18" charset="0"/>
                                                  <a:cs typeface="Times New Roman" panose="02020603050405020304" pitchFamily="18" charset="0"/>
                                                </a:rPr>
                                              </m:ctrlPr>
                                            </m:sSubPr>
                                            <m:e>
                                              <m:r>
                                                <a:rPr lang="en-IN" sz="2000" i="1">
                                                  <a:latin typeface="Cambria Math" panose="02040503050406030204" pitchFamily="18" charset="0"/>
                                                  <a:ea typeface="Times New Roman" panose="02020603050405020304" pitchFamily="18" charset="0"/>
                                                  <a:cs typeface="Times New Roman" panose="02020603050405020304" pitchFamily="18" charset="0"/>
                                                </a:rPr>
                                                <m:t>𝑛</m:t>
                                              </m:r>
                                            </m:e>
                                            <m:sub>
                                              <m:r>
                                                <a:rPr lang="en-IN" sz="2000" i="1">
                                                  <a:latin typeface="Cambria Math" panose="02040503050406030204" pitchFamily="18" charset="0"/>
                                                  <a:ea typeface="Times New Roman" panose="02020603050405020304" pitchFamily="18" charset="0"/>
                                                  <a:cs typeface="Times New Roman" panose="02020603050405020304" pitchFamily="18" charset="0"/>
                                                </a:rPr>
                                                <m:t>1</m:t>
                                              </m:r>
                                            </m:sub>
                                          </m:sSub>
                                          <m:r>
                                            <a:rPr lang="en-IN" sz="2000" i="1">
                                              <a:latin typeface="Cambria Math" panose="02040503050406030204" pitchFamily="18" charset="0"/>
                                              <a:ea typeface="Times New Roman" panose="02020603050405020304" pitchFamily="18" charset="0"/>
                                              <a:cs typeface="Times New Roman" panose="02020603050405020304" pitchFamily="18" charset="0"/>
                                            </a:rPr>
                                            <m:t>−1</m:t>
                                          </m:r>
                                        </m:e>
                                      </m:d>
                                      <m:sSubSup>
                                        <m:sSubSupPr>
                                          <m:ctrlPr>
                                            <a:rPr lang="en-IN" sz="2000" i="1">
                                              <a:latin typeface="Cambria Math" panose="02040503050406030204" pitchFamily="18" charset="0"/>
                                              <a:ea typeface="Times New Roman" panose="02020603050405020304" pitchFamily="18" charset="0"/>
                                              <a:cs typeface="Times New Roman" panose="02020603050405020304" pitchFamily="18" charset="0"/>
                                            </a:rPr>
                                          </m:ctrlPr>
                                        </m:sSubSupPr>
                                        <m:e>
                                          <m:r>
                                            <a:rPr lang="en-IN" sz="2000" i="1">
                                              <a:latin typeface="Cambria Math" panose="02040503050406030204" pitchFamily="18" charset="0"/>
                                              <a:ea typeface="Times New Roman" panose="02020603050405020304" pitchFamily="18" charset="0"/>
                                              <a:cs typeface="Times New Roman" panose="02020603050405020304" pitchFamily="18" charset="0"/>
                                            </a:rPr>
                                            <m:t>𝑆</m:t>
                                          </m:r>
                                        </m:e>
                                        <m:sub>
                                          <m:r>
                                            <a:rPr lang="en-IN" sz="2000" i="1">
                                              <a:latin typeface="Cambria Math" panose="02040503050406030204" pitchFamily="18" charset="0"/>
                                              <a:ea typeface="Times New Roman" panose="02020603050405020304" pitchFamily="18" charset="0"/>
                                              <a:cs typeface="Times New Roman" panose="02020603050405020304" pitchFamily="18" charset="0"/>
                                            </a:rPr>
                                            <m:t>1</m:t>
                                          </m:r>
                                        </m:sub>
                                        <m:sup>
                                          <m:r>
                                            <a:rPr lang="en-IN" sz="2000" i="1">
                                              <a:latin typeface="Cambria Math" panose="02040503050406030204" pitchFamily="18" charset="0"/>
                                              <a:ea typeface="Times New Roman" panose="02020603050405020304" pitchFamily="18" charset="0"/>
                                              <a:cs typeface="Times New Roman" panose="02020603050405020304" pitchFamily="18" charset="0"/>
                                            </a:rPr>
                                            <m:t>2</m:t>
                                          </m:r>
                                        </m:sup>
                                      </m:sSubSup>
                                      <m:r>
                                        <a:rPr lang="en-IN" sz="2000" i="1">
                                          <a:latin typeface="Cambria Math" panose="02040503050406030204" pitchFamily="18" charset="0"/>
                                          <a:ea typeface="Times New Roman" panose="02020603050405020304" pitchFamily="18" charset="0"/>
                                          <a:cs typeface="Times New Roman" panose="02020603050405020304" pitchFamily="18" charset="0"/>
                                        </a:rPr>
                                        <m:t>+</m:t>
                                      </m:r>
                                      <m:d>
                                        <m:dPr>
                                          <m:ctrlPr>
                                            <a:rPr lang="en-IN" sz="2000" i="1">
                                              <a:latin typeface="Cambria Math" panose="02040503050406030204" pitchFamily="18" charset="0"/>
                                              <a:ea typeface="Times New Roman" panose="02020603050405020304" pitchFamily="18" charset="0"/>
                                              <a:cs typeface="Times New Roman" panose="02020603050405020304" pitchFamily="18" charset="0"/>
                                            </a:rPr>
                                          </m:ctrlPr>
                                        </m:dPr>
                                        <m:e>
                                          <m:sSub>
                                            <m:sSubPr>
                                              <m:ctrlPr>
                                                <a:rPr lang="en-IN" sz="2000" i="1">
                                                  <a:latin typeface="Cambria Math" panose="02040503050406030204" pitchFamily="18" charset="0"/>
                                                  <a:ea typeface="Times New Roman" panose="02020603050405020304" pitchFamily="18" charset="0"/>
                                                  <a:cs typeface="Times New Roman" panose="02020603050405020304" pitchFamily="18" charset="0"/>
                                                </a:rPr>
                                              </m:ctrlPr>
                                            </m:sSubPr>
                                            <m:e>
                                              <m:r>
                                                <a:rPr lang="en-IN" sz="2000" i="1">
                                                  <a:latin typeface="Cambria Math" panose="02040503050406030204" pitchFamily="18" charset="0"/>
                                                  <a:ea typeface="Times New Roman" panose="02020603050405020304" pitchFamily="18" charset="0"/>
                                                  <a:cs typeface="Times New Roman" panose="02020603050405020304" pitchFamily="18" charset="0"/>
                                                </a:rPr>
                                                <m:t>𝑛</m:t>
                                              </m:r>
                                            </m:e>
                                            <m:sub>
                                              <m:r>
                                                <a:rPr lang="en-IN" sz="2000" i="1">
                                                  <a:latin typeface="Cambria Math" panose="02040503050406030204" pitchFamily="18" charset="0"/>
                                                  <a:ea typeface="Times New Roman" panose="02020603050405020304" pitchFamily="18" charset="0"/>
                                                  <a:cs typeface="Times New Roman" panose="02020603050405020304" pitchFamily="18" charset="0"/>
                                                </a:rPr>
                                                <m:t>2</m:t>
                                              </m:r>
                                            </m:sub>
                                          </m:sSub>
                                          <m:r>
                                            <a:rPr lang="en-IN" sz="2000" i="1">
                                              <a:latin typeface="Cambria Math" panose="02040503050406030204" pitchFamily="18" charset="0"/>
                                              <a:ea typeface="Times New Roman" panose="02020603050405020304" pitchFamily="18" charset="0"/>
                                              <a:cs typeface="Times New Roman" panose="02020603050405020304" pitchFamily="18" charset="0"/>
                                            </a:rPr>
                                            <m:t>−1</m:t>
                                          </m:r>
                                        </m:e>
                                      </m:d>
                                      <m:sSubSup>
                                        <m:sSubSupPr>
                                          <m:ctrlPr>
                                            <a:rPr lang="en-IN" sz="2000" i="1">
                                              <a:latin typeface="Cambria Math" panose="02040503050406030204" pitchFamily="18" charset="0"/>
                                              <a:ea typeface="Times New Roman" panose="02020603050405020304" pitchFamily="18" charset="0"/>
                                              <a:cs typeface="Times New Roman" panose="02020603050405020304" pitchFamily="18" charset="0"/>
                                            </a:rPr>
                                          </m:ctrlPr>
                                        </m:sSubSupPr>
                                        <m:e>
                                          <m:r>
                                            <a:rPr lang="en-IN" sz="2000" i="1">
                                              <a:latin typeface="Cambria Math" panose="02040503050406030204" pitchFamily="18" charset="0"/>
                                              <a:ea typeface="Times New Roman" panose="02020603050405020304" pitchFamily="18" charset="0"/>
                                              <a:cs typeface="Times New Roman" panose="02020603050405020304" pitchFamily="18" charset="0"/>
                                            </a:rPr>
                                            <m:t>𝑆</m:t>
                                          </m:r>
                                        </m:e>
                                        <m:sub>
                                          <m:r>
                                            <a:rPr lang="en-IN" sz="2000" i="1">
                                              <a:latin typeface="Cambria Math" panose="02040503050406030204" pitchFamily="18" charset="0"/>
                                              <a:ea typeface="Times New Roman" panose="02020603050405020304" pitchFamily="18" charset="0"/>
                                              <a:cs typeface="Times New Roman" panose="02020603050405020304" pitchFamily="18" charset="0"/>
                                            </a:rPr>
                                            <m:t>2</m:t>
                                          </m:r>
                                        </m:sub>
                                        <m:sup>
                                          <m:r>
                                            <a:rPr lang="en-IN" sz="2000" i="1">
                                              <a:latin typeface="Cambria Math" panose="02040503050406030204" pitchFamily="18" charset="0"/>
                                              <a:ea typeface="Times New Roman" panose="02020603050405020304" pitchFamily="18" charset="0"/>
                                              <a:cs typeface="Times New Roman" panose="02020603050405020304" pitchFamily="18" charset="0"/>
                                            </a:rPr>
                                            <m:t>2</m:t>
                                          </m:r>
                                        </m:sup>
                                      </m:sSubSup>
                                    </m:num>
                                    <m:den>
                                      <m:sSub>
                                        <m:sSubPr>
                                          <m:ctrlPr>
                                            <a:rPr lang="en-IN" sz="2000" i="1">
                                              <a:latin typeface="Cambria Math" panose="02040503050406030204" pitchFamily="18" charset="0"/>
                                              <a:ea typeface="Times New Roman" panose="02020603050405020304" pitchFamily="18" charset="0"/>
                                              <a:cs typeface="Times New Roman" panose="02020603050405020304" pitchFamily="18" charset="0"/>
                                            </a:rPr>
                                          </m:ctrlPr>
                                        </m:sSubPr>
                                        <m:e>
                                          <m:r>
                                            <a:rPr lang="en-IN" sz="2000" i="1">
                                              <a:latin typeface="Cambria Math" panose="02040503050406030204" pitchFamily="18" charset="0"/>
                                              <a:ea typeface="Times New Roman" panose="02020603050405020304" pitchFamily="18" charset="0"/>
                                              <a:cs typeface="Times New Roman" panose="02020603050405020304" pitchFamily="18" charset="0"/>
                                            </a:rPr>
                                            <m:t>𝑛</m:t>
                                          </m:r>
                                        </m:e>
                                        <m:sub>
                                          <m:r>
                                            <a:rPr lang="en-IN" sz="2000" i="1">
                                              <a:latin typeface="Cambria Math" panose="02040503050406030204" pitchFamily="18" charset="0"/>
                                              <a:ea typeface="Times New Roman" panose="02020603050405020304" pitchFamily="18" charset="0"/>
                                              <a:cs typeface="Times New Roman" panose="02020603050405020304" pitchFamily="18" charset="0"/>
                                            </a:rPr>
                                            <m:t>1</m:t>
                                          </m:r>
                                        </m:sub>
                                      </m:sSub>
                                      <m:r>
                                        <a:rPr lang="en-IN" sz="2000" i="1">
                                          <a:latin typeface="Cambria Math" panose="02040503050406030204" pitchFamily="18" charset="0"/>
                                          <a:ea typeface="Times New Roman" panose="02020603050405020304" pitchFamily="18" charset="0"/>
                                          <a:cs typeface="Times New Roman" panose="02020603050405020304" pitchFamily="18" charset="0"/>
                                        </a:rPr>
                                        <m:t>+</m:t>
                                      </m:r>
                                      <m:sSub>
                                        <m:sSubPr>
                                          <m:ctrlPr>
                                            <a:rPr lang="en-IN" sz="2000" i="1">
                                              <a:latin typeface="Cambria Math" panose="02040503050406030204" pitchFamily="18" charset="0"/>
                                              <a:ea typeface="Times New Roman" panose="02020603050405020304" pitchFamily="18" charset="0"/>
                                              <a:cs typeface="Times New Roman" panose="02020603050405020304" pitchFamily="18" charset="0"/>
                                            </a:rPr>
                                          </m:ctrlPr>
                                        </m:sSubPr>
                                        <m:e>
                                          <m:r>
                                            <a:rPr lang="en-IN" sz="2000" i="1">
                                              <a:latin typeface="Cambria Math" panose="02040503050406030204" pitchFamily="18" charset="0"/>
                                              <a:ea typeface="Times New Roman" panose="02020603050405020304" pitchFamily="18" charset="0"/>
                                              <a:cs typeface="Times New Roman" panose="02020603050405020304" pitchFamily="18" charset="0"/>
                                            </a:rPr>
                                            <m:t>𝑛</m:t>
                                          </m:r>
                                        </m:e>
                                        <m:sub>
                                          <m:r>
                                            <a:rPr lang="en-IN" sz="2000" i="1">
                                              <a:latin typeface="Cambria Math" panose="02040503050406030204" pitchFamily="18" charset="0"/>
                                              <a:ea typeface="Times New Roman" panose="02020603050405020304" pitchFamily="18" charset="0"/>
                                              <a:cs typeface="Times New Roman" panose="02020603050405020304" pitchFamily="18" charset="0"/>
                                            </a:rPr>
                                            <m:t>2</m:t>
                                          </m:r>
                                        </m:sub>
                                      </m:sSub>
                                      <m:r>
                                        <a:rPr lang="en-IN" sz="2000" i="1">
                                          <a:latin typeface="Cambria Math" panose="02040503050406030204" pitchFamily="18" charset="0"/>
                                          <a:ea typeface="Times New Roman" panose="02020603050405020304" pitchFamily="18" charset="0"/>
                                          <a:cs typeface="Times New Roman" panose="02020603050405020304" pitchFamily="18" charset="0"/>
                                        </a:rPr>
                                        <m:t>−1</m:t>
                                      </m:r>
                                    </m:den>
                                  </m:f>
                                  <m:d>
                                    <m:dPr>
                                      <m:ctrlPr>
                                        <a:rPr lang="en-IN" sz="2000" i="1">
                                          <a:latin typeface="Cambria Math" panose="02040503050406030204" pitchFamily="18" charset="0"/>
                                          <a:ea typeface="Times New Roman" panose="02020603050405020304" pitchFamily="18" charset="0"/>
                                          <a:cs typeface="Times New Roman" panose="02020603050405020304" pitchFamily="18" charset="0"/>
                                        </a:rPr>
                                      </m:ctrlPr>
                                    </m:dPr>
                                    <m:e>
                                      <m:f>
                                        <m:fPr>
                                          <m:ctrlPr>
                                            <a:rPr lang="en-IN" sz="2000" i="1">
                                              <a:latin typeface="Cambria Math" panose="02040503050406030204" pitchFamily="18" charset="0"/>
                                              <a:ea typeface="Times New Roman" panose="02020603050405020304" pitchFamily="18" charset="0"/>
                                              <a:cs typeface="Times New Roman" panose="02020603050405020304" pitchFamily="18" charset="0"/>
                                            </a:rPr>
                                          </m:ctrlPr>
                                        </m:fPr>
                                        <m:num>
                                          <m:r>
                                            <a:rPr lang="en-IN" sz="2000" i="1">
                                              <a:latin typeface="Cambria Math" panose="02040503050406030204" pitchFamily="18" charset="0"/>
                                              <a:ea typeface="Times New Roman" panose="02020603050405020304" pitchFamily="18" charset="0"/>
                                              <a:cs typeface="Times New Roman" panose="02020603050405020304" pitchFamily="18" charset="0"/>
                                            </a:rPr>
                                            <m:t>1</m:t>
                                          </m:r>
                                        </m:num>
                                        <m:den>
                                          <m:sSub>
                                            <m:sSubPr>
                                              <m:ctrlPr>
                                                <a:rPr lang="en-IN" sz="2000" i="1">
                                                  <a:latin typeface="Cambria Math" panose="02040503050406030204" pitchFamily="18" charset="0"/>
                                                  <a:ea typeface="Times New Roman" panose="02020603050405020304" pitchFamily="18" charset="0"/>
                                                  <a:cs typeface="Times New Roman" panose="02020603050405020304" pitchFamily="18" charset="0"/>
                                                </a:rPr>
                                              </m:ctrlPr>
                                            </m:sSubPr>
                                            <m:e>
                                              <m:r>
                                                <a:rPr lang="en-IN" sz="2000" i="1">
                                                  <a:latin typeface="Cambria Math" panose="02040503050406030204" pitchFamily="18" charset="0"/>
                                                  <a:ea typeface="Times New Roman" panose="02020603050405020304" pitchFamily="18" charset="0"/>
                                                  <a:cs typeface="Times New Roman" panose="02020603050405020304" pitchFamily="18" charset="0"/>
                                                </a:rPr>
                                                <m:t>𝑛</m:t>
                                              </m:r>
                                            </m:e>
                                            <m:sub>
                                              <m:r>
                                                <a:rPr lang="en-IN" sz="2000" i="1">
                                                  <a:latin typeface="Cambria Math" panose="02040503050406030204" pitchFamily="18" charset="0"/>
                                                  <a:ea typeface="Times New Roman" panose="02020603050405020304" pitchFamily="18" charset="0"/>
                                                  <a:cs typeface="Times New Roman" panose="02020603050405020304" pitchFamily="18" charset="0"/>
                                                </a:rPr>
                                                <m:t>1</m:t>
                                              </m:r>
                                            </m:sub>
                                          </m:sSub>
                                        </m:den>
                                      </m:f>
                                      <m:r>
                                        <a:rPr lang="en-IN" sz="2000" i="1">
                                          <a:latin typeface="Cambria Math" panose="02040503050406030204" pitchFamily="18" charset="0"/>
                                          <a:ea typeface="Times New Roman" panose="02020603050405020304" pitchFamily="18" charset="0"/>
                                          <a:cs typeface="Times New Roman" panose="02020603050405020304" pitchFamily="18" charset="0"/>
                                        </a:rPr>
                                        <m:t>+</m:t>
                                      </m:r>
                                      <m:f>
                                        <m:fPr>
                                          <m:ctrlPr>
                                            <a:rPr lang="en-IN" sz="2000" i="1">
                                              <a:latin typeface="Cambria Math" panose="02040503050406030204" pitchFamily="18" charset="0"/>
                                              <a:ea typeface="Times New Roman" panose="02020603050405020304" pitchFamily="18" charset="0"/>
                                              <a:cs typeface="Times New Roman" panose="02020603050405020304" pitchFamily="18" charset="0"/>
                                            </a:rPr>
                                          </m:ctrlPr>
                                        </m:fPr>
                                        <m:num>
                                          <m:r>
                                            <a:rPr lang="en-IN" sz="2000" i="1">
                                              <a:latin typeface="Cambria Math" panose="02040503050406030204" pitchFamily="18" charset="0"/>
                                              <a:ea typeface="Times New Roman" panose="02020603050405020304" pitchFamily="18" charset="0"/>
                                              <a:cs typeface="Times New Roman" panose="02020603050405020304" pitchFamily="18" charset="0"/>
                                            </a:rPr>
                                            <m:t>1</m:t>
                                          </m:r>
                                        </m:num>
                                        <m:den>
                                          <m:sSub>
                                            <m:sSubPr>
                                              <m:ctrlPr>
                                                <a:rPr lang="en-IN" sz="2000" i="1">
                                                  <a:latin typeface="Cambria Math" panose="02040503050406030204" pitchFamily="18" charset="0"/>
                                                  <a:ea typeface="Times New Roman" panose="02020603050405020304" pitchFamily="18" charset="0"/>
                                                  <a:cs typeface="Times New Roman" panose="02020603050405020304" pitchFamily="18" charset="0"/>
                                                </a:rPr>
                                              </m:ctrlPr>
                                            </m:sSubPr>
                                            <m:e>
                                              <m:r>
                                                <a:rPr lang="en-IN" sz="2000" i="1">
                                                  <a:latin typeface="Cambria Math" panose="02040503050406030204" pitchFamily="18" charset="0"/>
                                                  <a:ea typeface="Times New Roman" panose="02020603050405020304" pitchFamily="18" charset="0"/>
                                                  <a:cs typeface="Times New Roman" panose="02020603050405020304" pitchFamily="18" charset="0"/>
                                                </a:rPr>
                                                <m:t>𝑛</m:t>
                                              </m:r>
                                            </m:e>
                                            <m:sub>
                                              <m:r>
                                                <a:rPr lang="en-IN" sz="2000" i="1">
                                                  <a:latin typeface="Cambria Math" panose="02040503050406030204" pitchFamily="18" charset="0"/>
                                                  <a:ea typeface="Times New Roman" panose="02020603050405020304" pitchFamily="18" charset="0"/>
                                                  <a:cs typeface="Times New Roman" panose="02020603050405020304" pitchFamily="18" charset="0"/>
                                                </a:rPr>
                                                <m:t>2</m:t>
                                              </m:r>
                                            </m:sub>
                                          </m:sSub>
                                        </m:den>
                                      </m:f>
                                    </m:e>
                                  </m:d>
                                </m:e>
                              </m:rad>
                              <m:r>
                                <a:rPr lang="en-IN" sz="2000" i="1">
                                  <a:latin typeface="Cambria Math" panose="02040503050406030204" pitchFamily="18" charset="0"/>
                                  <a:ea typeface="Times New Roman" panose="02020603050405020304" pitchFamily="18" charset="0"/>
                                  <a:cs typeface="Times New Roman" panose="02020603050405020304" pitchFamily="18" charset="0"/>
                                </a:rPr>
                                <m:t>, </m:t>
                              </m:r>
                              <m:r>
                                <a:rPr lang="en-IN" sz="2000" i="1">
                                  <a:latin typeface="Cambria Math" panose="02040503050406030204" pitchFamily="18" charset="0"/>
                                  <a:ea typeface="Times New Roman" panose="02020603050405020304" pitchFamily="18" charset="0"/>
                                  <a:cs typeface="Times New Roman" panose="02020603050405020304" pitchFamily="18" charset="0"/>
                                </a:rPr>
                                <m:t>𝑓𝑜𝑟</m:t>
                              </m:r>
                              <m:r>
                                <a:rPr lang="en-IN" sz="2000" i="1">
                                  <a:latin typeface="Cambria Math" panose="02040503050406030204" pitchFamily="18" charset="0"/>
                                  <a:ea typeface="Times New Roman" panose="02020603050405020304" pitchFamily="18" charset="0"/>
                                  <a:cs typeface="Times New Roman" panose="02020603050405020304" pitchFamily="18" charset="0"/>
                                </a:rPr>
                                <m:t> </m:t>
                              </m:r>
                              <m:r>
                                <a:rPr lang="en-IN" sz="2000" i="1">
                                  <a:latin typeface="Cambria Math" panose="02040503050406030204" pitchFamily="18" charset="0"/>
                                  <a:ea typeface="Times New Roman" panose="02020603050405020304" pitchFamily="18" charset="0"/>
                                  <a:cs typeface="Times New Roman" panose="02020603050405020304" pitchFamily="18" charset="0"/>
                                </a:rPr>
                                <m:t>𝑠𝑎𝑚𝑒</m:t>
                              </m:r>
                              <m:r>
                                <a:rPr lang="en-IN" sz="2000" i="1">
                                  <a:latin typeface="Cambria Math" panose="02040503050406030204" pitchFamily="18" charset="0"/>
                                  <a:ea typeface="Times New Roman" panose="02020603050405020304" pitchFamily="18" charset="0"/>
                                  <a:cs typeface="Times New Roman" panose="02020603050405020304" pitchFamily="18" charset="0"/>
                                </a:rPr>
                                <m:t> </m:t>
                              </m:r>
                              <m:r>
                                <a:rPr lang="en-IN" sz="2000" i="1">
                                  <a:latin typeface="Cambria Math" panose="02040503050406030204" pitchFamily="18" charset="0"/>
                                  <a:ea typeface="Times New Roman" panose="02020603050405020304" pitchFamily="18" charset="0"/>
                                  <a:cs typeface="Times New Roman" panose="02020603050405020304" pitchFamily="18" charset="0"/>
                                </a:rPr>
                                <m:t>𝑝𝑜𝑝𝑢𝑙𝑎𝑡𝑖𝑜𝑛</m:t>
                              </m:r>
                            </m:e>
                          </m:eqArr>
                        </m:e>
                      </m:d>
                    </m:oMath>
                  </m:oMathPara>
                </a14:m>
                <a:endParaRPr lang="en-US" sz="2400" dirty="0">
                  <a:latin typeface="Times New Roman" panose="02020603050405020304" pitchFamily="18" charset="0"/>
                  <a:cs typeface="Times New Roman" panose="02020603050405020304" pitchFamily="18" charset="0"/>
                </a:endParaRPr>
              </a:p>
              <a:p>
                <a:r>
                  <a:rPr lang="en-US" sz="2400" dirty="0">
                    <a:latin typeface="Times New Roman" panose="02020603050405020304" pitchFamily="18" charset="0"/>
                    <a:cs typeface="Times New Roman" panose="02020603050405020304" pitchFamily="18" charset="0"/>
                  </a:rPr>
                  <a:t>Degrees of freedom is n</a:t>
                </a:r>
                <a:r>
                  <a:rPr lang="en-US" sz="1200" dirty="0">
                    <a:latin typeface="Times New Roman" panose="02020603050405020304" pitchFamily="18" charset="0"/>
                    <a:cs typeface="Times New Roman" panose="02020603050405020304" pitchFamily="18" charset="0"/>
                  </a:rPr>
                  <a:t>1</a:t>
                </a:r>
                <a:r>
                  <a:rPr lang="en-US" sz="2400" dirty="0">
                    <a:latin typeface="Times New Roman" panose="02020603050405020304" pitchFamily="18" charset="0"/>
                    <a:cs typeface="Times New Roman" panose="02020603050405020304" pitchFamily="18" charset="0"/>
                  </a:rPr>
                  <a:t>+n</a:t>
                </a:r>
                <a:r>
                  <a:rPr lang="en-US" sz="1200" dirty="0">
                    <a:latin typeface="Times New Roman" panose="02020603050405020304" pitchFamily="18" charset="0"/>
                    <a:cs typeface="Times New Roman" panose="02020603050405020304" pitchFamily="18" charset="0"/>
                  </a:rPr>
                  <a:t>2</a:t>
                </a:r>
                <a:r>
                  <a:rPr lang="en-US" sz="2400" dirty="0">
                    <a:latin typeface="Times New Roman" panose="02020603050405020304" pitchFamily="18" charset="0"/>
                    <a:cs typeface="Times New Roman" panose="02020603050405020304" pitchFamily="18" charset="0"/>
                  </a:rPr>
                  <a:t>-</a:t>
                </a:r>
                <a:r>
                  <a:rPr lang="en-US" sz="1800" dirty="0">
                    <a:latin typeface="Times New Roman" panose="02020603050405020304" pitchFamily="18" charset="0"/>
                    <a:cs typeface="Times New Roman" panose="02020603050405020304" pitchFamily="18" charset="0"/>
                  </a:rPr>
                  <a:t>2</a:t>
                </a:r>
                <a:r>
                  <a:rPr lang="en-US" sz="2400" dirty="0">
                    <a:latin typeface="Times New Roman" panose="02020603050405020304" pitchFamily="18" charset="0"/>
                    <a:cs typeface="Times New Roman" panose="02020603050405020304" pitchFamily="18" charset="0"/>
                  </a:rPr>
                  <a:t>.</a:t>
                </a:r>
              </a:p>
              <a:p>
                <a:endParaRPr lang="en-US" sz="2400" dirty="0">
                  <a:latin typeface="Times New Roman" panose="02020603050405020304" pitchFamily="18" charset="0"/>
                  <a:cs typeface="Times New Roman" panose="02020603050405020304" pitchFamily="18" charset="0"/>
                </a:endParaRPr>
              </a:p>
            </p:txBody>
          </p:sp>
        </mc:Choice>
        <mc:Fallback xmlns="">
          <p:sp>
            <p:nvSpPr>
              <p:cNvPr id="4" name="Text Placeholder 3"/>
              <p:cNvSpPr>
                <a:spLocks noGrp="1" noRot="1" noChangeAspect="1" noMove="1" noResize="1" noEditPoints="1" noAdjustHandles="1" noChangeArrowheads="1" noChangeShapeType="1" noTextEdit="1"/>
              </p:cNvSpPr>
              <p:nvPr>
                <p:ph type="body" sz="quarter" idx="13"/>
              </p:nvPr>
            </p:nvSpPr>
            <p:spPr>
              <a:xfrm>
                <a:off x="444500" y="1361616"/>
                <a:ext cx="9824915" cy="4093243"/>
              </a:xfrm>
              <a:blipFill>
                <a:blip r:embed="rId2"/>
                <a:stretch>
                  <a:fillRect l="-1117" t="-1488" b="-18452"/>
                </a:stretch>
              </a:blipFill>
            </p:spPr>
            <p:txBody>
              <a:bodyPr/>
              <a:lstStyle/>
              <a:p>
                <a:r>
                  <a:rPr lang="en-US">
                    <a:noFill/>
                  </a:rPr>
                  <a:t> </a:t>
                </a:r>
              </a:p>
            </p:txBody>
          </p:sp>
        </mc:Fallback>
      </mc:AlternateContent>
    </p:spTree>
    <p:extLst>
      <p:ext uri="{BB962C8B-B14F-4D97-AF65-F5344CB8AC3E}">
        <p14:creationId xmlns:p14="http://schemas.microsoft.com/office/powerpoint/2010/main" val="1694942069"/>
      </p:ext>
    </p:extLst>
  </p:cSld>
  <p:clrMapOvr>
    <a:masterClrMapping/>
  </p:clrMapOvr>
</p:sld>
</file>

<file path=ppt/slides/slide2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dirty="0">
                <a:latin typeface="Times New Roman" panose="02020603050405020304" pitchFamily="18" charset="0"/>
                <a:cs typeface="Times New Roman" panose="02020603050405020304" pitchFamily="18" charset="0"/>
              </a:rPr>
              <a:t>Paired Sample T-test</a:t>
            </a:r>
          </a:p>
        </p:txBody>
      </p:sp>
      <p:sp>
        <p:nvSpPr>
          <p:cNvPr id="3" name="Slide Number Placeholder 2"/>
          <p:cNvSpPr>
            <a:spLocks noGrp="1"/>
          </p:cNvSpPr>
          <p:nvPr>
            <p:ph type="sldNum" sz="quarter" idx="12"/>
          </p:nvPr>
        </p:nvSpPr>
        <p:spPr/>
        <p:txBody>
          <a:bodyPr/>
          <a:lstStyle/>
          <a:p>
            <a:fld id="{C263D6C4-4840-40CC-AC84-17E24B3B7BDE}" type="slidenum">
              <a:rPr lang="en-US" noProof="0" smtClean="0"/>
              <a:pPr/>
              <a:t>25</a:t>
            </a:fld>
            <a:endParaRPr lang="en-US" noProof="0" dirty="0"/>
          </a:p>
        </p:txBody>
      </p:sp>
      <mc:AlternateContent xmlns:mc="http://schemas.openxmlformats.org/markup-compatibility/2006" xmlns:a14="http://schemas.microsoft.com/office/drawing/2010/main">
        <mc:Choice Requires="a14">
          <p:sp>
            <p:nvSpPr>
              <p:cNvPr id="4" name="Text Placeholder 3"/>
              <p:cNvSpPr>
                <a:spLocks noGrp="1"/>
              </p:cNvSpPr>
              <p:nvPr>
                <p:ph type="body" sz="quarter" idx="13"/>
              </p:nvPr>
            </p:nvSpPr>
            <p:spPr/>
            <p:txBody>
              <a:bodyPr/>
              <a:lstStyle/>
              <a:p>
                <a:r>
                  <a:rPr lang="en-US" sz="2800" dirty="0">
                    <a:latin typeface="Times New Roman" panose="02020603050405020304" pitchFamily="18" charset="0"/>
                    <a:cs typeface="Times New Roman" panose="02020603050405020304" pitchFamily="18" charset="0"/>
                  </a:rPr>
                  <a:t>H</a:t>
                </a:r>
                <a:r>
                  <a:rPr lang="en-US" sz="1400" dirty="0">
                    <a:latin typeface="Times New Roman" panose="02020603050405020304" pitchFamily="18" charset="0"/>
                    <a:cs typeface="Times New Roman" panose="02020603050405020304" pitchFamily="18" charset="0"/>
                  </a:rPr>
                  <a:t>0: </a:t>
                </a:r>
                <a14:m>
                  <m:oMath xmlns:m="http://schemas.openxmlformats.org/officeDocument/2006/math">
                    <m:bar>
                      <m:barPr>
                        <m:pos m:val="top"/>
                        <m:ctrlPr>
                          <a:rPr lang="en-US" sz="2400" i="1">
                            <a:latin typeface="Cambria Math" panose="02040503050406030204" pitchFamily="18" charset="0"/>
                            <a:cs typeface="Times New Roman" panose="02020603050405020304" pitchFamily="18" charset="0"/>
                          </a:rPr>
                        </m:ctrlPr>
                      </m:barPr>
                      <m:e>
                        <m:r>
                          <a:rPr lang="en-US" sz="2400" i="1">
                            <a:latin typeface="Cambria Math" panose="02040503050406030204" pitchFamily="18" charset="0"/>
                            <a:cs typeface="Times New Roman" panose="02020603050405020304" pitchFamily="18" charset="0"/>
                          </a:rPr>
                          <m:t>𝑋</m:t>
                        </m:r>
                      </m:e>
                    </m:bar>
                  </m:oMath>
                </a14:m>
                <a:r>
                  <a:rPr lang="en-US" sz="1400" dirty="0">
                    <a:latin typeface="Times New Roman" panose="02020603050405020304" pitchFamily="18" charset="0"/>
                    <a:cs typeface="Times New Roman" panose="02020603050405020304" pitchFamily="18" charset="0"/>
                  </a:rPr>
                  <a:t>d</a:t>
                </a:r>
                <a:r>
                  <a:rPr lang="en-US" sz="2400" dirty="0">
                    <a:latin typeface="Times New Roman" panose="02020603050405020304" pitchFamily="18" charset="0"/>
                    <a:cs typeface="Times New Roman" panose="02020603050405020304" pitchFamily="18" charset="0"/>
                  </a:rPr>
                  <a:t>= 0; H</a:t>
                </a:r>
                <a:r>
                  <a:rPr lang="en-US" sz="1400" dirty="0">
                    <a:latin typeface="Times New Roman" panose="02020603050405020304" pitchFamily="18" charset="0"/>
                    <a:cs typeface="Times New Roman" panose="02020603050405020304" pitchFamily="18" charset="0"/>
                  </a:rPr>
                  <a:t>1</a:t>
                </a:r>
                <a:r>
                  <a:rPr lang="en-US" sz="2400" dirty="0">
                    <a:latin typeface="Times New Roman" panose="02020603050405020304" pitchFamily="18" charset="0"/>
                    <a:cs typeface="Times New Roman" panose="02020603050405020304" pitchFamily="18" charset="0"/>
                  </a:rPr>
                  <a:t>: </a:t>
                </a:r>
                <a14:m>
                  <m:oMath xmlns:m="http://schemas.openxmlformats.org/officeDocument/2006/math">
                    <m:bar>
                      <m:barPr>
                        <m:pos m:val="top"/>
                        <m:ctrlPr>
                          <a:rPr lang="en-US" sz="2400" i="1">
                            <a:latin typeface="Cambria Math" panose="02040503050406030204" pitchFamily="18" charset="0"/>
                            <a:cs typeface="Times New Roman" panose="02020603050405020304" pitchFamily="18" charset="0"/>
                          </a:rPr>
                        </m:ctrlPr>
                      </m:barPr>
                      <m:e>
                        <m:r>
                          <a:rPr lang="en-US" sz="2400" i="1">
                            <a:latin typeface="Cambria Math" panose="02040503050406030204" pitchFamily="18" charset="0"/>
                            <a:cs typeface="Times New Roman" panose="02020603050405020304" pitchFamily="18" charset="0"/>
                          </a:rPr>
                          <m:t>𝑋</m:t>
                        </m:r>
                      </m:e>
                    </m:bar>
                  </m:oMath>
                </a14:m>
                <a:r>
                  <a:rPr lang="en-US" sz="1200" dirty="0">
                    <a:latin typeface="Times New Roman" panose="02020603050405020304" pitchFamily="18" charset="0"/>
                    <a:cs typeface="Times New Roman" panose="02020603050405020304" pitchFamily="18" charset="0"/>
                  </a:rPr>
                  <a:t>d </a:t>
                </a:r>
                <a:r>
                  <a:rPr lang="en-US" sz="2400" dirty="0">
                    <a:latin typeface="Times New Roman" panose="02020603050405020304" pitchFamily="18" charset="0"/>
                    <a:cs typeface="Times New Roman" panose="02020603050405020304" pitchFamily="18" charset="0"/>
                  </a:rPr>
                  <a:t>≠ 0</a:t>
                </a:r>
              </a:p>
              <a:p>
                <a:pPr marL="0" indent="0">
                  <a:buNone/>
                </a:pPr>
                <a:r>
                  <a:rPr lang="en-US" sz="2400" dirty="0">
                    <a:latin typeface="Times New Roman" panose="02020603050405020304" pitchFamily="18" charset="0"/>
                    <a:cs typeface="Times New Roman" panose="02020603050405020304" pitchFamily="18" charset="0"/>
                  </a:rPr>
                  <a:t>Where </a:t>
                </a:r>
                <a14:m>
                  <m:oMath xmlns:m="http://schemas.openxmlformats.org/officeDocument/2006/math">
                    <m:bar>
                      <m:barPr>
                        <m:pos m:val="top"/>
                        <m:ctrlPr>
                          <a:rPr lang="en-US" sz="2400" i="1">
                            <a:latin typeface="Cambria Math" panose="02040503050406030204" pitchFamily="18" charset="0"/>
                            <a:cs typeface="Times New Roman" panose="02020603050405020304" pitchFamily="18" charset="0"/>
                          </a:rPr>
                        </m:ctrlPr>
                      </m:barPr>
                      <m:e>
                        <m:r>
                          <a:rPr lang="en-US" sz="2400" i="1">
                            <a:latin typeface="Cambria Math" panose="02040503050406030204" pitchFamily="18" charset="0"/>
                            <a:cs typeface="Times New Roman" panose="02020603050405020304" pitchFamily="18" charset="0"/>
                          </a:rPr>
                          <m:t>𝑋</m:t>
                        </m:r>
                      </m:e>
                    </m:bar>
                  </m:oMath>
                </a14:m>
                <a:r>
                  <a:rPr lang="en-US" sz="1400" dirty="0">
                    <a:latin typeface="Times New Roman" panose="02020603050405020304" pitchFamily="18" charset="0"/>
                    <a:cs typeface="Times New Roman" panose="02020603050405020304" pitchFamily="18" charset="0"/>
                  </a:rPr>
                  <a:t>d  </a:t>
                </a:r>
                <a:r>
                  <a:rPr lang="en-US" sz="2400" dirty="0">
                    <a:latin typeface="Times New Roman" panose="02020603050405020304" pitchFamily="18" charset="0"/>
                    <a:cs typeface="Times New Roman" panose="02020603050405020304" pitchFamily="18" charset="0"/>
                  </a:rPr>
                  <a:t>is the mean of difference between the pairs.</a:t>
                </a:r>
              </a:p>
              <a:p>
                <a:r>
                  <a:rPr lang="en-US" sz="2400" dirty="0">
                    <a:latin typeface="Times New Roman" panose="02020603050405020304" pitchFamily="18" charset="0"/>
                    <a:cs typeface="Times New Roman" panose="02020603050405020304" pitchFamily="18" charset="0"/>
                  </a:rPr>
                  <a:t>The t value is</a:t>
                </a:r>
              </a:p>
              <a:p>
                <a:pPr marL="0" indent="0">
                  <a:buNone/>
                </a:pPr>
                <a:r>
                  <a:rPr lang="en-US" sz="2400" dirty="0">
                    <a:latin typeface="Times New Roman" panose="02020603050405020304" pitchFamily="18" charset="0"/>
                    <a:cs typeface="Times New Roman" panose="02020603050405020304" pitchFamily="18" charset="0"/>
                  </a:rPr>
                  <a:t>              </a:t>
                </a:r>
                <a14:m>
                  <m:oMath xmlns:m="http://schemas.openxmlformats.org/officeDocument/2006/math">
                    <m:r>
                      <a:rPr lang="en-US" sz="2400" b="0" i="1" smtClean="0">
                        <a:latin typeface="Cambria Math" panose="02040503050406030204" pitchFamily="18" charset="0"/>
                        <a:cs typeface="Times New Roman" panose="02020603050405020304" pitchFamily="18" charset="0"/>
                      </a:rPr>
                      <m:t>𝑡</m:t>
                    </m:r>
                    <m:r>
                      <a:rPr lang="en-US" sz="2400" b="0" i="1" smtClean="0">
                        <a:latin typeface="Cambria Math" panose="02040503050406030204" pitchFamily="18" charset="0"/>
                        <a:cs typeface="Times New Roman" panose="02020603050405020304" pitchFamily="18" charset="0"/>
                      </a:rPr>
                      <m:t>=</m:t>
                    </m:r>
                    <m:f>
                      <m:fPr>
                        <m:ctrlPr>
                          <a:rPr lang="en-US" sz="2400" b="0" i="1" smtClean="0">
                            <a:latin typeface="Cambria Math" panose="02040503050406030204" pitchFamily="18" charset="0"/>
                            <a:cs typeface="Times New Roman" panose="02020603050405020304" pitchFamily="18" charset="0"/>
                          </a:rPr>
                        </m:ctrlPr>
                      </m:fPr>
                      <m:num>
                        <m:bar>
                          <m:barPr>
                            <m:pos m:val="top"/>
                            <m:ctrlPr>
                              <a:rPr lang="en-US" sz="2400" i="1">
                                <a:latin typeface="Cambria Math" panose="02040503050406030204" pitchFamily="18" charset="0"/>
                                <a:cs typeface="Times New Roman" panose="02020603050405020304" pitchFamily="18" charset="0"/>
                              </a:rPr>
                            </m:ctrlPr>
                          </m:barPr>
                          <m:e>
                            <m:r>
                              <a:rPr lang="en-US" sz="2400" i="1">
                                <a:latin typeface="Cambria Math" panose="02040503050406030204" pitchFamily="18" charset="0"/>
                                <a:cs typeface="Times New Roman" panose="02020603050405020304" pitchFamily="18" charset="0"/>
                              </a:rPr>
                              <m:t>𝑋</m:t>
                            </m:r>
                          </m:e>
                        </m:bar>
                        <m:r>
                          <m:rPr>
                            <m:nor/>
                          </m:rPr>
                          <a:rPr lang="en-US" sz="1400" dirty="0">
                            <a:latin typeface="Times New Roman" panose="02020603050405020304" pitchFamily="18" charset="0"/>
                            <a:cs typeface="Times New Roman" panose="02020603050405020304" pitchFamily="18" charset="0"/>
                          </a:rPr>
                          <m:t>d</m:t>
                        </m:r>
                      </m:num>
                      <m:den>
                        <m:f>
                          <m:fPr>
                            <m:ctrlPr>
                              <a:rPr lang="en-US" sz="2400" b="0" i="1" smtClean="0">
                                <a:latin typeface="Cambria Math" panose="02040503050406030204" pitchFamily="18" charset="0"/>
                                <a:cs typeface="Times New Roman" panose="02020603050405020304" pitchFamily="18" charset="0"/>
                              </a:rPr>
                            </m:ctrlPr>
                          </m:fPr>
                          <m:num>
                            <m:r>
                              <a:rPr lang="en-US" sz="2400" b="0" i="1" smtClean="0">
                                <a:latin typeface="Cambria Math" panose="02040503050406030204" pitchFamily="18" charset="0"/>
                                <a:cs typeface="Times New Roman" panose="02020603050405020304" pitchFamily="18" charset="0"/>
                              </a:rPr>
                              <m:t>𝑠</m:t>
                            </m:r>
                          </m:num>
                          <m:den>
                            <m:r>
                              <a:rPr lang="en-US" sz="2400" b="0" i="1" smtClean="0">
                                <a:latin typeface="Cambria Math" panose="02040503050406030204" pitchFamily="18" charset="0"/>
                                <a:ea typeface="Cambria Math" panose="02040503050406030204" pitchFamily="18" charset="0"/>
                                <a:cs typeface="Times New Roman" panose="02020603050405020304" pitchFamily="18" charset="0"/>
                              </a:rPr>
                              <m:t>√</m:t>
                            </m:r>
                            <m:r>
                              <a:rPr lang="en-US" sz="2400" b="0" i="1" smtClean="0">
                                <a:latin typeface="Cambria Math" panose="02040503050406030204" pitchFamily="18" charset="0"/>
                                <a:ea typeface="Cambria Math" panose="02040503050406030204" pitchFamily="18" charset="0"/>
                                <a:cs typeface="Times New Roman" panose="02020603050405020304" pitchFamily="18" charset="0"/>
                              </a:rPr>
                              <m:t>𝑛</m:t>
                            </m:r>
                          </m:den>
                        </m:f>
                      </m:den>
                    </m:f>
                  </m:oMath>
                </a14:m>
                <a:endParaRPr lang="en-US" sz="2400" dirty="0">
                  <a:latin typeface="Times New Roman" panose="02020603050405020304" pitchFamily="18" charset="0"/>
                  <a:cs typeface="Times New Roman" panose="02020603050405020304" pitchFamily="18" charset="0"/>
                </a:endParaRPr>
              </a:p>
              <a:p>
                <a:r>
                  <a:rPr lang="en-US" sz="2400" dirty="0">
                    <a:latin typeface="Times New Roman" panose="02020603050405020304" pitchFamily="18" charset="0"/>
                    <a:cs typeface="Times New Roman" panose="02020603050405020304" pitchFamily="18" charset="0"/>
                  </a:rPr>
                  <a:t>Degrees of freedom is n-</a:t>
                </a:r>
                <a:r>
                  <a:rPr lang="en-US" sz="1800" dirty="0">
                    <a:latin typeface="Times New Roman" panose="02020603050405020304" pitchFamily="18" charset="0"/>
                    <a:cs typeface="Times New Roman" panose="02020603050405020304" pitchFamily="18" charset="0"/>
                  </a:rPr>
                  <a:t>1.</a:t>
                </a:r>
              </a:p>
            </p:txBody>
          </p:sp>
        </mc:Choice>
        <mc:Fallback xmlns="">
          <p:sp>
            <p:nvSpPr>
              <p:cNvPr id="4" name="Text Placeholder 3"/>
              <p:cNvSpPr>
                <a:spLocks noGrp="1" noRot="1" noChangeAspect="1" noMove="1" noResize="1" noEditPoints="1" noAdjustHandles="1" noChangeArrowheads="1" noChangeShapeType="1" noTextEdit="1"/>
              </p:cNvSpPr>
              <p:nvPr>
                <p:ph type="body" sz="quarter" idx="13"/>
              </p:nvPr>
            </p:nvSpPr>
            <p:spPr>
              <a:blipFill>
                <a:blip r:embed="rId2"/>
                <a:stretch>
                  <a:fillRect l="-1633" t="-1639"/>
                </a:stretch>
              </a:blipFill>
            </p:spPr>
            <p:txBody>
              <a:bodyPr/>
              <a:lstStyle/>
              <a:p>
                <a:r>
                  <a:rPr lang="en-US">
                    <a:noFill/>
                  </a:rPr>
                  <a:t> </a:t>
                </a:r>
              </a:p>
            </p:txBody>
          </p:sp>
        </mc:Fallback>
      </mc:AlternateContent>
    </p:spTree>
    <p:extLst>
      <p:ext uri="{BB962C8B-B14F-4D97-AF65-F5344CB8AC3E}">
        <p14:creationId xmlns:p14="http://schemas.microsoft.com/office/powerpoint/2010/main" val="1744023586"/>
      </p:ext>
    </p:extLst>
  </p:cSld>
  <p:clrMapOvr>
    <a:masterClrMapping/>
  </p:clrMapOvr>
</p:sld>
</file>

<file path=ppt/slides/slide2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dirty="0">
                <a:latin typeface="Times New Roman" panose="02020603050405020304" pitchFamily="18" charset="0"/>
                <a:cs typeface="Times New Roman" panose="02020603050405020304" pitchFamily="18" charset="0"/>
              </a:rPr>
              <a:t>Critical t value</a:t>
            </a:r>
          </a:p>
        </p:txBody>
      </p:sp>
      <p:sp>
        <p:nvSpPr>
          <p:cNvPr id="3" name="Slide Number Placeholder 2"/>
          <p:cNvSpPr>
            <a:spLocks noGrp="1"/>
          </p:cNvSpPr>
          <p:nvPr>
            <p:ph type="sldNum" sz="quarter" idx="12"/>
          </p:nvPr>
        </p:nvSpPr>
        <p:spPr/>
        <p:txBody>
          <a:bodyPr/>
          <a:lstStyle/>
          <a:p>
            <a:fld id="{C263D6C4-4840-40CC-AC84-17E24B3B7BDE}" type="slidenum">
              <a:rPr lang="en-US" noProof="0" smtClean="0"/>
              <a:pPr/>
              <a:t>26</a:t>
            </a:fld>
            <a:endParaRPr lang="en-US" noProof="0" dirty="0"/>
          </a:p>
        </p:txBody>
      </p:sp>
      <p:sp>
        <p:nvSpPr>
          <p:cNvPr id="4" name="Text Placeholder 3"/>
          <p:cNvSpPr>
            <a:spLocks noGrp="1"/>
          </p:cNvSpPr>
          <p:nvPr>
            <p:ph type="body" sz="quarter" idx="13"/>
          </p:nvPr>
        </p:nvSpPr>
        <p:spPr>
          <a:xfrm>
            <a:off x="444500" y="1634177"/>
            <a:ext cx="4408854" cy="4093243"/>
          </a:xfrm>
        </p:spPr>
        <p:txBody>
          <a:bodyPr/>
          <a:lstStyle/>
          <a:p>
            <a:r>
              <a:rPr lang="en-US" sz="2400" dirty="0">
                <a:latin typeface="Times New Roman" panose="02020603050405020304" pitchFamily="18" charset="0"/>
                <a:cs typeface="Times New Roman" panose="02020603050405020304" pitchFamily="18" charset="0"/>
              </a:rPr>
              <a:t>If </a:t>
            </a:r>
            <a:r>
              <a:rPr lang="en-US" sz="2400" i="1" dirty="0">
                <a:latin typeface="Times New Roman" panose="02020603050405020304" pitchFamily="18" charset="0"/>
                <a:cs typeface="Times New Roman" panose="02020603050405020304" pitchFamily="18" charset="0"/>
              </a:rPr>
              <a:t>ɑ</a:t>
            </a:r>
            <a:r>
              <a:rPr lang="en-US" sz="2400" dirty="0">
                <a:latin typeface="Times New Roman" panose="02020603050405020304" pitchFamily="18" charset="0"/>
                <a:cs typeface="Times New Roman" panose="02020603050405020304" pitchFamily="18" charset="0"/>
              </a:rPr>
              <a:t> is the significance level and </a:t>
            </a:r>
            <a:r>
              <a:rPr lang="en-US" sz="2400" i="1" dirty="0">
                <a:latin typeface="Times New Roman" panose="02020603050405020304" pitchFamily="18" charset="0"/>
                <a:cs typeface="Times New Roman" panose="02020603050405020304" pitchFamily="18" charset="0"/>
              </a:rPr>
              <a:t>d </a:t>
            </a:r>
            <a:r>
              <a:rPr lang="en-US" sz="2400" dirty="0">
                <a:latin typeface="Times New Roman" panose="02020603050405020304" pitchFamily="18" charset="0"/>
                <a:cs typeface="Times New Roman" panose="02020603050405020304" pitchFamily="18" charset="0"/>
              </a:rPr>
              <a:t> be the degrees of freedom then </a:t>
            </a:r>
            <a:r>
              <a:rPr lang="en-US" sz="2400" i="1" dirty="0" err="1">
                <a:latin typeface="Times New Roman" panose="02020603050405020304" pitchFamily="18" charset="0"/>
                <a:cs typeface="Times New Roman" panose="02020603050405020304" pitchFamily="18" charset="0"/>
              </a:rPr>
              <a:t>t</a:t>
            </a:r>
            <a:r>
              <a:rPr lang="en-US" i="1" dirty="0" err="1">
                <a:latin typeface="Times New Roman" panose="02020603050405020304" pitchFamily="18" charset="0"/>
                <a:cs typeface="Times New Roman" panose="02020603050405020304" pitchFamily="18" charset="0"/>
              </a:rPr>
              <a:t>c</a:t>
            </a:r>
            <a:r>
              <a:rPr lang="en-US" i="1" dirty="0">
                <a:latin typeface="Times New Roman" panose="02020603050405020304" pitchFamily="18" charset="0"/>
                <a:cs typeface="Times New Roman" panose="02020603050405020304" pitchFamily="18" charset="0"/>
              </a:rPr>
              <a:t> </a:t>
            </a:r>
            <a:r>
              <a:rPr lang="en-US" sz="2400" dirty="0">
                <a:latin typeface="Times New Roman" panose="02020603050405020304" pitchFamily="18" charset="0"/>
                <a:cs typeface="Times New Roman" panose="02020603050405020304" pitchFamily="18" charset="0"/>
              </a:rPr>
              <a:t> is value corresponding to</a:t>
            </a:r>
          </a:p>
          <a:p>
            <a:pPr marL="0" indent="0">
              <a:buNone/>
            </a:pPr>
            <a:r>
              <a:rPr lang="en-US" sz="2400" i="1" dirty="0">
                <a:latin typeface="Times New Roman" panose="02020603050405020304" pitchFamily="18" charset="0"/>
                <a:cs typeface="Times New Roman" panose="02020603050405020304" pitchFamily="18" charset="0"/>
              </a:rPr>
              <a:t>    a (</a:t>
            </a:r>
            <a:r>
              <a:rPr lang="en-US" sz="2400" dirty="0" err="1">
                <a:latin typeface="Times New Roman" panose="02020603050405020304" pitchFamily="18" charset="0"/>
                <a:cs typeface="Times New Roman" panose="02020603050405020304" pitchFamily="18" charset="0"/>
              </a:rPr>
              <a:t>coloumn</a:t>
            </a:r>
            <a:r>
              <a:rPr lang="en-US" sz="2400" dirty="0">
                <a:latin typeface="Times New Roman" panose="02020603050405020304" pitchFamily="18" charset="0"/>
                <a:cs typeface="Times New Roman" panose="02020603050405020304" pitchFamily="18" charset="0"/>
              </a:rPr>
              <a:t>) and d (row).</a:t>
            </a:r>
          </a:p>
          <a:p>
            <a:r>
              <a:rPr lang="en-US" sz="2400" i="1" dirty="0">
                <a:latin typeface="Times New Roman" panose="02020603050405020304" pitchFamily="18" charset="0"/>
                <a:cs typeface="Times New Roman" panose="02020603050405020304" pitchFamily="18" charset="0"/>
              </a:rPr>
              <a:t>Example:</a:t>
            </a:r>
          </a:p>
          <a:p>
            <a:pPr marL="0" indent="0">
              <a:buNone/>
            </a:pPr>
            <a:r>
              <a:rPr lang="en-US" sz="2400" i="1" dirty="0">
                <a:latin typeface="Times New Roman" panose="02020603050405020304" pitchFamily="18" charset="0"/>
                <a:cs typeface="Times New Roman" panose="02020603050405020304" pitchFamily="18" charset="0"/>
              </a:rPr>
              <a:t> a=0.05 d=7 then </a:t>
            </a:r>
            <a:r>
              <a:rPr lang="en-US" sz="2400" i="1" dirty="0" err="1">
                <a:latin typeface="Times New Roman" panose="02020603050405020304" pitchFamily="18" charset="0"/>
                <a:cs typeface="Times New Roman" panose="02020603050405020304" pitchFamily="18" charset="0"/>
              </a:rPr>
              <a:t>t</a:t>
            </a:r>
            <a:r>
              <a:rPr lang="en-US" sz="1400" i="1" dirty="0" err="1">
                <a:latin typeface="Times New Roman" panose="02020603050405020304" pitchFamily="18" charset="0"/>
                <a:cs typeface="Times New Roman" panose="02020603050405020304" pitchFamily="18" charset="0"/>
              </a:rPr>
              <a:t>c</a:t>
            </a:r>
            <a:r>
              <a:rPr lang="en-US" sz="1400" i="1" dirty="0">
                <a:latin typeface="Times New Roman" panose="02020603050405020304" pitchFamily="18" charset="0"/>
                <a:cs typeface="Times New Roman" panose="02020603050405020304" pitchFamily="18" charset="0"/>
              </a:rPr>
              <a:t>   </a:t>
            </a:r>
            <a:r>
              <a:rPr lang="en-US" sz="2400" i="1" dirty="0">
                <a:latin typeface="Times New Roman" panose="02020603050405020304" pitchFamily="18" charset="0"/>
                <a:cs typeface="Times New Roman" panose="02020603050405020304" pitchFamily="18" charset="0"/>
              </a:rPr>
              <a:t>is 2.365.</a:t>
            </a:r>
            <a:endParaRPr lang="en-US" sz="1400" i="1" dirty="0">
              <a:latin typeface="Times New Roman" panose="02020603050405020304" pitchFamily="18" charset="0"/>
              <a:cs typeface="Times New Roman" panose="02020603050405020304" pitchFamily="18" charset="0"/>
            </a:endParaRPr>
          </a:p>
          <a:p>
            <a:endParaRPr lang="en-US" sz="2400" dirty="0">
              <a:latin typeface="Times New Roman" panose="02020603050405020304" pitchFamily="18" charset="0"/>
              <a:cs typeface="Times New Roman" panose="02020603050405020304" pitchFamily="18" charset="0"/>
            </a:endParaRPr>
          </a:p>
          <a:p>
            <a:endParaRPr lang="en-US" sz="2400" dirty="0">
              <a:latin typeface="Times New Roman" panose="02020603050405020304" pitchFamily="18" charset="0"/>
              <a:cs typeface="Times New Roman" panose="02020603050405020304" pitchFamily="18" charset="0"/>
            </a:endParaRPr>
          </a:p>
        </p:txBody>
      </p:sp>
      <p:sp>
        <p:nvSpPr>
          <p:cNvPr id="7" name="AutoShape 2" descr="Student's t Table (Free Download) | Guide &amp; Examples"/>
          <p:cNvSpPr>
            <a:spLocks noChangeAspect="1" noChangeArrowheads="1"/>
          </p:cNvSpPr>
          <p:nvPr/>
        </p:nvSpPr>
        <p:spPr bwMode="auto">
          <a:xfrm>
            <a:off x="227989" y="-144462"/>
            <a:ext cx="232385" cy="232386"/>
          </a:xfrm>
          <a:prstGeom prst="rect">
            <a:avLst/>
          </a:prstGeom>
          <a:noFill/>
          <a:extLst>
            <a:ext uri="{909E8E84-426E-40DD-AFC4-6F175D3DCCD1}">
              <a14:hiddenFill xmlns:a14="http://schemas.microsoft.com/office/drawing/2010/main">
                <a:solidFill>
                  <a:srgbClr val="FFFFFF"/>
                </a:solidFill>
              </a14:hiddenFill>
            </a:ext>
          </a:extLst>
        </p:spPr>
        <p:txBody>
          <a:bodyPr vert="horz" wrap="square" lIns="91440" tIns="45720" rIns="91440" bIns="45720" numCol="1" anchor="t" anchorCtr="0" compatLnSpc="1">
            <a:prstTxWarp prst="textNoShape">
              <a:avLst/>
            </a:prstTxWarp>
          </a:bodyPr>
          <a:lstStyle/>
          <a:p>
            <a:endParaRPr lang="en-US"/>
          </a:p>
        </p:txBody>
      </p:sp>
      <p:pic>
        <p:nvPicPr>
          <p:cNvPr id="8" name="Picture 7"/>
          <p:cNvPicPr>
            <a:picLocks noChangeAspect="1"/>
          </p:cNvPicPr>
          <p:nvPr/>
        </p:nvPicPr>
        <p:blipFill>
          <a:blip r:embed="rId2"/>
          <a:stretch>
            <a:fillRect/>
          </a:stretch>
        </p:blipFill>
        <p:spPr>
          <a:xfrm>
            <a:off x="5278580" y="654628"/>
            <a:ext cx="6733309" cy="5769768"/>
          </a:xfrm>
          <a:prstGeom prst="rect">
            <a:avLst/>
          </a:prstGeom>
        </p:spPr>
      </p:pic>
    </p:spTree>
    <p:extLst>
      <p:ext uri="{BB962C8B-B14F-4D97-AF65-F5344CB8AC3E}">
        <p14:creationId xmlns:p14="http://schemas.microsoft.com/office/powerpoint/2010/main" val="727275012"/>
      </p:ext>
    </p:extLst>
  </p:cSld>
  <p:clrMapOvr>
    <a:masterClrMapping/>
  </p:clrMapOvr>
</p:sld>
</file>

<file path=ppt/slides/slide2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dirty="0">
                <a:latin typeface="Times New Roman" panose="02020603050405020304" pitchFamily="18" charset="0"/>
                <a:cs typeface="Times New Roman" panose="02020603050405020304" pitchFamily="18" charset="0"/>
              </a:rPr>
              <a:t>Steps</a:t>
            </a:r>
          </a:p>
        </p:txBody>
      </p:sp>
      <p:sp>
        <p:nvSpPr>
          <p:cNvPr id="3" name="Slide Number Placeholder 2"/>
          <p:cNvSpPr>
            <a:spLocks noGrp="1"/>
          </p:cNvSpPr>
          <p:nvPr>
            <p:ph type="sldNum" sz="quarter" idx="12"/>
          </p:nvPr>
        </p:nvSpPr>
        <p:spPr/>
        <p:txBody>
          <a:bodyPr/>
          <a:lstStyle/>
          <a:p>
            <a:fld id="{C263D6C4-4840-40CC-AC84-17E24B3B7BDE}" type="slidenum">
              <a:rPr lang="en-US" noProof="0" smtClean="0"/>
              <a:pPr/>
              <a:t>27</a:t>
            </a:fld>
            <a:endParaRPr lang="en-US" noProof="0" dirty="0"/>
          </a:p>
        </p:txBody>
      </p:sp>
      <mc:AlternateContent xmlns:mc="http://schemas.openxmlformats.org/markup-compatibility/2006" xmlns:a14="http://schemas.microsoft.com/office/drawing/2010/main">
        <mc:Choice Requires="a14">
          <p:sp>
            <p:nvSpPr>
              <p:cNvPr id="4" name="Text Placeholder 3"/>
              <p:cNvSpPr>
                <a:spLocks noGrp="1"/>
              </p:cNvSpPr>
              <p:nvPr>
                <p:ph type="body" sz="quarter" idx="13"/>
              </p:nvPr>
            </p:nvSpPr>
            <p:spPr/>
            <p:txBody>
              <a:bodyPr/>
              <a:lstStyle/>
              <a:p>
                <a:r>
                  <a:rPr lang="en-US" sz="2400" dirty="0">
                    <a:latin typeface="Times New Roman" panose="02020603050405020304" pitchFamily="18" charset="0"/>
                    <a:cs typeface="Times New Roman" panose="02020603050405020304" pitchFamily="18" charset="0"/>
                  </a:rPr>
                  <a:t>Calculate Value of t </a:t>
                </a:r>
              </a:p>
              <a:p>
                <a:r>
                  <a:rPr lang="en-US" sz="2400" dirty="0">
                    <a:latin typeface="Times New Roman" panose="02020603050405020304" pitchFamily="18" charset="0"/>
                    <a:cs typeface="Times New Roman" panose="02020603050405020304" pitchFamily="18" charset="0"/>
                  </a:rPr>
                  <a:t>Find the critical </a:t>
                </a:r>
                <a:r>
                  <a:rPr lang="en-US" sz="2400" dirty="0" err="1">
                    <a:latin typeface="Times New Roman" panose="02020603050405020304" pitchFamily="18" charset="0"/>
                    <a:cs typeface="Times New Roman" panose="02020603050405020304" pitchFamily="18" charset="0"/>
                  </a:rPr>
                  <a:t>t</a:t>
                </a:r>
                <a:r>
                  <a:rPr lang="en-US" sz="1400" dirty="0" err="1">
                    <a:latin typeface="Times New Roman" panose="02020603050405020304" pitchFamily="18" charset="0"/>
                    <a:cs typeface="Times New Roman" panose="02020603050405020304" pitchFamily="18" charset="0"/>
                  </a:rPr>
                  <a:t>c</a:t>
                </a:r>
                <a:r>
                  <a:rPr lang="en-US" sz="1400" dirty="0">
                    <a:latin typeface="Times New Roman" panose="02020603050405020304" pitchFamily="18" charset="0"/>
                    <a:cs typeface="Times New Roman" panose="02020603050405020304" pitchFamily="18" charset="0"/>
                  </a:rPr>
                  <a:t> </a:t>
                </a:r>
                <a:r>
                  <a:rPr lang="en-US" sz="2400" dirty="0">
                    <a:latin typeface="Times New Roman" panose="02020603050405020304" pitchFamily="18" charset="0"/>
                    <a:cs typeface="Times New Roman" panose="02020603050405020304" pitchFamily="18" charset="0"/>
                  </a:rPr>
                  <a:t>value from the table.</a:t>
                </a:r>
              </a:p>
              <a:p>
                <a:r>
                  <a:rPr lang="en-US" sz="2400" dirty="0">
                    <a:latin typeface="Times New Roman" panose="02020603050405020304" pitchFamily="18" charset="0"/>
                    <a:cs typeface="Times New Roman" panose="02020603050405020304" pitchFamily="18" charset="0"/>
                  </a:rPr>
                  <a:t>If  </a:t>
                </a:r>
                <a14:m>
                  <m:oMath xmlns:m="http://schemas.openxmlformats.org/officeDocument/2006/math">
                    <m:r>
                      <a:rPr lang="en-US" sz="2400" b="0" i="1" smtClean="0">
                        <a:latin typeface="Cambria Math" panose="02040503050406030204" pitchFamily="18" charset="0"/>
                        <a:cs typeface="Times New Roman" panose="02020603050405020304" pitchFamily="18" charset="0"/>
                      </a:rPr>
                      <m:t>𝑡</m:t>
                    </m:r>
                    <m:r>
                      <a:rPr lang="en-US" sz="2400" b="0" i="1" smtClean="0">
                        <a:latin typeface="Cambria Math" panose="02040503050406030204" pitchFamily="18" charset="0"/>
                        <a:cs typeface="Times New Roman" panose="02020603050405020304" pitchFamily="18" charset="0"/>
                      </a:rPr>
                      <m:t>&gt;</m:t>
                    </m:r>
                    <m:r>
                      <a:rPr lang="en-US" sz="2400" b="0" i="1" smtClean="0">
                        <a:latin typeface="Cambria Math" panose="02040503050406030204" pitchFamily="18" charset="0"/>
                        <a:cs typeface="Times New Roman" panose="02020603050405020304" pitchFamily="18" charset="0"/>
                      </a:rPr>
                      <m:t>𝑡</m:t>
                    </m:r>
                  </m:oMath>
                </a14:m>
                <a:r>
                  <a:rPr lang="en-US" i="1" dirty="0">
                    <a:latin typeface="Times New Roman" panose="02020603050405020304" pitchFamily="18" charset="0"/>
                    <a:cs typeface="Times New Roman" panose="02020603050405020304" pitchFamily="18" charset="0"/>
                  </a:rPr>
                  <a:t>c, </a:t>
                </a:r>
              </a:p>
              <a:p>
                <a:pPr marL="0" indent="0">
                  <a:buNone/>
                </a:pPr>
                <a:r>
                  <a:rPr lang="en-US" i="1" dirty="0">
                    <a:latin typeface="Times New Roman" panose="02020603050405020304" pitchFamily="18" charset="0"/>
                    <a:cs typeface="Times New Roman" panose="02020603050405020304" pitchFamily="18" charset="0"/>
                  </a:rPr>
                  <a:t>                  </a:t>
                </a:r>
                <a:r>
                  <a:rPr lang="en-US" sz="2400" i="1" dirty="0">
                    <a:latin typeface="Times New Roman" panose="02020603050405020304" pitchFamily="18" charset="0"/>
                    <a:cs typeface="Times New Roman" panose="02020603050405020304" pitchFamily="18" charset="0"/>
                  </a:rPr>
                  <a:t>Reject H</a:t>
                </a:r>
                <a:r>
                  <a:rPr lang="en-US" sz="1100" i="1" dirty="0">
                    <a:latin typeface="Times New Roman" panose="02020603050405020304" pitchFamily="18" charset="0"/>
                    <a:cs typeface="Times New Roman" panose="02020603050405020304" pitchFamily="18" charset="0"/>
                  </a:rPr>
                  <a:t>0</a:t>
                </a:r>
              </a:p>
              <a:p>
                <a:pPr marL="0" indent="0">
                  <a:buNone/>
                </a:pPr>
                <a:r>
                  <a:rPr lang="en-US" sz="1100" i="1" dirty="0">
                    <a:latin typeface="Times New Roman" panose="02020603050405020304" pitchFamily="18" charset="0"/>
                    <a:cs typeface="Times New Roman" panose="02020603050405020304" pitchFamily="18" charset="0"/>
                  </a:rPr>
                  <a:t>         </a:t>
                </a:r>
                <a:endParaRPr lang="en-US" sz="2400" i="1" dirty="0">
                  <a:latin typeface="Times New Roman" panose="02020603050405020304" pitchFamily="18" charset="0"/>
                  <a:cs typeface="Times New Roman" panose="02020603050405020304" pitchFamily="18" charset="0"/>
                </a:endParaRPr>
              </a:p>
            </p:txBody>
          </p:sp>
        </mc:Choice>
        <mc:Fallback xmlns="">
          <p:sp>
            <p:nvSpPr>
              <p:cNvPr id="4" name="Text Placeholder 3"/>
              <p:cNvSpPr>
                <a:spLocks noGrp="1" noRot="1" noChangeAspect="1" noMove="1" noResize="1" noEditPoints="1" noAdjustHandles="1" noChangeArrowheads="1" noChangeShapeType="1" noTextEdit="1"/>
              </p:cNvSpPr>
              <p:nvPr>
                <p:ph type="body" sz="quarter" idx="13"/>
              </p:nvPr>
            </p:nvSpPr>
            <p:spPr>
              <a:blipFill>
                <a:blip r:embed="rId2"/>
                <a:stretch>
                  <a:fillRect l="-1270" t="-1192"/>
                </a:stretch>
              </a:blipFill>
            </p:spPr>
            <p:txBody>
              <a:bodyPr/>
              <a:lstStyle/>
              <a:p>
                <a:r>
                  <a:rPr lang="en-US">
                    <a:noFill/>
                  </a:rPr>
                  <a:t> </a:t>
                </a:r>
              </a:p>
            </p:txBody>
          </p:sp>
        </mc:Fallback>
      </mc:AlternateContent>
    </p:spTree>
    <p:extLst>
      <p:ext uri="{BB962C8B-B14F-4D97-AF65-F5344CB8AC3E}">
        <p14:creationId xmlns:p14="http://schemas.microsoft.com/office/powerpoint/2010/main" val="839793895"/>
      </p:ext>
    </p:extLst>
  </p:cSld>
  <p:clrMapOvr>
    <a:masterClrMapping/>
  </p:clrMapOvr>
</p:sld>
</file>

<file path=ppt/slides/slide2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dirty="0">
                <a:latin typeface="Times New Roman" panose="02020603050405020304" pitchFamily="18" charset="0"/>
                <a:cs typeface="Times New Roman" panose="02020603050405020304" pitchFamily="18" charset="0"/>
              </a:rPr>
              <a:t>Example</a:t>
            </a:r>
          </a:p>
        </p:txBody>
      </p:sp>
      <p:sp>
        <p:nvSpPr>
          <p:cNvPr id="3" name="Slide Number Placeholder 2"/>
          <p:cNvSpPr>
            <a:spLocks noGrp="1"/>
          </p:cNvSpPr>
          <p:nvPr>
            <p:ph type="sldNum" sz="quarter" idx="12"/>
          </p:nvPr>
        </p:nvSpPr>
        <p:spPr/>
        <p:txBody>
          <a:bodyPr/>
          <a:lstStyle/>
          <a:p>
            <a:fld id="{C263D6C4-4840-40CC-AC84-17E24B3B7BDE}" type="slidenum">
              <a:rPr lang="en-US" noProof="0" smtClean="0"/>
              <a:pPr/>
              <a:t>28</a:t>
            </a:fld>
            <a:endParaRPr lang="en-US" noProof="0" dirty="0"/>
          </a:p>
        </p:txBody>
      </p:sp>
      <p:sp>
        <p:nvSpPr>
          <p:cNvPr id="4" name="Text Placeholder 3"/>
          <p:cNvSpPr>
            <a:spLocks noGrp="1"/>
          </p:cNvSpPr>
          <p:nvPr>
            <p:ph type="body" sz="quarter" idx="13"/>
          </p:nvPr>
        </p:nvSpPr>
        <p:spPr>
          <a:xfrm>
            <a:off x="444499" y="1625385"/>
            <a:ext cx="9525977" cy="4093243"/>
          </a:xfrm>
        </p:spPr>
        <p:txBody>
          <a:bodyPr/>
          <a:lstStyle/>
          <a:p>
            <a:r>
              <a:rPr lang="en-US" sz="2400" dirty="0">
                <a:latin typeface="Times New Roman" panose="02020603050405020304" pitchFamily="18" charset="0"/>
                <a:cs typeface="Times New Roman" panose="02020603050405020304" pitchFamily="18" charset="0"/>
              </a:rPr>
              <a:t>A public health official claims that the mean home water use is 350 gallons a day. To verify this claim, a study of 20 randomly selected homes was instigated with the result that the average daily water uses of these 20 homes were as follows:</a:t>
            </a:r>
          </a:p>
          <a:p>
            <a:pPr marL="0" indent="0">
              <a:buNone/>
            </a:pPr>
            <a:r>
              <a:rPr lang="en-US" sz="2400" dirty="0">
                <a:latin typeface="Times New Roman" panose="02020603050405020304" pitchFamily="18" charset="0"/>
                <a:cs typeface="Times New Roman" panose="02020603050405020304" pitchFamily="18" charset="0"/>
              </a:rPr>
              <a:t>   340 344 362 375</a:t>
            </a:r>
          </a:p>
          <a:p>
            <a:pPr marL="0" indent="0">
              <a:buNone/>
            </a:pPr>
            <a:r>
              <a:rPr lang="en-US" sz="2400" dirty="0">
                <a:latin typeface="Times New Roman" panose="02020603050405020304" pitchFamily="18" charset="0"/>
                <a:cs typeface="Times New Roman" panose="02020603050405020304" pitchFamily="18" charset="0"/>
              </a:rPr>
              <a:t>   356 386 354 364</a:t>
            </a:r>
          </a:p>
          <a:p>
            <a:pPr marL="0" indent="0">
              <a:buNone/>
            </a:pPr>
            <a:r>
              <a:rPr lang="en-US" sz="2400" dirty="0">
                <a:latin typeface="Times New Roman" panose="02020603050405020304" pitchFamily="18" charset="0"/>
                <a:cs typeface="Times New Roman" panose="02020603050405020304" pitchFamily="18" charset="0"/>
              </a:rPr>
              <a:t>   332 402 340 355</a:t>
            </a:r>
          </a:p>
          <a:p>
            <a:pPr marL="0" indent="0">
              <a:buNone/>
            </a:pPr>
            <a:r>
              <a:rPr lang="en-US" sz="2400" dirty="0">
                <a:latin typeface="Times New Roman" panose="02020603050405020304" pitchFamily="18" charset="0"/>
                <a:cs typeface="Times New Roman" panose="02020603050405020304" pitchFamily="18" charset="0"/>
              </a:rPr>
              <a:t>   362 322 372 324</a:t>
            </a:r>
          </a:p>
          <a:p>
            <a:pPr marL="0" indent="0">
              <a:buNone/>
            </a:pPr>
            <a:r>
              <a:rPr lang="en-US" sz="2400" dirty="0">
                <a:latin typeface="Times New Roman" panose="02020603050405020304" pitchFamily="18" charset="0"/>
                <a:cs typeface="Times New Roman" panose="02020603050405020304" pitchFamily="18" charset="0"/>
              </a:rPr>
              <a:t>   318 360 338 370</a:t>
            </a:r>
          </a:p>
          <a:p>
            <a:pPr marL="0" indent="0">
              <a:buNone/>
            </a:pPr>
            <a:r>
              <a:rPr lang="en-US" sz="2400" dirty="0">
                <a:latin typeface="Times New Roman" panose="02020603050405020304" pitchFamily="18" charset="0"/>
                <a:cs typeface="Times New Roman" panose="02020603050405020304" pitchFamily="18" charset="0"/>
              </a:rPr>
              <a:t>   Do the data contradict the official’s claim?</a:t>
            </a:r>
          </a:p>
        </p:txBody>
      </p:sp>
    </p:spTree>
    <p:extLst>
      <p:ext uri="{BB962C8B-B14F-4D97-AF65-F5344CB8AC3E}">
        <p14:creationId xmlns:p14="http://schemas.microsoft.com/office/powerpoint/2010/main" val="4230112441"/>
      </p:ext>
    </p:extLst>
  </p:cSld>
  <p:clrMapOvr>
    <a:masterClrMapping/>
  </p:clrMapOvr>
</p:sld>
</file>

<file path=ppt/slides/slide2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dirty="0">
                <a:latin typeface="Times New Roman" panose="02020603050405020304" pitchFamily="18" charset="0"/>
                <a:cs typeface="Times New Roman" panose="02020603050405020304" pitchFamily="18" charset="0"/>
              </a:rPr>
              <a:t>Solution</a:t>
            </a:r>
          </a:p>
        </p:txBody>
      </p:sp>
      <p:sp>
        <p:nvSpPr>
          <p:cNvPr id="3" name="Slide Number Placeholder 2"/>
          <p:cNvSpPr>
            <a:spLocks noGrp="1"/>
          </p:cNvSpPr>
          <p:nvPr>
            <p:ph type="sldNum" sz="quarter" idx="12"/>
          </p:nvPr>
        </p:nvSpPr>
        <p:spPr/>
        <p:txBody>
          <a:bodyPr/>
          <a:lstStyle/>
          <a:p>
            <a:fld id="{C263D6C4-4840-40CC-AC84-17E24B3B7BDE}" type="slidenum">
              <a:rPr lang="en-US" noProof="0" smtClean="0"/>
              <a:pPr/>
              <a:t>29</a:t>
            </a:fld>
            <a:endParaRPr lang="en-US" noProof="0" dirty="0"/>
          </a:p>
        </p:txBody>
      </p:sp>
      <mc:AlternateContent xmlns:mc="http://schemas.openxmlformats.org/markup-compatibility/2006" xmlns:a14="http://schemas.microsoft.com/office/drawing/2010/main">
        <mc:Choice Requires="a14">
          <p:sp>
            <p:nvSpPr>
              <p:cNvPr id="4" name="Text Placeholder 3"/>
              <p:cNvSpPr>
                <a:spLocks noGrp="1"/>
              </p:cNvSpPr>
              <p:nvPr>
                <p:ph type="body" sz="quarter" idx="13"/>
              </p:nvPr>
            </p:nvSpPr>
            <p:spPr>
              <a:xfrm>
                <a:off x="444500" y="1650144"/>
                <a:ext cx="6718300" cy="4761047"/>
              </a:xfrm>
            </p:spPr>
            <p:txBody>
              <a:bodyPr/>
              <a:lstStyle/>
              <a:p>
                <a:pPr marL="0" indent="0">
                  <a:buNone/>
                </a:pPr>
                <a:r>
                  <a:rPr lang="en-US" sz="2400" i="1" dirty="0">
                    <a:latin typeface="Times New Roman" panose="02020603050405020304" pitchFamily="18" charset="0"/>
                    <a:cs typeface="Times New Roman" panose="02020603050405020304" pitchFamily="18" charset="0"/>
                  </a:rPr>
                  <a:t>H</a:t>
                </a:r>
                <a:r>
                  <a:rPr lang="en-US" sz="1200" i="1" dirty="0">
                    <a:latin typeface="Times New Roman" panose="02020603050405020304" pitchFamily="18" charset="0"/>
                    <a:cs typeface="Times New Roman" panose="02020603050405020304" pitchFamily="18" charset="0"/>
                  </a:rPr>
                  <a:t>0</a:t>
                </a:r>
                <a:r>
                  <a:rPr lang="en-US" sz="2400" dirty="0">
                    <a:latin typeface="Times New Roman" panose="02020603050405020304" pitchFamily="18" charset="0"/>
                    <a:cs typeface="Times New Roman" panose="02020603050405020304" pitchFamily="18" charset="0"/>
                  </a:rPr>
                  <a:t>: </a:t>
                </a:r>
                <a14:m>
                  <m:oMath xmlns:m="http://schemas.openxmlformats.org/officeDocument/2006/math">
                    <m:bar>
                      <m:barPr>
                        <m:pos m:val="top"/>
                        <m:ctrlPr>
                          <a:rPr lang="en-US" sz="2400" b="0" i="1" smtClean="0">
                            <a:latin typeface="Cambria Math" panose="02040503050406030204" pitchFamily="18" charset="0"/>
                            <a:cs typeface="Times New Roman" panose="02020603050405020304" pitchFamily="18" charset="0"/>
                          </a:rPr>
                        </m:ctrlPr>
                      </m:barPr>
                      <m:e>
                        <m:r>
                          <a:rPr lang="en-US" sz="2400" b="0" i="1" smtClean="0">
                            <a:latin typeface="Cambria Math" panose="02040503050406030204" pitchFamily="18" charset="0"/>
                            <a:cs typeface="Times New Roman" panose="02020603050405020304" pitchFamily="18" charset="0"/>
                          </a:rPr>
                          <m:t>𝑋</m:t>
                        </m:r>
                      </m:e>
                    </m:bar>
                    <m:r>
                      <a:rPr lang="en-US" sz="2400" b="0" i="1" smtClean="0">
                        <a:latin typeface="Cambria Math" panose="02040503050406030204" pitchFamily="18" charset="0"/>
                        <a:cs typeface="Times New Roman" panose="02020603050405020304" pitchFamily="18" charset="0"/>
                      </a:rPr>
                      <m:t>=350; </m:t>
                    </m:r>
                  </m:oMath>
                </a14:m>
                <a:r>
                  <a:rPr lang="en-US" sz="1200" i="1" dirty="0">
                    <a:latin typeface="Times New Roman" panose="02020603050405020304" pitchFamily="18" charset="0"/>
                    <a:cs typeface="Times New Roman" panose="02020603050405020304" pitchFamily="18" charset="0"/>
                  </a:rPr>
                  <a:t> </a:t>
                </a:r>
              </a:p>
              <a:p>
                <a:pPr marL="0" indent="0">
                  <a:buNone/>
                </a:pPr>
                <a:r>
                  <a:rPr lang="en-US" sz="2400" i="1" dirty="0">
                    <a:latin typeface="Times New Roman" panose="02020603050405020304" pitchFamily="18" charset="0"/>
                    <a:cs typeface="Times New Roman" panose="02020603050405020304" pitchFamily="18" charset="0"/>
                  </a:rPr>
                  <a:t>H</a:t>
                </a:r>
                <a:r>
                  <a:rPr lang="en-US" sz="1400" i="1" dirty="0">
                    <a:latin typeface="Times New Roman" panose="02020603050405020304" pitchFamily="18" charset="0"/>
                    <a:cs typeface="Times New Roman" panose="02020603050405020304" pitchFamily="18" charset="0"/>
                  </a:rPr>
                  <a:t>1</a:t>
                </a:r>
                <a:r>
                  <a:rPr lang="en-US" sz="2400" dirty="0">
                    <a:latin typeface="Times New Roman" panose="02020603050405020304" pitchFamily="18" charset="0"/>
                    <a:cs typeface="Times New Roman" panose="02020603050405020304" pitchFamily="18" charset="0"/>
                  </a:rPr>
                  <a:t>:</a:t>
                </a:r>
                <a14:m>
                  <m:oMath xmlns:m="http://schemas.openxmlformats.org/officeDocument/2006/math">
                    <m:bar>
                      <m:barPr>
                        <m:pos m:val="top"/>
                        <m:ctrlPr>
                          <a:rPr lang="en-US" sz="2400" b="0" i="1" smtClean="0">
                            <a:latin typeface="Cambria Math" panose="02040503050406030204" pitchFamily="18" charset="0"/>
                            <a:cs typeface="Times New Roman" panose="02020603050405020304" pitchFamily="18" charset="0"/>
                          </a:rPr>
                        </m:ctrlPr>
                      </m:barPr>
                      <m:e>
                        <m:r>
                          <a:rPr lang="en-US" sz="2400" b="0" i="1" smtClean="0">
                            <a:latin typeface="Cambria Math" panose="02040503050406030204" pitchFamily="18" charset="0"/>
                            <a:cs typeface="Times New Roman" panose="02020603050405020304" pitchFamily="18" charset="0"/>
                          </a:rPr>
                          <m:t>𝑋</m:t>
                        </m:r>
                      </m:e>
                    </m:bar>
                    <m:r>
                      <a:rPr lang="en-US" sz="2400" b="0" i="1" smtClean="0">
                        <a:latin typeface="Cambria Math" panose="02040503050406030204" pitchFamily="18" charset="0"/>
                        <a:ea typeface="Cambria Math" panose="02040503050406030204" pitchFamily="18" charset="0"/>
                        <a:cs typeface="Times New Roman" panose="02020603050405020304" pitchFamily="18" charset="0"/>
                      </a:rPr>
                      <m:t>≠350;</m:t>
                    </m:r>
                  </m:oMath>
                </a14:m>
                <a:endParaRPr lang="en-US" sz="2400" b="0" dirty="0">
                  <a:latin typeface="Times New Roman" panose="02020603050405020304" pitchFamily="18" charset="0"/>
                  <a:ea typeface="Cambria Math" panose="02040503050406030204" pitchFamily="18" charset="0"/>
                  <a:cs typeface="Times New Roman" panose="02020603050405020304" pitchFamily="18" charset="0"/>
                </a:endParaRPr>
              </a:p>
              <a:p>
                <a:pPr marL="0" indent="0">
                  <a:buNone/>
                </a:pPr>
                <a:r>
                  <a:rPr lang="en-US" sz="2400" dirty="0">
                    <a:latin typeface="Times New Roman" panose="02020603050405020304" pitchFamily="18" charset="0"/>
                    <a:cs typeface="Times New Roman" panose="02020603050405020304" pitchFamily="18" charset="0"/>
                  </a:rPr>
                  <a:t>Degrees of freedom is 20-1=19</a:t>
                </a:r>
              </a:p>
              <a:p>
                <a:pPr marL="0" indent="0">
                  <a:buNone/>
                </a:pPr>
                <a:r>
                  <a:rPr lang="en-US" sz="2400" i="1" dirty="0" err="1">
                    <a:latin typeface="Times New Roman" panose="02020603050405020304" pitchFamily="18" charset="0"/>
                    <a:cs typeface="Times New Roman" panose="02020603050405020304" pitchFamily="18" charset="0"/>
                  </a:rPr>
                  <a:t>t</a:t>
                </a:r>
                <a:r>
                  <a:rPr lang="en-US" sz="1400" i="1" dirty="0" err="1">
                    <a:latin typeface="Times New Roman" panose="02020603050405020304" pitchFamily="18" charset="0"/>
                    <a:cs typeface="Times New Roman" panose="02020603050405020304" pitchFamily="18" charset="0"/>
                  </a:rPr>
                  <a:t>c</a:t>
                </a:r>
                <a:r>
                  <a:rPr lang="en-US" sz="2400" i="1" dirty="0">
                    <a:latin typeface="Times New Roman" panose="02020603050405020304" pitchFamily="18" charset="0"/>
                    <a:cs typeface="Times New Roman" panose="02020603050405020304" pitchFamily="18" charset="0"/>
                  </a:rPr>
                  <a:t> = 2.093</a:t>
                </a:r>
              </a:p>
              <a:p>
                <a:pPr marL="0" indent="0">
                  <a:buNone/>
                </a:pPr>
                <a14:m>
                  <m:oMath xmlns:m="http://schemas.openxmlformats.org/officeDocument/2006/math">
                    <m:sSup>
                      <m:sSupPr>
                        <m:ctrlPr>
                          <a:rPr lang="en-US" sz="2800" i="1" dirty="0" smtClean="0">
                            <a:latin typeface="Cambria Math" panose="02040503050406030204" pitchFamily="18" charset="0"/>
                            <a:cs typeface="Times New Roman" panose="02020603050405020304" pitchFamily="18" charset="0"/>
                          </a:rPr>
                        </m:ctrlPr>
                      </m:sSupPr>
                      <m:e>
                        <m:r>
                          <a:rPr lang="en-US" sz="2800" b="0" i="1" dirty="0" smtClean="0">
                            <a:latin typeface="Cambria Math" panose="02040503050406030204" pitchFamily="18" charset="0"/>
                            <a:cs typeface="Times New Roman" panose="02020603050405020304" pitchFamily="18" charset="0"/>
                          </a:rPr>
                          <m:t>𝑆</m:t>
                        </m:r>
                      </m:e>
                      <m:sup>
                        <m:r>
                          <a:rPr lang="en-US" sz="2800" b="0" i="1" dirty="0" smtClean="0">
                            <a:latin typeface="Cambria Math" panose="02040503050406030204" pitchFamily="18" charset="0"/>
                            <a:cs typeface="Times New Roman" panose="02020603050405020304" pitchFamily="18" charset="0"/>
                          </a:rPr>
                          <m:t>2</m:t>
                        </m:r>
                      </m:sup>
                    </m:sSup>
                  </m:oMath>
                </a14:m>
                <a:r>
                  <a:rPr lang="en-US" sz="2800" i="1" dirty="0">
                    <a:latin typeface="Times New Roman" panose="02020603050405020304" pitchFamily="18" charset="0"/>
                    <a:cs typeface="Times New Roman" panose="02020603050405020304" pitchFamily="18" charset="0"/>
                  </a:rPr>
                  <a:t>=</a:t>
                </a:r>
                <a14:m>
                  <m:oMath xmlns:m="http://schemas.openxmlformats.org/officeDocument/2006/math">
                    <m:f>
                      <m:fPr>
                        <m:ctrlPr>
                          <a:rPr lang="en-US" sz="2400" i="1" smtClean="0">
                            <a:latin typeface="Cambria Math" panose="02040503050406030204" pitchFamily="18" charset="0"/>
                            <a:cs typeface="Times New Roman" panose="02020603050405020304" pitchFamily="18" charset="0"/>
                          </a:rPr>
                        </m:ctrlPr>
                      </m:fPr>
                      <m:num>
                        <m:nary>
                          <m:naryPr>
                            <m:chr m:val="∑"/>
                            <m:ctrlPr>
                              <a:rPr lang="en-US" sz="2400" i="1" smtClean="0">
                                <a:latin typeface="Cambria Math" panose="02040503050406030204" pitchFamily="18" charset="0"/>
                                <a:cs typeface="Times New Roman" panose="02020603050405020304" pitchFamily="18" charset="0"/>
                              </a:rPr>
                            </m:ctrlPr>
                          </m:naryPr>
                          <m:sub>
                            <m:r>
                              <m:rPr>
                                <m:brk m:alnAt="23"/>
                              </m:rPr>
                              <a:rPr lang="en-US" sz="2400" b="0" i="1" smtClean="0">
                                <a:latin typeface="Cambria Math" panose="02040503050406030204" pitchFamily="18" charset="0"/>
                                <a:cs typeface="Times New Roman" panose="02020603050405020304" pitchFamily="18" charset="0"/>
                              </a:rPr>
                              <m:t>𝑖</m:t>
                            </m:r>
                            <m:r>
                              <a:rPr lang="en-US" sz="2400" b="0" i="1" smtClean="0">
                                <a:latin typeface="Cambria Math" panose="02040503050406030204" pitchFamily="18" charset="0"/>
                                <a:cs typeface="Times New Roman" panose="02020603050405020304" pitchFamily="18" charset="0"/>
                              </a:rPr>
                              <m:t>=1</m:t>
                            </m:r>
                          </m:sub>
                          <m:sup>
                            <m:r>
                              <a:rPr lang="en-US" sz="2400" b="0" i="1" smtClean="0">
                                <a:latin typeface="Cambria Math" panose="02040503050406030204" pitchFamily="18" charset="0"/>
                                <a:cs typeface="Times New Roman" panose="02020603050405020304" pitchFamily="18" charset="0"/>
                              </a:rPr>
                              <m:t>20</m:t>
                            </m:r>
                          </m:sup>
                          <m:e>
                            <m:r>
                              <a:rPr lang="en-US" sz="2400" b="0" i="1" smtClean="0">
                                <a:latin typeface="Cambria Math" panose="02040503050406030204" pitchFamily="18" charset="0"/>
                                <a:cs typeface="Times New Roman" panose="02020603050405020304" pitchFamily="18" charset="0"/>
                              </a:rPr>
                              <m:t>(</m:t>
                            </m:r>
                            <m:r>
                              <a:rPr lang="en-US" sz="2400" b="0" i="1" smtClean="0">
                                <a:latin typeface="Cambria Math" panose="02040503050406030204" pitchFamily="18" charset="0"/>
                                <a:cs typeface="Times New Roman" panose="02020603050405020304" pitchFamily="18" charset="0"/>
                              </a:rPr>
                              <m:t>𝑋𝑖</m:t>
                            </m:r>
                            <m:r>
                              <a:rPr lang="en-US" sz="2400" b="0" i="1" smtClean="0">
                                <a:latin typeface="Cambria Math" panose="02040503050406030204" pitchFamily="18" charset="0"/>
                                <a:cs typeface="Times New Roman" panose="02020603050405020304" pitchFamily="18" charset="0"/>
                              </a:rPr>
                              <m:t>−</m:t>
                            </m:r>
                            <m:r>
                              <a:rPr lang="en-US" sz="2400" b="0" i="1" smtClean="0">
                                <a:latin typeface="Cambria Math" panose="02040503050406030204" pitchFamily="18" charset="0"/>
                                <a:ea typeface="Cambria Math" panose="02040503050406030204" pitchFamily="18" charset="0"/>
                                <a:cs typeface="Times New Roman" panose="02020603050405020304" pitchFamily="18" charset="0"/>
                              </a:rPr>
                              <m:t>𝜇</m:t>
                            </m:r>
                            <m:r>
                              <a:rPr lang="en-US" sz="2400" b="0" i="1" smtClean="0">
                                <a:latin typeface="Cambria Math" panose="02040503050406030204" pitchFamily="18" charset="0"/>
                                <a:ea typeface="Cambria Math" panose="02040503050406030204" pitchFamily="18" charset="0"/>
                                <a:cs typeface="Times New Roman" panose="02020603050405020304" pitchFamily="18" charset="0"/>
                              </a:rPr>
                              <m:t>)^2</m:t>
                            </m:r>
                          </m:e>
                        </m:nary>
                      </m:num>
                      <m:den>
                        <m:r>
                          <a:rPr lang="en-US" sz="2400" b="0" i="1" smtClean="0">
                            <a:latin typeface="Cambria Math" panose="02040503050406030204" pitchFamily="18" charset="0"/>
                            <a:cs typeface="Times New Roman" panose="02020603050405020304" pitchFamily="18" charset="0"/>
                          </a:rPr>
                          <m:t>𝑛</m:t>
                        </m:r>
                      </m:den>
                    </m:f>
                  </m:oMath>
                </a14:m>
                <a:r>
                  <a:rPr lang="en-US" sz="2800" i="1" dirty="0">
                    <a:latin typeface="Times New Roman" panose="02020603050405020304" pitchFamily="18" charset="0"/>
                    <a:cs typeface="Times New Roman" panose="02020603050405020304" pitchFamily="18" charset="0"/>
                  </a:rPr>
                  <a:t>= </a:t>
                </a:r>
                <a:r>
                  <a:rPr lang="en-US" sz="2400" dirty="0">
                    <a:latin typeface="Times New Roman" panose="02020603050405020304" pitchFamily="18" charset="0"/>
                    <a:cs typeface="Times New Roman" panose="02020603050405020304" pitchFamily="18" charset="0"/>
                  </a:rPr>
                  <a:t>21.8478</a:t>
                </a:r>
              </a:p>
              <a:p>
                <a:pPr marL="0" indent="0">
                  <a:buNone/>
                </a:pPr>
                <a:r>
                  <a:rPr lang="en-US" sz="2400" dirty="0">
                    <a:latin typeface="Times New Roman" panose="02020603050405020304" pitchFamily="18" charset="0"/>
                    <a:cs typeface="Times New Roman" panose="02020603050405020304" pitchFamily="18" charset="0"/>
                  </a:rPr>
                  <a:t>t= (353.8 -350)</a:t>
                </a:r>
                <a14:m>
                  <m:oMath xmlns:m="http://schemas.openxmlformats.org/officeDocument/2006/math">
                    <m:f>
                      <m:fPr>
                        <m:ctrlPr>
                          <a:rPr lang="en-US" sz="2400" i="1" smtClean="0">
                            <a:latin typeface="Cambria Math" panose="02040503050406030204" pitchFamily="18" charset="0"/>
                            <a:cs typeface="Times New Roman" panose="02020603050405020304" pitchFamily="18" charset="0"/>
                          </a:rPr>
                        </m:ctrlPr>
                      </m:fPr>
                      <m:num>
                        <m:r>
                          <a:rPr lang="en-US" sz="2400" i="1" smtClean="0">
                            <a:latin typeface="Cambria Math" panose="02040503050406030204" pitchFamily="18" charset="0"/>
                            <a:ea typeface="Cambria Math" panose="02040503050406030204" pitchFamily="18" charset="0"/>
                            <a:cs typeface="Times New Roman" panose="02020603050405020304" pitchFamily="18" charset="0"/>
                          </a:rPr>
                          <m:t>√</m:t>
                        </m:r>
                        <m:r>
                          <a:rPr lang="en-US" sz="2400" b="0" i="1" smtClean="0">
                            <a:latin typeface="Cambria Math" panose="02040503050406030204" pitchFamily="18" charset="0"/>
                            <a:ea typeface="Cambria Math" panose="02040503050406030204" pitchFamily="18" charset="0"/>
                            <a:cs typeface="Times New Roman" panose="02020603050405020304" pitchFamily="18" charset="0"/>
                          </a:rPr>
                          <m:t>20</m:t>
                        </m:r>
                      </m:num>
                      <m:den>
                        <m:r>
                          <a:rPr lang="en-US" sz="2400" b="0" i="1" smtClean="0">
                            <a:latin typeface="Cambria Math" panose="02040503050406030204" pitchFamily="18" charset="0"/>
                            <a:cs typeface="Times New Roman" panose="02020603050405020304" pitchFamily="18" charset="0"/>
                          </a:rPr>
                          <m:t>21.8478</m:t>
                        </m:r>
                      </m:den>
                    </m:f>
                    <m:r>
                      <a:rPr lang="en-US" sz="2400" b="0" i="0" smtClean="0">
                        <a:latin typeface="Cambria Math" panose="02040503050406030204" pitchFamily="18" charset="0"/>
                        <a:cs typeface="Times New Roman" panose="02020603050405020304" pitchFamily="18" charset="0"/>
                      </a:rPr>
                      <m:t> </m:t>
                    </m:r>
                  </m:oMath>
                </a14:m>
                <a:r>
                  <a:rPr lang="en-US" sz="2400" dirty="0">
                    <a:latin typeface="Times New Roman" panose="02020603050405020304" pitchFamily="18" charset="0"/>
                    <a:cs typeface="Times New Roman" panose="02020603050405020304" pitchFamily="18" charset="0"/>
                  </a:rPr>
                  <a:t>=0.7778</a:t>
                </a:r>
              </a:p>
              <a:p>
                <a:pPr marL="0" indent="0">
                  <a:buNone/>
                </a:pPr>
                <a:r>
                  <a:rPr lang="en-US" sz="2400" dirty="0">
                    <a:latin typeface="Times New Roman" panose="02020603050405020304" pitchFamily="18" charset="0"/>
                    <a:cs typeface="Times New Roman" panose="02020603050405020304" pitchFamily="18" charset="0"/>
                  </a:rPr>
                  <a:t>t&lt;</a:t>
                </a:r>
                <a:r>
                  <a:rPr lang="en-US" sz="2400" i="1" dirty="0">
                    <a:latin typeface="Times New Roman" panose="02020603050405020304" pitchFamily="18" charset="0"/>
                    <a:cs typeface="Times New Roman" panose="02020603050405020304" pitchFamily="18" charset="0"/>
                  </a:rPr>
                  <a:t> </a:t>
                </a:r>
                <a:r>
                  <a:rPr lang="en-US" sz="2400" i="1" dirty="0" err="1">
                    <a:latin typeface="Times New Roman" panose="02020603050405020304" pitchFamily="18" charset="0"/>
                    <a:cs typeface="Times New Roman" panose="02020603050405020304" pitchFamily="18" charset="0"/>
                  </a:rPr>
                  <a:t>t</a:t>
                </a:r>
                <a:r>
                  <a:rPr lang="en-US" sz="1400" i="1" dirty="0" err="1">
                    <a:latin typeface="Times New Roman" panose="02020603050405020304" pitchFamily="18" charset="0"/>
                    <a:cs typeface="Times New Roman" panose="02020603050405020304" pitchFamily="18" charset="0"/>
                  </a:rPr>
                  <a:t>c</a:t>
                </a:r>
                <a:r>
                  <a:rPr lang="en-US" sz="2400" i="1" dirty="0">
                    <a:latin typeface="Times New Roman" panose="02020603050405020304" pitchFamily="18" charset="0"/>
                    <a:cs typeface="Times New Roman" panose="02020603050405020304" pitchFamily="18" charset="0"/>
                  </a:rPr>
                  <a:t>    </a:t>
                </a:r>
              </a:p>
              <a:p>
                <a:pPr marL="0" indent="0">
                  <a:buNone/>
                </a:pPr>
                <a:r>
                  <a:rPr lang="en-US" sz="2400" dirty="0">
                    <a:latin typeface="Times New Roman" panose="02020603050405020304" pitchFamily="18" charset="0"/>
                    <a:cs typeface="Times New Roman" panose="02020603050405020304" pitchFamily="18" charset="0"/>
                  </a:rPr>
                  <a:t>Accept H</a:t>
                </a:r>
                <a:r>
                  <a:rPr lang="en-US" sz="1400" dirty="0">
                    <a:latin typeface="Times New Roman" panose="02020603050405020304" pitchFamily="18" charset="0"/>
                    <a:cs typeface="Times New Roman" panose="02020603050405020304" pitchFamily="18" charset="0"/>
                  </a:rPr>
                  <a:t>0</a:t>
                </a:r>
              </a:p>
              <a:p>
                <a:pPr marL="0" indent="0">
                  <a:buNone/>
                </a:pPr>
                <a:endParaRPr lang="en-US" sz="2400" dirty="0">
                  <a:latin typeface="Times New Roman" panose="02020603050405020304" pitchFamily="18" charset="0"/>
                  <a:cs typeface="Times New Roman" panose="02020603050405020304" pitchFamily="18" charset="0"/>
                </a:endParaRPr>
              </a:p>
              <a:p>
                <a:pPr marL="0" indent="0">
                  <a:buNone/>
                </a:pPr>
                <a:endParaRPr lang="en-US" sz="2400" dirty="0">
                  <a:latin typeface="Times New Roman" panose="02020603050405020304" pitchFamily="18" charset="0"/>
                  <a:cs typeface="Times New Roman" panose="02020603050405020304" pitchFamily="18" charset="0"/>
                </a:endParaRPr>
              </a:p>
            </p:txBody>
          </p:sp>
        </mc:Choice>
        <mc:Fallback xmlns="">
          <p:sp>
            <p:nvSpPr>
              <p:cNvPr id="4" name="Text Placeholder 3"/>
              <p:cNvSpPr>
                <a:spLocks noGrp="1" noRot="1" noChangeAspect="1" noMove="1" noResize="1" noEditPoints="1" noAdjustHandles="1" noChangeArrowheads="1" noChangeShapeType="1" noTextEdit="1"/>
              </p:cNvSpPr>
              <p:nvPr>
                <p:ph type="body" sz="quarter" idx="13"/>
              </p:nvPr>
            </p:nvSpPr>
            <p:spPr>
              <a:xfrm>
                <a:off x="444500" y="1650144"/>
                <a:ext cx="6718300" cy="4761047"/>
              </a:xfrm>
              <a:blipFill>
                <a:blip r:embed="rId2"/>
                <a:stretch>
                  <a:fillRect l="-1452" t="-128"/>
                </a:stretch>
              </a:blipFill>
            </p:spPr>
            <p:txBody>
              <a:bodyPr/>
              <a:lstStyle/>
              <a:p>
                <a:r>
                  <a:rPr lang="en-US">
                    <a:noFill/>
                  </a:rPr>
                  <a:t> </a:t>
                </a:r>
              </a:p>
            </p:txBody>
          </p:sp>
        </mc:Fallback>
      </mc:AlternateContent>
    </p:spTree>
    <p:extLst>
      <p:ext uri="{BB962C8B-B14F-4D97-AF65-F5344CB8AC3E}">
        <p14:creationId xmlns:p14="http://schemas.microsoft.com/office/powerpoint/2010/main" val="2738363130"/>
      </p:ext>
    </p:extLst>
  </p:cSld>
  <p:clrMapOvr>
    <a:masterClrMapping/>
  </p:clrMapOvr>
</p:sld>
</file>

<file path=ppt/slides/slide3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44500" y="542925"/>
            <a:ext cx="11214100" cy="535531"/>
          </a:xfrm>
        </p:spPr>
        <p:txBody>
          <a:bodyPr/>
          <a:lstStyle/>
          <a:p>
            <a:r>
              <a:rPr lang="en-US" dirty="0">
                <a:latin typeface="Times New Roman" panose="02020603050405020304" pitchFamily="18" charset="0"/>
                <a:cs typeface="Times New Roman" panose="02020603050405020304" pitchFamily="18" charset="0"/>
              </a:rPr>
              <a:t>Example</a:t>
            </a:r>
          </a:p>
        </p:txBody>
      </p:sp>
      <p:sp>
        <p:nvSpPr>
          <p:cNvPr id="3" name="Slide Number Placeholder 2"/>
          <p:cNvSpPr>
            <a:spLocks noGrp="1"/>
          </p:cNvSpPr>
          <p:nvPr>
            <p:ph type="sldNum" sz="quarter" idx="12"/>
          </p:nvPr>
        </p:nvSpPr>
        <p:spPr/>
        <p:txBody>
          <a:bodyPr/>
          <a:lstStyle/>
          <a:p>
            <a:fld id="{C263D6C4-4840-40CC-AC84-17E24B3B7BDE}" type="slidenum">
              <a:rPr lang="en-US" noProof="0" smtClean="0"/>
              <a:pPr/>
              <a:t>30</a:t>
            </a:fld>
            <a:endParaRPr lang="en-US" noProof="0" dirty="0"/>
          </a:p>
        </p:txBody>
      </p:sp>
      <p:sp>
        <p:nvSpPr>
          <p:cNvPr id="4" name="Text Placeholder 3"/>
          <p:cNvSpPr>
            <a:spLocks noGrp="1"/>
          </p:cNvSpPr>
          <p:nvPr>
            <p:ph type="body" sz="quarter" idx="13"/>
          </p:nvPr>
        </p:nvSpPr>
        <p:spPr>
          <a:xfrm>
            <a:off x="444499" y="1625385"/>
            <a:ext cx="8824191" cy="4093243"/>
          </a:xfrm>
        </p:spPr>
        <p:txBody>
          <a:bodyPr/>
          <a:lstStyle/>
          <a:p>
            <a:r>
              <a:rPr lang="en-US" sz="2400" dirty="0">
                <a:latin typeface="Times New Roman" panose="02020603050405020304" pitchFamily="18" charset="0"/>
                <a:cs typeface="Times New Roman" panose="02020603050405020304" pitchFamily="18" charset="0"/>
              </a:rPr>
              <a:t>An industrial safety program was recently instituted in the computer chip industry. The average weekly loss (averaged over 1 month) in man-hours due to accidents in 10 similar plants both before and after the program are as follows:</a:t>
            </a:r>
          </a:p>
          <a:p>
            <a:pPr marL="0" indent="0">
              <a:buNone/>
            </a:pPr>
            <a:r>
              <a:rPr lang="en-US" sz="2400" dirty="0">
                <a:latin typeface="Times New Roman" panose="02020603050405020304" pitchFamily="18" charset="0"/>
                <a:cs typeface="Times New Roman" panose="02020603050405020304" pitchFamily="18" charset="0"/>
              </a:rPr>
              <a:t>   Determine, at the 5 percent level of significance, whether the safety        program has been proven to be effective.</a:t>
            </a:r>
          </a:p>
        </p:txBody>
      </p:sp>
    </p:spTree>
    <p:extLst>
      <p:ext uri="{BB962C8B-B14F-4D97-AF65-F5344CB8AC3E}">
        <p14:creationId xmlns:p14="http://schemas.microsoft.com/office/powerpoint/2010/main" val="1856104535"/>
      </p:ext>
    </p:extLst>
  </p:cSld>
  <p:clrMapOvr>
    <a:masterClrMapping/>
  </p:clrMapOvr>
</p:sld>
</file>

<file path=ppt/slides/slide3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5" name="Title 4">
            <a:extLst>
              <a:ext uri="{FF2B5EF4-FFF2-40B4-BE49-F238E27FC236}">
                <a16:creationId xmlns:a16="http://schemas.microsoft.com/office/drawing/2014/main" id="{201323FB-427E-4A8D-B473-AB0657D8D23B}"/>
              </a:ext>
            </a:extLst>
          </p:cNvPr>
          <p:cNvSpPr>
            <a:spLocks noGrp="1"/>
          </p:cNvSpPr>
          <p:nvPr>
            <p:ph type="title"/>
          </p:nvPr>
        </p:nvSpPr>
        <p:spPr/>
        <p:txBody>
          <a:bodyPr/>
          <a:lstStyle/>
          <a:p>
            <a:r>
              <a:rPr lang="en-US"/>
              <a:t>Table</a:t>
            </a:r>
            <a:endParaRPr lang="en-US" dirty="0"/>
          </a:p>
        </p:txBody>
      </p:sp>
      <p:sp>
        <p:nvSpPr>
          <p:cNvPr id="2" name="Slide Number Placeholder 1">
            <a:extLst>
              <a:ext uri="{FF2B5EF4-FFF2-40B4-BE49-F238E27FC236}">
                <a16:creationId xmlns:a16="http://schemas.microsoft.com/office/drawing/2014/main" id="{E4398C1C-6656-4A73-A680-62A81CDC27FD}"/>
              </a:ext>
            </a:extLst>
          </p:cNvPr>
          <p:cNvSpPr>
            <a:spLocks noGrp="1"/>
          </p:cNvSpPr>
          <p:nvPr>
            <p:ph type="sldNum" sz="quarter" idx="12"/>
          </p:nvPr>
        </p:nvSpPr>
        <p:spPr/>
        <p:txBody>
          <a:bodyPr/>
          <a:lstStyle/>
          <a:p>
            <a:fld id="{C263D6C4-4840-40CC-AC84-17E24B3B7BDE}" type="slidenum">
              <a:rPr lang="en-US" smtClean="0"/>
              <a:pPr/>
              <a:t>31</a:t>
            </a:fld>
            <a:endParaRPr lang="en-US" dirty="0"/>
          </a:p>
        </p:txBody>
      </p:sp>
      <p:graphicFrame>
        <p:nvGraphicFramePr>
          <p:cNvPr id="9" name="Table 8"/>
          <p:cNvGraphicFramePr>
            <a:graphicFrameLocks noGrp="1"/>
          </p:cNvGraphicFramePr>
          <p:nvPr>
            <p:extLst>
              <p:ext uri="{D42A27DB-BD31-4B8C-83A1-F6EECF244321}">
                <p14:modId xmlns:p14="http://schemas.microsoft.com/office/powerpoint/2010/main" val="2542076267"/>
              </p:ext>
            </p:extLst>
          </p:nvPr>
        </p:nvGraphicFramePr>
        <p:xfrm>
          <a:off x="1857664" y="1371600"/>
          <a:ext cx="8128000" cy="4348480"/>
        </p:xfrm>
        <a:graphic>
          <a:graphicData uri="http://schemas.openxmlformats.org/drawingml/2006/table">
            <a:tbl>
              <a:tblPr firstRow="1" bandRow="1">
                <a:tableStyleId>{7DF18680-E054-41AD-8BC1-D1AEF772440D}</a:tableStyleId>
              </a:tblPr>
              <a:tblGrid>
                <a:gridCol w="2032000">
                  <a:extLst>
                    <a:ext uri="{9D8B030D-6E8A-4147-A177-3AD203B41FA5}">
                      <a16:colId xmlns:a16="http://schemas.microsoft.com/office/drawing/2014/main" val="66701680"/>
                    </a:ext>
                  </a:extLst>
                </a:gridCol>
                <a:gridCol w="2032000">
                  <a:extLst>
                    <a:ext uri="{9D8B030D-6E8A-4147-A177-3AD203B41FA5}">
                      <a16:colId xmlns:a16="http://schemas.microsoft.com/office/drawing/2014/main" val="119505369"/>
                    </a:ext>
                  </a:extLst>
                </a:gridCol>
                <a:gridCol w="2032000">
                  <a:extLst>
                    <a:ext uri="{9D8B030D-6E8A-4147-A177-3AD203B41FA5}">
                      <a16:colId xmlns:a16="http://schemas.microsoft.com/office/drawing/2014/main" val="55903757"/>
                    </a:ext>
                  </a:extLst>
                </a:gridCol>
                <a:gridCol w="2032000">
                  <a:extLst>
                    <a:ext uri="{9D8B030D-6E8A-4147-A177-3AD203B41FA5}">
                      <a16:colId xmlns:a16="http://schemas.microsoft.com/office/drawing/2014/main" val="868565147"/>
                    </a:ext>
                  </a:extLst>
                </a:gridCol>
              </a:tblGrid>
              <a:tr h="536171">
                <a:tc>
                  <a:txBody>
                    <a:bodyPr/>
                    <a:lstStyle/>
                    <a:p>
                      <a:r>
                        <a:rPr lang="en-US" dirty="0"/>
                        <a:t>Plant</a:t>
                      </a:r>
                    </a:p>
                  </a:txBody>
                  <a:tcPr/>
                </a:tc>
                <a:tc>
                  <a:txBody>
                    <a:bodyPr/>
                    <a:lstStyle/>
                    <a:p>
                      <a:r>
                        <a:rPr lang="en-US" dirty="0"/>
                        <a:t>Before</a:t>
                      </a:r>
                    </a:p>
                  </a:txBody>
                  <a:tcPr/>
                </a:tc>
                <a:tc>
                  <a:txBody>
                    <a:bodyPr/>
                    <a:lstStyle/>
                    <a:p>
                      <a:r>
                        <a:rPr lang="en-US" dirty="0"/>
                        <a:t>After</a:t>
                      </a:r>
                    </a:p>
                  </a:txBody>
                  <a:tcPr/>
                </a:tc>
                <a:tc>
                  <a:txBody>
                    <a:bodyPr/>
                    <a:lstStyle/>
                    <a:p>
                      <a:r>
                        <a:rPr lang="en-US" dirty="0"/>
                        <a:t>After-</a:t>
                      </a:r>
                    </a:p>
                    <a:p>
                      <a:r>
                        <a:rPr lang="en-US" dirty="0"/>
                        <a:t>Before</a:t>
                      </a:r>
                    </a:p>
                  </a:txBody>
                  <a:tcPr/>
                </a:tc>
                <a:extLst>
                  <a:ext uri="{0D108BD9-81ED-4DB2-BD59-A6C34878D82A}">
                    <a16:rowId xmlns:a16="http://schemas.microsoft.com/office/drawing/2014/main" val="3077859556"/>
                  </a:ext>
                </a:extLst>
              </a:tr>
              <a:tr h="370840">
                <a:tc>
                  <a:txBody>
                    <a:bodyPr/>
                    <a:lstStyle/>
                    <a:p>
                      <a:r>
                        <a:rPr lang="en-US" dirty="0"/>
                        <a:t>1</a:t>
                      </a:r>
                    </a:p>
                  </a:txBody>
                  <a:tcPr/>
                </a:tc>
                <a:tc>
                  <a:txBody>
                    <a:bodyPr/>
                    <a:lstStyle/>
                    <a:p>
                      <a:r>
                        <a:rPr lang="en-US" dirty="0"/>
                        <a:t>30.5</a:t>
                      </a:r>
                    </a:p>
                  </a:txBody>
                  <a:tcPr/>
                </a:tc>
                <a:tc>
                  <a:txBody>
                    <a:bodyPr/>
                    <a:lstStyle/>
                    <a:p>
                      <a:r>
                        <a:rPr lang="en-US" dirty="0"/>
                        <a:t>23</a:t>
                      </a:r>
                    </a:p>
                  </a:txBody>
                  <a:tcPr/>
                </a:tc>
                <a:tc>
                  <a:txBody>
                    <a:bodyPr/>
                    <a:lstStyle/>
                    <a:p>
                      <a:r>
                        <a:rPr lang="en-US" dirty="0"/>
                        <a:t>-7.5</a:t>
                      </a:r>
                    </a:p>
                  </a:txBody>
                  <a:tcPr/>
                </a:tc>
                <a:extLst>
                  <a:ext uri="{0D108BD9-81ED-4DB2-BD59-A6C34878D82A}">
                    <a16:rowId xmlns:a16="http://schemas.microsoft.com/office/drawing/2014/main" val="656699396"/>
                  </a:ext>
                </a:extLst>
              </a:tr>
              <a:tr h="370840">
                <a:tc>
                  <a:txBody>
                    <a:bodyPr/>
                    <a:lstStyle/>
                    <a:p>
                      <a:r>
                        <a:rPr lang="en-US" dirty="0"/>
                        <a:t>2</a:t>
                      </a:r>
                    </a:p>
                  </a:txBody>
                  <a:tcPr/>
                </a:tc>
                <a:tc>
                  <a:txBody>
                    <a:bodyPr/>
                    <a:lstStyle/>
                    <a:p>
                      <a:r>
                        <a:rPr lang="en-US" dirty="0"/>
                        <a:t>18.5</a:t>
                      </a:r>
                    </a:p>
                  </a:txBody>
                  <a:tcPr/>
                </a:tc>
                <a:tc>
                  <a:txBody>
                    <a:bodyPr/>
                    <a:lstStyle/>
                    <a:p>
                      <a:r>
                        <a:rPr lang="en-US" dirty="0"/>
                        <a:t>21</a:t>
                      </a:r>
                    </a:p>
                  </a:txBody>
                  <a:tcPr/>
                </a:tc>
                <a:tc>
                  <a:txBody>
                    <a:bodyPr/>
                    <a:lstStyle/>
                    <a:p>
                      <a:r>
                        <a:rPr lang="en-US" dirty="0"/>
                        <a:t>2.5</a:t>
                      </a:r>
                    </a:p>
                  </a:txBody>
                  <a:tcPr/>
                </a:tc>
                <a:extLst>
                  <a:ext uri="{0D108BD9-81ED-4DB2-BD59-A6C34878D82A}">
                    <a16:rowId xmlns:a16="http://schemas.microsoft.com/office/drawing/2014/main" val="710728856"/>
                  </a:ext>
                </a:extLst>
              </a:tr>
              <a:tr h="370840">
                <a:tc>
                  <a:txBody>
                    <a:bodyPr/>
                    <a:lstStyle/>
                    <a:p>
                      <a:r>
                        <a:rPr lang="en-US" dirty="0"/>
                        <a:t>3</a:t>
                      </a:r>
                    </a:p>
                  </a:txBody>
                  <a:tcPr/>
                </a:tc>
                <a:tc>
                  <a:txBody>
                    <a:bodyPr/>
                    <a:lstStyle/>
                    <a:p>
                      <a:r>
                        <a:rPr lang="en-US" dirty="0"/>
                        <a:t>24.5</a:t>
                      </a:r>
                    </a:p>
                  </a:txBody>
                  <a:tcPr/>
                </a:tc>
                <a:tc>
                  <a:txBody>
                    <a:bodyPr/>
                    <a:lstStyle/>
                    <a:p>
                      <a:r>
                        <a:rPr lang="en-US" dirty="0"/>
                        <a:t>22</a:t>
                      </a:r>
                    </a:p>
                  </a:txBody>
                  <a:tcPr/>
                </a:tc>
                <a:tc>
                  <a:txBody>
                    <a:bodyPr/>
                    <a:lstStyle/>
                    <a:p>
                      <a:r>
                        <a:rPr lang="en-US" dirty="0"/>
                        <a:t>-2.5</a:t>
                      </a:r>
                    </a:p>
                  </a:txBody>
                  <a:tcPr/>
                </a:tc>
                <a:extLst>
                  <a:ext uri="{0D108BD9-81ED-4DB2-BD59-A6C34878D82A}">
                    <a16:rowId xmlns:a16="http://schemas.microsoft.com/office/drawing/2014/main" val="665905360"/>
                  </a:ext>
                </a:extLst>
              </a:tr>
              <a:tr h="370840">
                <a:tc>
                  <a:txBody>
                    <a:bodyPr/>
                    <a:lstStyle/>
                    <a:p>
                      <a:r>
                        <a:rPr lang="en-US" dirty="0"/>
                        <a:t>4</a:t>
                      </a:r>
                    </a:p>
                  </a:txBody>
                  <a:tcPr/>
                </a:tc>
                <a:tc>
                  <a:txBody>
                    <a:bodyPr/>
                    <a:lstStyle/>
                    <a:p>
                      <a:r>
                        <a:rPr lang="en-US" dirty="0"/>
                        <a:t>32</a:t>
                      </a:r>
                    </a:p>
                  </a:txBody>
                  <a:tcPr/>
                </a:tc>
                <a:tc>
                  <a:txBody>
                    <a:bodyPr/>
                    <a:lstStyle/>
                    <a:p>
                      <a:r>
                        <a:rPr lang="en-US" dirty="0"/>
                        <a:t>28.5</a:t>
                      </a:r>
                    </a:p>
                  </a:txBody>
                  <a:tcPr/>
                </a:tc>
                <a:tc>
                  <a:txBody>
                    <a:bodyPr/>
                    <a:lstStyle/>
                    <a:p>
                      <a:r>
                        <a:rPr lang="en-US" dirty="0"/>
                        <a:t>-3.5</a:t>
                      </a:r>
                    </a:p>
                  </a:txBody>
                  <a:tcPr/>
                </a:tc>
                <a:extLst>
                  <a:ext uri="{0D108BD9-81ED-4DB2-BD59-A6C34878D82A}">
                    <a16:rowId xmlns:a16="http://schemas.microsoft.com/office/drawing/2014/main" val="3441446073"/>
                  </a:ext>
                </a:extLst>
              </a:tr>
              <a:tr h="370840">
                <a:tc>
                  <a:txBody>
                    <a:bodyPr/>
                    <a:lstStyle/>
                    <a:p>
                      <a:r>
                        <a:rPr lang="en-US" dirty="0"/>
                        <a:t>5</a:t>
                      </a:r>
                    </a:p>
                  </a:txBody>
                  <a:tcPr/>
                </a:tc>
                <a:tc>
                  <a:txBody>
                    <a:bodyPr/>
                    <a:lstStyle/>
                    <a:p>
                      <a:r>
                        <a:rPr lang="en-US" dirty="0"/>
                        <a:t>16</a:t>
                      </a:r>
                    </a:p>
                  </a:txBody>
                  <a:tcPr/>
                </a:tc>
                <a:tc>
                  <a:txBody>
                    <a:bodyPr/>
                    <a:lstStyle/>
                    <a:p>
                      <a:r>
                        <a:rPr lang="en-US" dirty="0"/>
                        <a:t>14.5</a:t>
                      </a:r>
                    </a:p>
                  </a:txBody>
                  <a:tcPr/>
                </a:tc>
                <a:tc>
                  <a:txBody>
                    <a:bodyPr/>
                    <a:lstStyle/>
                    <a:p>
                      <a:r>
                        <a:rPr lang="en-US" dirty="0"/>
                        <a:t>-1.5</a:t>
                      </a:r>
                    </a:p>
                  </a:txBody>
                  <a:tcPr/>
                </a:tc>
                <a:extLst>
                  <a:ext uri="{0D108BD9-81ED-4DB2-BD59-A6C34878D82A}">
                    <a16:rowId xmlns:a16="http://schemas.microsoft.com/office/drawing/2014/main" val="1581203374"/>
                  </a:ext>
                </a:extLst>
              </a:tr>
              <a:tr h="370840">
                <a:tc>
                  <a:txBody>
                    <a:bodyPr/>
                    <a:lstStyle/>
                    <a:p>
                      <a:r>
                        <a:rPr lang="en-US" dirty="0"/>
                        <a:t>6</a:t>
                      </a:r>
                    </a:p>
                  </a:txBody>
                  <a:tcPr/>
                </a:tc>
                <a:tc>
                  <a:txBody>
                    <a:bodyPr/>
                    <a:lstStyle/>
                    <a:p>
                      <a:r>
                        <a:rPr lang="en-US" dirty="0"/>
                        <a:t>15</a:t>
                      </a:r>
                    </a:p>
                  </a:txBody>
                  <a:tcPr/>
                </a:tc>
                <a:tc>
                  <a:txBody>
                    <a:bodyPr/>
                    <a:lstStyle/>
                    <a:p>
                      <a:r>
                        <a:rPr lang="en-US" dirty="0"/>
                        <a:t>15.5</a:t>
                      </a:r>
                    </a:p>
                  </a:txBody>
                  <a:tcPr/>
                </a:tc>
                <a:tc>
                  <a:txBody>
                    <a:bodyPr/>
                    <a:lstStyle/>
                    <a:p>
                      <a:r>
                        <a:rPr lang="en-US" dirty="0"/>
                        <a:t>0.5</a:t>
                      </a:r>
                    </a:p>
                  </a:txBody>
                  <a:tcPr/>
                </a:tc>
                <a:extLst>
                  <a:ext uri="{0D108BD9-81ED-4DB2-BD59-A6C34878D82A}">
                    <a16:rowId xmlns:a16="http://schemas.microsoft.com/office/drawing/2014/main" val="1052215216"/>
                  </a:ext>
                </a:extLst>
              </a:tr>
              <a:tr h="370840">
                <a:tc>
                  <a:txBody>
                    <a:bodyPr/>
                    <a:lstStyle/>
                    <a:p>
                      <a:r>
                        <a:rPr lang="en-US" dirty="0"/>
                        <a:t>7</a:t>
                      </a:r>
                    </a:p>
                  </a:txBody>
                  <a:tcPr/>
                </a:tc>
                <a:tc>
                  <a:txBody>
                    <a:bodyPr/>
                    <a:lstStyle/>
                    <a:p>
                      <a:r>
                        <a:rPr lang="en-US" dirty="0"/>
                        <a:t>23.5</a:t>
                      </a:r>
                    </a:p>
                  </a:txBody>
                  <a:tcPr/>
                </a:tc>
                <a:tc>
                  <a:txBody>
                    <a:bodyPr/>
                    <a:lstStyle/>
                    <a:p>
                      <a:r>
                        <a:rPr lang="en-US" dirty="0"/>
                        <a:t>24.5</a:t>
                      </a:r>
                    </a:p>
                  </a:txBody>
                  <a:tcPr/>
                </a:tc>
                <a:tc>
                  <a:txBody>
                    <a:bodyPr/>
                    <a:lstStyle/>
                    <a:p>
                      <a:r>
                        <a:rPr lang="en-US" dirty="0"/>
                        <a:t>1</a:t>
                      </a:r>
                    </a:p>
                  </a:txBody>
                  <a:tcPr/>
                </a:tc>
                <a:extLst>
                  <a:ext uri="{0D108BD9-81ED-4DB2-BD59-A6C34878D82A}">
                    <a16:rowId xmlns:a16="http://schemas.microsoft.com/office/drawing/2014/main" val="685615444"/>
                  </a:ext>
                </a:extLst>
              </a:tr>
              <a:tr h="370840">
                <a:tc>
                  <a:txBody>
                    <a:bodyPr/>
                    <a:lstStyle/>
                    <a:p>
                      <a:r>
                        <a:rPr lang="en-US" dirty="0"/>
                        <a:t>8</a:t>
                      </a:r>
                    </a:p>
                  </a:txBody>
                  <a:tcPr/>
                </a:tc>
                <a:tc>
                  <a:txBody>
                    <a:bodyPr/>
                    <a:lstStyle/>
                    <a:p>
                      <a:r>
                        <a:rPr lang="en-US" dirty="0"/>
                        <a:t>25.5</a:t>
                      </a:r>
                    </a:p>
                  </a:txBody>
                  <a:tcPr/>
                </a:tc>
                <a:tc>
                  <a:txBody>
                    <a:bodyPr/>
                    <a:lstStyle/>
                    <a:p>
                      <a:r>
                        <a:rPr lang="en-US" dirty="0"/>
                        <a:t>21</a:t>
                      </a:r>
                    </a:p>
                  </a:txBody>
                  <a:tcPr/>
                </a:tc>
                <a:tc>
                  <a:txBody>
                    <a:bodyPr/>
                    <a:lstStyle/>
                    <a:p>
                      <a:r>
                        <a:rPr lang="en-US" dirty="0"/>
                        <a:t>-4.5</a:t>
                      </a:r>
                    </a:p>
                  </a:txBody>
                  <a:tcPr/>
                </a:tc>
                <a:extLst>
                  <a:ext uri="{0D108BD9-81ED-4DB2-BD59-A6C34878D82A}">
                    <a16:rowId xmlns:a16="http://schemas.microsoft.com/office/drawing/2014/main" val="663299671"/>
                  </a:ext>
                </a:extLst>
              </a:tr>
              <a:tr h="370840">
                <a:tc>
                  <a:txBody>
                    <a:bodyPr/>
                    <a:lstStyle/>
                    <a:p>
                      <a:r>
                        <a:rPr lang="en-US" dirty="0"/>
                        <a:t>9</a:t>
                      </a:r>
                    </a:p>
                  </a:txBody>
                  <a:tcPr/>
                </a:tc>
                <a:tc>
                  <a:txBody>
                    <a:bodyPr/>
                    <a:lstStyle/>
                    <a:p>
                      <a:r>
                        <a:rPr lang="en-US" dirty="0"/>
                        <a:t>28</a:t>
                      </a:r>
                    </a:p>
                  </a:txBody>
                  <a:tcPr/>
                </a:tc>
                <a:tc>
                  <a:txBody>
                    <a:bodyPr/>
                    <a:lstStyle/>
                    <a:p>
                      <a:r>
                        <a:rPr lang="en-US" dirty="0"/>
                        <a:t>23.5</a:t>
                      </a:r>
                    </a:p>
                  </a:txBody>
                  <a:tcPr/>
                </a:tc>
                <a:tc>
                  <a:txBody>
                    <a:bodyPr/>
                    <a:lstStyle/>
                    <a:p>
                      <a:r>
                        <a:rPr lang="en-US" dirty="0"/>
                        <a:t>-4.5</a:t>
                      </a:r>
                    </a:p>
                  </a:txBody>
                  <a:tcPr/>
                </a:tc>
                <a:extLst>
                  <a:ext uri="{0D108BD9-81ED-4DB2-BD59-A6C34878D82A}">
                    <a16:rowId xmlns:a16="http://schemas.microsoft.com/office/drawing/2014/main" val="3787236390"/>
                  </a:ext>
                </a:extLst>
              </a:tr>
              <a:tr h="370840">
                <a:tc>
                  <a:txBody>
                    <a:bodyPr/>
                    <a:lstStyle/>
                    <a:p>
                      <a:r>
                        <a:rPr lang="en-US" dirty="0"/>
                        <a:t>10</a:t>
                      </a:r>
                    </a:p>
                  </a:txBody>
                  <a:tcPr/>
                </a:tc>
                <a:tc>
                  <a:txBody>
                    <a:bodyPr/>
                    <a:lstStyle/>
                    <a:p>
                      <a:r>
                        <a:rPr lang="en-US" dirty="0"/>
                        <a:t>18</a:t>
                      </a:r>
                    </a:p>
                  </a:txBody>
                  <a:tcPr/>
                </a:tc>
                <a:tc>
                  <a:txBody>
                    <a:bodyPr/>
                    <a:lstStyle/>
                    <a:p>
                      <a:r>
                        <a:rPr lang="en-US" dirty="0"/>
                        <a:t>16.5</a:t>
                      </a:r>
                    </a:p>
                  </a:txBody>
                  <a:tcPr/>
                </a:tc>
                <a:tc>
                  <a:txBody>
                    <a:bodyPr/>
                    <a:lstStyle/>
                    <a:p>
                      <a:r>
                        <a:rPr lang="en-US" dirty="0"/>
                        <a:t>-1.5</a:t>
                      </a:r>
                    </a:p>
                  </a:txBody>
                  <a:tcPr/>
                </a:tc>
                <a:extLst>
                  <a:ext uri="{0D108BD9-81ED-4DB2-BD59-A6C34878D82A}">
                    <a16:rowId xmlns:a16="http://schemas.microsoft.com/office/drawing/2014/main" val="1274159512"/>
                  </a:ext>
                </a:extLst>
              </a:tr>
            </a:tbl>
          </a:graphicData>
        </a:graphic>
      </p:graphicFrame>
    </p:spTree>
    <p:extLst>
      <p:ext uri="{BB962C8B-B14F-4D97-AF65-F5344CB8AC3E}">
        <p14:creationId xmlns:p14="http://schemas.microsoft.com/office/powerpoint/2010/main" val="1065425595"/>
      </p:ext>
    </p:extLst>
  </p:cSld>
  <p:clrMapOvr>
    <a:masterClrMapping/>
  </p:clrMapOvr>
  <mc:AlternateContent xmlns:mc="http://schemas.openxmlformats.org/markup-compatibility/2006" xmlns:p14="http://schemas.microsoft.com/office/powerpoint/2010/main">
    <mc:Choice Requires="p14">
      <p:transition spd="med" p14:dur="700">
        <p:fade/>
      </p:transition>
    </mc:Choice>
    <mc:Fallback xmlns="">
      <p:transition spd="med">
        <p:fade/>
      </p:transition>
    </mc:Fallback>
  </mc:AlternateContent>
</p:sld>
</file>

<file path=ppt/slides/slide3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dirty="0">
                <a:latin typeface="Times New Roman" panose="02020603050405020304" pitchFamily="18" charset="0"/>
                <a:cs typeface="Times New Roman" panose="02020603050405020304" pitchFamily="18" charset="0"/>
              </a:rPr>
              <a:t>Solution</a:t>
            </a:r>
          </a:p>
        </p:txBody>
      </p:sp>
      <p:sp>
        <p:nvSpPr>
          <p:cNvPr id="3" name="Slide Number Placeholder 2"/>
          <p:cNvSpPr>
            <a:spLocks noGrp="1"/>
          </p:cNvSpPr>
          <p:nvPr>
            <p:ph type="sldNum" sz="quarter" idx="12"/>
          </p:nvPr>
        </p:nvSpPr>
        <p:spPr/>
        <p:txBody>
          <a:bodyPr/>
          <a:lstStyle/>
          <a:p>
            <a:fld id="{C263D6C4-4840-40CC-AC84-17E24B3B7BDE}" type="slidenum">
              <a:rPr lang="en-US" noProof="0" smtClean="0"/>
              <a:pPr/>
              <a:t>32</a:t>
            </a:fld>
            <a:endParaRPr lang="en-US" noProof="0" dirty="0"/>
          </a:p>
        </p:txBody>
      </p:sp>
      <mc:AlternateContent xmlns:mc="http://schemas.openxmlformats.org/markup-compatibility/2006" xmlns:a14="http://schemas.microsoft.com/office/drawing/2010/main">
        <mc:Choice Requires="a14">
          <p:sp>
            <p:nvSpPr>
              <p:cNvPr id="4" name="Text Placeholder 3"/>
              <p:cNvSpPr>
                <a:spLocks noGrp="1"/>
              </p:cNvSpPr>
              <p:nvPr>
                <p:ph type="body" sz="quarter" idx="13"/>
              </p:nvPr>
            </p:nvSpPr>
            <p:spPr/>
            <p:txBody>
              <a:bodyPr/>
              <a:lstStyle/>
              <a:p>
                <a:r>
                  <a:rPr lang="en-US" sz="2800" dirty="0">
                    <a:latin typeface="Times New Roman" panose="02020603050405020304" pitchFamily="18" charset="0"/>
                    <a:cs typeface="Times New Roman" panose="02020603050405020304" pitchFamily="18" charset="0"/>
                  </a:rPr>
                  <a:t>H</a:t>
                </a:r>
                <a:r>
                  <a:rPr lang="en-US" sz="1400" dirty="0">
                    <a:latin typeface="Times New Roman" panose="02020603050405020304" pitchFamily="18" charset="0"/>
                    <a:cs typeface="Times New Roman" panose="02020603050405020304" pitchFamily="18" charset="0"/>
                  </a:rPr>
                  <a:t>0: </a:t>
                </a:r>
                <a14:m>
                  <m:oMath xmlns:m="http://schemas.openxmlformats.org/officeDocument/2006/math">
                    <m:bar>
                      <m:barPr>
                        <m:pos m:val="top"/>
                        <m:ctrlPr>
                          <a:rPr lang="en-US" sz="2400" i="1">
                            <a:latin typeface="Cambria Math" panose="02040503050406030204" pitchFamily="18" charset="0"/>
                            <a:cs typeface="Times New Roman" panose="02020603050405020304" pitchFamily="18" charset="0"/>
                          </a:rPr>
                        </m:ctrlPr>
                      </m:barPr>
                      <m:e>
                        <m:r>
                          <a:rPr lang="en-US" sz="2400" i="1">
                            <a:latin typeface="Cambria Math" panose="02040503050406030204" pitchFamily="18" charset="0"/>
                            <a:cs typeface="Times New Roman" panose="02020603050405020304" pitchFamily="18" charset="0"/>
                          </a:rPr>
                          <m:t>𝑋</m:t>
                        </m:r>
                      </m:e>
                    </m:bar>
                  </m:oMath>
                </a14:m>
                <a:r>
                  <a:rPr lang="en-US" sz="1400" dirty="0">
                    <a:latin typeface="Times New Roman" panose="02020603050405020304" pitchFamily="18" charset="0"/>
                    <a:cs typeface="Times New Roman" panose="02020603050405020304" pitchFamily="18" charset="0"/>
                  </a:rPr>
                  <a:t>d</a:t>
                </a:r>
                <a:r>
                  <a:rPr lang="en-US" sz="2400" dirty="0">
                    <a:latin typeface="Times New Roman" panose="02020603050405020304" pitchFamily="18" charset="0"/>
                    <a:cs typeface="Times New Roman" panose="02020603050405020304" pitchFamily="18" charset="0"/>
                  </a:rPr>
                  <a:t>= 0; </a:t>
                </a:r>
                <a:r>
                  <a:rPr lang="en-US" sz="2800" dirty="0">
                    <a:latin typeface="Times New Roman" panose="02020603050405020304" pitchFamily="18" charset="0"/>
                    <a:cs typeface="Times New Roman" panose="02020603050405020304" pitchFamily="18" charset="0"/>
                  </a:rPr>
                  <a:t>H</a:t>
                </a:r>
                <a:r>
                  <a:rPr lang="en-US" sz="1400" dirty="0">
                    <a:latin typeface="Times New Roman" panose="02020603050405020304" pitchFamily="18" charset="0"/>
                    <a:cs typeface="Times New Roman" panose="02020603050405020304" pitchFamily="18" charset="0"/>
                  </a:rPr>
                  <a:t>1</a:t>
                </a:r>
                <a:r>
                  <a:rPr lang="en-US" sz="2400" dirty="0">
                    <a:latin typeface="Times New Roman" panose="02020603050405020304" pitchFamily="18" charset="0"/>
                    <a:cs typeface="Times New Roman" panose="02020603050405020304" pitchFamily="18" charset="0"/>
                  </a:rPr>
                  <a:t>: </a:t>
                </a:r>
                <a14:m>
                  <m:oMath xmlns:m="http://schemas.openxmlformats.org/officeDocument/2006/math">
                    <m:bar>
                      <m:barPr>
                        <m:pos m:val="top"/>
                        <m:ctrlPr>
                          <a:rPr lang="en-US" sz="2400" i="1">
                            <a:latin typeface="Cambria Math" panose="02040503050406030204" pitchFamily="18" charset="0"/>
                            <a:cs typeface="Times New Roman" panose="02020603050405020304" pitchFamily="18" charset="0"/>
                          </a:rPr>
                        </m:ctrlPr>
                      </m:barPr>
                      <m:e>
                        <m:r>
                          <a:rPr lang="en-US" sz="2400" i="1">
                            <a:latin typeface="Cambria Math" panose="02040503050406030204" pitchFamily="18" charset="0"/>
                            <a:cs typeface="Times New Roman" panose="02020603050405020304" pitchFamily="18" charset="0"/>
                          </a:rPr>
                          <m:t>𝑋</m:t>
                        </m:r>
                      </m:e>
                    </m:bar>
                  </m:oMath>
                </a14:m>
                <a:r>
                  <a:rPr lang="en-US" sz="1200" dirty="0">
                    <a:latin typeface="Times New Roman" panose="02020603050405020304" pitchFamily="18" charset="0"/>
                    <a:cs typeface="Times New Roman" panose="02020603050405020304" pitchFamily="18" charset="0"/>
                  </a:rPr>
                  <a:t>d </a:t>
                </a:r>
                <a:r>
                  <a:rPr lang="en-US" sz="2400" dirty="0">
                    <a:latin typeface="Times New Roman" panose="02020603050405020304" pitchFamily="18" charset="0"/>
                    <a:cs typeface="Times New Roman" panose="02020603050405020304" pitchFamily="18" charset="0"/>
                  </a:rPr>
                  <a:t>≠ 0</a:t>
                </a:r>
                <a:r>
                  <a:rPr lang="en-US" sz="1400" dirty="0">
                    <a:latin typeface="Times New Roman" panose="02020603050405020304" pitchFamily="18" charset="0"/>
                    <a:cs typeface="Times New Roman" panose="02020603050405020304" pitchFamily="18" charset="0"/>
                  </a:rPr>
                  <a:t>;</a:t>
                </a:r>
              </a:p>
              <a:p>
                <a:pPr marL="0" indent="0">
                  <a:buNone/>
                </a:pPr>
                <a14:m>
                  <m:oMath xmlns:m="http://schemas.openxmlformats.org/officeDocument/2006/math">
                    <m:bar>
                      <m:barPr>
                        <m:pos m:val="top"/>
                        <m:ctrlPr>
                          <a:rPr lang="en-US" sz="2400" i="1">
                            <a:latin typeface="Cambria Math" panose="02040503050406030204" pitchFamily="18" charset="0"/>
                            <a:cs typeface="Times New Roman" panose="02020603050405020304" pitchFamily="18" charset="0"/>
                          </a:rPr>
                        </m:ctrlPr>
                      </m:barPr>
                      <m:e>
                        <m:r>
                          <a:rPr lang="en-US" sz="2400" i="1">
                            <a:latin typeface="Cambria Math" panose="02040503050406030204" pitchFamily="18" charset="0"/>
                            <a:cs typeface="Times New Roman" panose="02020603050405020304" pitchFamily="18" charset="0"/>
                          </a:rPr>
                          <m:t>𝑋</m:t>
                        </m:r>
                      </m:e>
                    </m:bar>
                  </m:oMath>
                </a14:m>
                <a:r>
                  <a:rPr lang="en-US" sz="1400" dirty="0">
                    <a:latin typeface="Times New Roman" panose="02020603050405020304" pitchFamily="18" charset="0"/>
                    <a:cs typeface="Times New Roman" panose="02020603050405020304" pitchFamily="18" charset="0"/>
                  </a:rPr>
                  <a:t>d = -</a:t>
                </a:r>
                <a:r>
                  <a:rPr lang="en-US" sz="2400" dirty="0">
                    <a:latin typeface="Times New Roman" panose="02020603050405020304" pitchFamily="18" charset="0"/>
                    <a:cs typeface="Times New Roman" panose="02020603050405020304" pitchFamily="18" charset="0"/>
                  </a:rPr>
                  <a:t>2.35</a:t>
                </a:r>
              </a:p>
              <a:p>
                <a:pPr marL="0" indent="0">
                  <a:buNone/>
                </a:pPr>
                <a:r>
                  <a:rPr lang="en-US" sz="2400" dirty="0">
                    <a:latin typeface="Times New Roman" panose="02020603050405020304" pitchFamily="18" charset="0"/>
                    <a:cs typeface="Times New Roman" panose="02020603050405020304" pitchFamily="18" charset="0"/>
                  </a:rPr>
                  <a:t>S=3.007</a:t>
                </a:r>
              </a:p>
              <a:p>
                <a:pPr marL="0" indent="0">
                  <a:buNone/>
                </a:pPr>
                <a:r>
                  <a:rPr lang="en-US" sz="2400" dirty="0">
                    <a:latin typeface="Times New Roman" panose="02020603050405020304" pitchFamily="18" charset="0"/>
                    <a:cs typeface="Times New Roman" panose="02020603050405020304" pitchFamily="18" charset="0"/>
                  </a:rPr>
                  <a:t>t = 2.471</a:t>
                </a:r>
              </a:p>
              <a:p>
                <a:pPr marL="0" indent="0">
                  <a:buNone/>
                </a:pPr>
                <a:r>
                  <a:rPr lang="en-US" sz="2400" dirty="0">
                    <a:latin typeface="Times New Roman" panose="02020603050405020304" pitchFamily="18" charset="0"/>
                    <a:cs typeface="Times New Roman" panose="02020603050405020304" pitchFamily="18" charset="0"/>
                  </a:rPr>
                  <a:t>Degrees of freedom= 10-1=9</a:t>
                </a:r>
              </a:p>
              <a:p>
                <a:pPr marL="0" indent="0">
                  <a:buNone/>
                </a:pPr>
                <a:r>
                  <a:rPr lang="en-US" sz="2400" i="1" dirty="0" err="1">
                    <a:latin typeface="Times New Roman" panose="02020603050405020304" pitchFamily="18" charset="0"/>
                    <a:cs typeface="Times New Roman" panose="02020603050405020304" pitchFamily="18" charset="0"/>
                  </a:rPr>
                  <a:t>t</a:t>
                </a:r>
                <a:r>
                  <a:rPr lang="en-US" sz="1400" i="1" dirty="0" err="1">
                    <a:latin typeface="Times New Roman" panose="02020603050405020304" pitchFamily="18" charset="0"/>
                    <a:cs typeface="Times New Roman" panose="02020603050405020304" pitchFamily="18" charset="0"/>
                  </a:rPr>
                  <a:t>c</a:t>
                </a:r>
                <a:r>
                  <a:rPr lang="en-US" sz="1400" i="1" dirty="0">
                    <a:latin typeface="Times New Roman" panose="02020603050405020304" pitchFamily="18" charset="0"/>
                    <a:cs typeface="Times New Roman" panose="02020603050405020304" pitchFamily="18" charset="0"/>
                  </a:rPr>
                  <a:t> </a:t>
                </a:r>
                <a:r>
                  <a:rPr lang="en-US" sz="1400" dirty="0">
                    <a:latin typeface="Times New Roman" panose="02020603050405020304" pitchFamily="18" charset="0"/>
                    <a:cs typeface="Times New Roman" panose="02020603050405020304" pitchFamily="18" charset="0"/>
                  </a:rPr>
                  <a:t>= </a:t>
                </a:r>
                <a:r>
                  <a:rPr lang="en-US" sz="2400" dirty="0">
                    <a:latin typeface="Times New Roman" panose="02020603050405020304" pitchFamily="18" charset="0"/>
                    <a:cs typeface="Times New Roman" panose="02020603050405020304" pitchFamily="18" charset="0"/>
                  </a:rPr>
                  <a:t> 2.2625</a:t>
                </a:r>
              </a:p>
              <a:p>
                <a:pPr marL="0" indent="0">
                  <a:buNone/>
                </a:pPr>
                <a:r>
                  <a:rPr lang="en-US" sz="2400" dirty="0">
                    <a:latin typeface="Times New Roman" panose="02020603050405020304" pitchFamily="18" charset="0"/>
                    <a:cs typeface="Times New Roman" panose="02020603050405020304" pitchFamily="18" charset="0"/>
                  </a:rPr>
                  <a:t>t &gt; </a:t>
                </a:r>
                <a:r>
                  <a:rPr lang="en-US" sz="2400" dirty="0" err="1">
                    <a:latin typeface="Times New Roman" panose="02020603050405020304" pitchFamily="18" charset="0"/>
                    <a:cs typeface="Times New Roman" panose="02020603050405020304" pitchFamily="18" charset="0"/>
                  </a:rPr>
                  <a:t>t</a:t>
                </a:r>
                <a:r>
                  <a:rPr lang="en-US" sz="1400" dirty="0" err="1">
                    <a:latin typeface="Times New Roman" panose="02020603050405020304" pitchFamily="18" charset="0"/>
                    <a:cs typeface="Times New Roman" panose="02020603050405020304" pitchFamily="18" charset="0"/>
                  </a:rPr>
                  <a:t>c</a:t>
                </a:r>
                <a:r>
                  <a:rPr lang="en-US" sz="2400" dirty="0">
                    <a:latin typeface="Times New Roman" panose="02020603050405020304" pitchFamily="18" charset="0"/>
                    <a:cs typeface="Times New Roman" panose="02020603050405020304" pitchFamily="18" charset="0"/>
                  </a:rPr>
                  <a:t> we reject H</a:t>
                </a:r>
                <a:r>
                  <a:rPr lang="en-US" sz="1400" dirty="0">
                    <a:latin typeface="Times New Roman" panose="02020603050405020304" pitchFamily="18" charset="0"/>
                    <a:cs typeface="Times New Roman" panose="02020603050405020304" pitchFamily="18" charset="0"/>
                  </a:rPr>
                  <a:t>0</a:t>
                </a:r>
              </a:p>
            </p:txBody>
          </p:sp>
        </mc:Choice>
        <mc:Fallback xmlns="">
          <p:sp>
            <p:nvSpPr>
              <p:cNvPr id="4" name="Text Placeholder 3"/>
              <p:cNvSpPr>
                <a:spLocks noGrp="1" noRot="1" noChangeAspect="1" noMove="1" noResize="1" noEditPoints="1" noAdjustHandles="1" noChangeArrowheads="1" noChangeShapeType="1" noTextEdit="1"/>
              </p:cNvSpPr>
              <p:nvPr>
                <p:ph type="body" sz="quarter" idx="13"/>
              </p:nvPr>
            </p:nvSpPr>
            <p:spPr>
              <a:blipFill>
                <a:blip r:embed="rId2"/>
                <a:stretch>
                  <a:fillRect l="-1633" t="-1639"/>
                </a:stretch>
              </a:blipFill>
            </p:spPr>
            <p:txBody>
              <a:bodyPr/>
              <a:lstStyle/>
              <a:p>
                <a:r>
                  <a:rPr lang="en-US">
                    <a:noFill/>
                  </a:rPr>
                  <a:t> </a:t>
                </a:r>
              </a:p>
            </p:txBody>
          </p:sp>
        </mc:Fallback>
      </mc:AlternateContent>
    </p:spTree>
    <p:extLst>
      <p:ext uri="{BB962C8B-B14F-4D97-AF65-F5344CB8AC3E}">
        <p14:creationId xmlns:p14="http://schemas.microsoft.com/office/powerpoint/2010/main" val="3522237632"/>
      </p:ext>
    </p:extLst>
  </p:cSld>
  <p:clrMapOvr>
    <a:masterClrMapping/>
  </p:clrMapOvr>
</p:sld>
</file>

<file path=ppt/slides/slide3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dirty="0">
                <a:latin typeface="Times New Roman" panose="02020603050405020304" pitchFamily="18" charset="0"/>
                <a:cs typeface="Times New Roman" panose="02020603050405020304" pitchFamily="18" charset="0"/>
              </a:rPr>
              <a:t>Example</a:t>
            </a:r>
          </a:p>
        </p:txBody>
      </p:sp>
      <p:sp>
        <p:nvSpPr>
          <p:cNvPr id="3" name="Slide Number Placeholder 2"/>
          <p:cNvSpPr>
            <a:spLocks noGrp="1"/>
          </p:cNvSpPr>
          <p:nvPr>
            <p:ph type="sldNum" sz="quarter" idx="12"/>
          </p:nvPr>
        </p:nvSpPr>
        <p:spPr/>
        <p:txBody>
          <a:bodyPr/>
          <a:lstStyle/>
          <a:p>
            <a:fld id="{C263D6C4-4840-40CC-AC84-17E24B3B7BDE}" type="slidenum">
              <a:rPr lang="en-US" noProof="0" smtClean="0"/>
              <a:pPr/>
              <a:t>33</a:t>
            </a:fld>
            <a:endParaRPr lang="en-US" noProof="0" dirty="0"/>
          </a:p>
        </p:txBody>
      </p:sp>
      <p:sp>
        <p:nvSpPr>
          <p:cNvPr id="4" name="Text Placeholder 3"/>
          <p:cNvSpPr>
            <a:spLocks noGrp="1"/>
          </p:cNvSpPr>
          <p:nvPr>
            <p:ph type="body" sz="quarter" idx="13"/>
          </p:nvPr>
        </p:nvSpPr>
        <p:spPr/>
        <p:txBody>
          <a:bodyPr/>
          <a:lstStyle/>
          <a:p>
            <a:pPr marL="0" indent="0" algn="just">
              <a:spcAft>
                <a:spcPts val="800"/>
              </a:spcAft>
              <a:buNone/>
            </a:pPr>
            <a:r>
              <a:rPr lang="en-IN" sz="2400" dirty="0">
                <a:latin typeface="Times New Roman" panose="02020603050405020304" pitchFamily="18" charset="0"/>
                <a:ea typeface="Times New Roman" panose="02020603050405020304" pitchFamily="18" charset="0"/>
                <a:cs typeface="Times New Roman" panose="02020603050405020304" pitchFamily="18" charset="0"/>
              </a:rPr>
              <a:t>For a random sample of 10 persons, fed on a diet A, the increase in weights measured in pounds for a certain period were: 10, 6, 16, 17, 13, 12, 8, 14, 15, 9.</a:t>
            </a:r>
            <a:endParaRPr lang="en-IN" sz="2400" dirty="0">
              <a:latin typeface="Times New Roman" panose="02020603050405020304" pitchFamily="18" charset="0"/>
              <a:ea typeface="Calibri" panose="020F0502020204030204" pitchFamily="34" charset="0"/>
              <a:cs typeface="Times New Roman" panose="02020603050405020304" pitchFamily="18" charset="0"/>
            </a:endParaRPr>
          </a:p>
          <a:p>
            <a:pPr marL="0" indent="0" algn="just">
              <a:spcAft>
                <a:spcPts val="800"/>
              </a:spcAft>
              <a:buNone/>
            </a:pPr>
            <a:r>
              <a:rPr lang="en-IN" sz="2400" dirty="0">
                <a:latin typeface="Times New Roman" panose="02020603050405020304" pitchFamily="18" charset="0"/>
                <a:ea typeface="Times New Roman" panose="02020603050405020304" pitchFamily="18" charset="0"/>
                <a:cs typeface="Times New Roman" panose="02020603050405020304" pitchFamily="18" charset="0"/>
              </a:rPr>
              <a:t>For another random sample of 12 persons, fed on a diet B, the increase in the same period were: 7, 13, 22, 15, 12, 14, 18, 8, 21, 23, 10, 17.</a:t>
            </a:r>
            <a:endParaRPr lang="en-IN" sz="2400" dirty="0">
              <a:latin typeface="Times New Roman" panose="02020603050405020304" pitchFamily="18" charset="0"/>
              <a:ea typeface="Calibri" panose="020F0502020204030204" pitchFamily="34" charset="0"/>
              <a:cs typeface="Times New Roman" panose="02020603050405020304" pitchFamily="18" charset="0"/>
            </a:endParaRPr>
          </a:p>
          <a:p>
            <a:pPr marL="0" indent="0" algn="just">
              <a:spcAft>
                <a:spcPts val="800"/>
              </a:spcAft>
              <a:buNone/>
            </a:pPr>
            <a:r>
              <a:rPr lang="en-IN" sz="2400" dirty="0">
                <a:latin typeface="Times New Roman" panose="02020603050405020304" pitchFamily="18" charset="0"/>
                <a:ea typeface="Times New Roman" panose="02020603050405020304" pitchFamily="18" charset="0"/>
                <a:cs typeface="Times New Roman" panose="02020603050405020304" pitchFamily="18" charset="0"/>
              </a:rPr>
              <a:t>Test whether diets A and B differ significantly as regards their effect on an increase in weight</a:t>
            </a:r>
            <a:endParaRPr lang="en-US" sz="2400" dirty="0"/>
          </a:p>
        </p:txBody>
      </p:sp>
    </p:spTree>
    <p:extLst>
      <p:ext uri="{BB962C8B-B14F-4D97-AF65-F5344CB8AC3E}">
        <p14:creationId xmlns:p14="http://schemas.microsoft.com/office/powerpoint/2010/main" val="1781447742"/>
      </p:ext>
    </p:extLst>
  </p:cSld>
  <p:clrMapOvr>
    <a:masterClrMapping/>
  </p:clrMapOvr>
</p:sld>
</file>

<file path=ppt/slides/slide3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dirty="0">
                <a:latin typeface="Times New Roman" panose="02020603050405020304" pitchFamily="18" charset="0"/>
                <a:cs typeface="Times New Roman" panose="02020603050405020304" pitchFamily="18" charset="0"/>
              </a:rPr>
              <a:t>Solution</a:t>
            </a:r>
          </a:p>
        </p:txBody>
      </p:sp>
      <p:sp>
        <p:nvSpPr>
          <p:cNvPr id="3" name="Slide Number Placeholder 2"/>
          <p:cNvSpPr>
            <a:spLocks noGrp="1"/>
          </p:cNvSpPr>
          <p:nvPr>
            <p:ph type="sldNum" sz="quarter" idx="12"/>
          </p:nvPr>
        </p:nvSpPr>
        <p:spPr/>
        <p:txBody>
          <a:bodyPr/>
          <a:lstStyle/>
          <a:p>
            <a:fld id="{C263D6C4-4840-40CC-AC84-17E24B3B7BDE}" type="slidenum">
              <a:rPr lang="en-US" noProof="0" smtClean="0"/>
              <a:pPr/>
              <a:t>34</a:t>
            </a:fld>
            <a:endParaRPr lang="en-US" noProof="0" dirty="0"/>
          </a:p>
        </p:txBody>
      </p:sp>
      <mc:AlternateContent xmlns:mc="http://schemas.openxmlformats.org/markup-compatibility/2006" xmlns:a14="http://schemas.microsoft.com/office/drawing/2010/main">
        <mc:Choice Requires="a14">
          <p:sp>
            <p:nvSpPr>
              <p:cNvPr id="4" name="Text Placeholder 3"/>
              <p:cNvSpPr>
                <a:spLocks noGrp="1"/>
              </p:cNvSpPr>
              <p:nvPr>
                <p:ph type="body" sz="quarter" idx="13"/>
              </p:nvPr>
            </p:nvSpPr>
            <p:spPr>
              <a:xfrm>
                <a:off x="444500" y="1396785"/>
                <a:ext cx="6718300" cy="5100852"/>
              </a:xfrm>
            </p:spPr>
            <p:txBody>
              <a:bodyPr/>
              <a:lstStyle/>
              <a:p>
                <a:r>
                  <a:rPr lang="en-US" sz="2800" dirty="0">
                    <a:latin typeface="Times New Roman" panose="02020603050405020304" pitchFamily="18" charset="0"/>
                    <a:cs typeface="Times New Roman" panose="02020603050405020304" pitchFamily="18" charset="0"/>
                  </a:rPr>
                  <a:t>H</a:t>
                </a:r>
                <a:r>
                  <a:rPr lang="en-US" sz="1400" dirty="0">
                    <a:latin typeface="Times New Roman" panose="02020603050405020304" pitchFamily="18" charset="0"/>
                    <a:cs typeface="Times New Roman" panose="02020603050405020304" pitchFamily="18" charset="0"/>
                  </a:rPr>
                  <a:t>0: </a:t>
                </a:r>
                <a14:m>
                  <m:oMath xmlns:m="http://schemas.openxmlformats.org/officeDocument/2006/math">
                    <m:bar>
                      <m:barPr>
                        <m:pos m:val="top"/>
                        <m:ctrlPr>
                          <a:rPr lang="en-US" sz="2400" i="1">
                            <a:latin typeface="Cambria Math" panose="02040503050406030204" pitchFamily="18" charset="0"/>
                            <a:cs typeface="Times New Roman" panose="02020603050405020304" pitchFamily="18" charset="0"/>
                          </a:rPr>
                        </m:ctrlPr>
                      </m:barPr>
                      <m:e>
                        <m:r>
                          <a:rPr lang="en-US" sz="2400" i="1">
                            <a:latin typeface="Cambria Math" panose="02040503050406030204" pitchFamily="18" charset="0"/>
                            <a:cs typeface="Times New Roman" panose="02020603050405020304" pitchFamily="18" charset="0"/>
                          </a:rPr>
                          <m:t>𝑋</m:t>
                        </m:r>
                      </m:e>
                    </m:bar>
                  </m:oMath>
                </a14:m>
                <a:r>
                  <a:rPr lang="en-US" sz="1200" dirty="0">
                    <a:latin typeface="Times New Roman" panose="02020603050405020304" pitchFamily="18" charset="0"/>
                    <a:cs typeface="Times New Roman" panose="02020603050405020304" pitchFamily="18" charset="0"/>
                  </a:rPr>
                  <a:t>1</a:t>
                </a:r>
                <a:r>
                  <a:rPr lang="en-US" sz="2400" dirty="0">
                    <a:latin typeface="Times New Roman" panose="02020603050405020304" pitchFamily="18" charset="0"/>
                    <a:cs typeface="Times New Roman" panose="02020603050405020304" pitchFamily="18" charset="0"/>
                  </a:rPr>
                  <a:t>= </a:t>
                </a:r>
                <a14:m>
                  <m:oMath xmlns:m="http://schemas.openxmlformats.org/officeDocument/2006/math">
                    <m:bar>
                      <m:barPr>
                        <m:pos m:val="top"/>
                        <m:ctrlPr>
                          <a:rPr lang="en-US" sz="2400" i="1">
                            <a:latin typeface="Cambria Math" panose="02040503050406030204" pitchFamily="18" charset="0"/>
                            <a:cs typeface="Times New Roman" panose="02020603050405020304" pitchFamily="18" charset="0"/>
                          </a:rPr>
                        </m:ctrlPr>
                      </m:barPr>
                      <m:e>
                        <m:r>
                          <a:rPr lang="en-US" sz="2400" i="1">
                            <a:latin typeface="Cambria Math" panose="02040503050406030204" pitchFamily="18" charset="0"/>
                            <a:cs typeface="Times New Roman" panose="02020603050405020304" pitchFamily="18" charset="0"/>
                          </a:rPr>
                          <m:t>𝑋</m:t>
                        </m:r>
                      </m:e>
                    </m:bar>
                  </m:oMath>
                </a14:m>
                <a:r>
                  <a:rPr lang="en-US" sz="1200" dirty="0">
                    <a:latin typeface="Times New Roman" panose="02020603050405020304" pitchFamily="18" charset="0"/>
                    <a:cs typeface="Times New Roman" panose="02020603050405020304" pitchFamily="18" charset="0"/>
                  </a:rPr>
                  <a:t>2</a:t>
                </a:r>
                <a:r>
                  <a:rPr lang="en-US" sz="2400" dirty="0">
                    <a:latin typeface="Times New Roman" panose="02020603050405020304" pitchFamily="18" charset="0"/>
                    <a:cs typeface="Times New Roman" panose="02020603050405020304" pitchFamily="18" charset="0"/>
                  </a:rPr>
                  <a:t> ; H</a:t>
                </a:r>
                <a:r>
                  <a:rPr lang="en-US" sz="1400" dirty="0">
                    <a:latin typeface="Times New Roman" panose="02020603050405020304" pitchFamily="18" charset="0"/>
                    <a:cs typeface="Times New Roman" panose="02020603050405020304" pitchFamily="18" charset="0"/>
                  </a:rPr>
                  <a:t>1</a:t>
                </a:r>
                <a:r>
                  <a:rPr lang="en-US" sz="2400" dirty="0">
                    <a:latin typeface="Times New Roman" panose="02020603050405020304" pitchFamily="18" charset="0"/>
                    <a:cs typeface="Times New Roman" panose="02020603050405020304" pitchFamily="18" charset="0"/>
                  </a:rPr>
                  <a:t>: </a:t>
                </a:r>
                <a14:m>
                  <m:oMath xmlns:m="http://schemas.openxmlformats.org/officeDocument/2006/math">
                    <m:bar>
                      <m:barPr>
                        <m:pos m:val="top"/>
                        <m:ctrlPr>
                          <a:rPr lang="en-US" sz="2400" i="1">
                            <a:latin typeface="Cambria Math" panose="02040503050406030204" pitchFamily="18" charset="0"/>
                            <a:cs typeface="Times New Roman" panose="02020603050405020304" pitchFamily="18" charset="0"/>
                          </a:rPr>
                        </m:ctrlPr>
                      </m:barPr>
                      <m:e>
                        <m:r>
                          <a:rPr lang="en-US" sz="2400" i="1">
                            <a:latin typeface="Cambria Math" panose="02040503050406030204" pitchFamily="18" charset="0"/>
                            <a:cs typeface="Times New Roman" panose="02020603050405020304" pitchFamily="18" charset="0"/>
                          </a:rPr>
                          <m:t>𝑋</m:t>
                        </m:r>
                      </m:e>
                    </m:bar>
                  </m:oMath>
                </a14:m>
                <a:r>
                  <a:rPr lang="en-US" sz="1200" dirty="0">
                    <a:latin typeface="Times New Roman" panose="02020603050405020304" pitchFamily="18" charset="0"/>
                    <a:cs typeface="Times New Roman" panose="02020603050405020304" pitchFamily="18" charset="0"/>
                  </a:rPr>
                  <a:t>1</a:t>
                </a:r>
                <a:r>
                  <a:rPr lang="en-US" sz="2400" dirty="0">
                    <a:latin typeface="Times New Roman" panose="02020603050405020304" pitchFamily="18" charset="0"/>
                    <a:cs typeface="Times New Roman" panose="02020603050405020304" pitchFamily="18" charset="0"/>
                  </a:rPr>
                  <a:t> ≠ </a:t>
                </a:r>
                <a14:m>
                  <m:oMath xmlns:m="http://schemas.openxmlformats.org/officeDocument/2006/math">
                    <m:bar>
                      <m:barPr>
                        <m:pos m:val="top"/>
                        <m:ctrlPr>
                          <a:rPr lang="en-US" sz="2400" i="1">
                            <a:latin typeface="Cambria Math" panose="02040503050406030204" pitchFamily="18" charset="0"/>
                            <a:cs typeface="Times New Roman" panose="02020603050405020304" pitchFamily="18" charset="0"/>
                          </a:rPr>
                        </m:ctrlPr>
                      </m:barPr>
                      <m:e>
                        <m:r>
                          <a:rPr lang="en-US" sz="2400" i="1">
                            <a:latin typeface="Cambria Math" panose="02040503050406030204" pitchFamily="18" charset="0"/>
                            <a:cs typeface="Times New Roman" panose="02020603050405020304" pitchFamily="18" charset="0"/>
                          </a:rPr>
                          <m:t>𝑋</m:t>
                        </m:r>
                      </m:e>
                    </m:bar>
                  </m:oMath>
                </a14:m>
                <a:r>
                  <a:rPr lang="en-US" sz="1200" dirty="0">
                    <a:latin typeface="Times New Roman" panose="02020603050405020304" pitchFamily="18" charset="0"/>
                    <a:cs typeface="Times New Roman" panose="02020603050405020304" pitchFamily="18" charset="0"/>
                  </a:rPr>
                  <a:t>2</a:t>
                </a:r>
              </a:p>
              <a:p>
                <a:r>
                  <a:rPr lang="en-US" sz="2400" dirty="0">
                    <a:latin typeface="Times New Roman" panose="02020603050405020304" pitchFamily="18" charset="0"/>
                    <a:cs typeface="Times New Roman" panose="02020603050405020304" pitchFamily="18" charset="0"/>
                  </a:rPr>
                  <a:t>n</a:t>
                </a:r>
                <a:r>
                  <a:rPr lang="en-US" sz="1100" dirty="0">
                    <a:latin typeface="Times New Roman" panose="02020603050405020304" pitchFamily="18" charset="0"/>
                    <a:cs typeface="Times New Roman" panose="02020603050405020304" pitchFamily="18" charset="0"/>
                  </a:rPr>
                  <a:t>1</a:t>
                </a:r>
                <a:r>
                  <a:rPr lang="en-US" sz="2400" dirty="0">
                    <a:latin typeface="Times New Roman" panose="02020603050405020304" pitchFamily="18" charset="0"/>
                    <a:cs typeface="Times New Roman" panose="02020603050405020304" pitchFamily="18" charset="0"/>
                  </a:rPr>
                  <a:t>=10 n</a:t>
                </a:r>
                <a:r>
                  <a:rPr lang="en-US" sz="1100" dirty="0">
                    <a:latin typeface="Times New Roman" panose="02020603050405020304" pitchFamily="18" charset="0"/>
                    <a:cs typeface="Times New Roman" panose="02020603050405020304" pitchFamily="18" charset="0"/>
                  </a:rPr>
                  <a:t>2</a:t>
                </a:r>
                <a:r>
                  <a:rPr lang="en-US" sz="2400" dirty="0">
                    <a:latin typeface="Times New Roman" panose="02020603050405020304" pitchFamily="18" charset="0"/>
                    <a:cs typeface="Times New Roman" panose="02020603050405020304" pitchFamily="18" charset="0"/>
                  </a:rPr>
                  <a:t>=12</a:t>
                </a:r>
              </a:p>
              <a:p>
                <a:pPr marL="0" indent="0">
                  <a:buNone/>
                </a:pPr>
                <a:r>
                  <a:rPr lang="en-US" sz="2400" dirty="0">
                    <a:latin typeface="Times New Roman" panose="02020603050405020304" pitchFamily="18" charset="0"/>
                    <a:cs typeface="Times New Roman" panose="02020603050405020304" pitchFamily="18" charset="0"/>
                  </a:rPr>
                  <a:t>Degrees of freedom is 10+12-2=20</a:t>
                </a:r>
              </a:p>
              <a:p>
                <a:pPr marL="0" indent="0">
                  <a:buNone/>
                </a:pPr>
                <a:r>
                  <a:rPr lang="en-US" sz="2400" i="1" dirty="0" err="1">
                    <a:latin typeface="Times New Roman" panose="02020603050405020304" pitchFamily="18" charset="0"/>
                    <a:cs typeface="Times New Roman" panose="02020603050405020304" pitchFamily="18" charset="0"/>
                  </a:rPr>
                  <a:t>t</a:t>
                </a:r>
                <a:r>
                  <a:rPr lang="en-US" sz="1400" i="1" dirty="0" err="1">
                    <a:latin typeface="Times New Roman" panose="02020603050405020304" pitchFamily="18" charset="0"/>
                    <a:cs typeface="Times New Roman" panose="02020603050405020304" pitchFamily="18" charset="0"/>
                  </a:rPr>
                  <a:t>c</a:t>
                </a:r>
                <a:r>
                  <a:rPr lang="en-US" sz="1400" i="1" dirty="0">
                    <a:latin typeface="Times New Roman" panose="02020603050405020304" pitchFamily="18" charset="0"/>
                    <a:cs typeface="Times New Roman" panose="02020603050405020304" pitchFamily="18" charset="0"/>
                  </a:rPr>
                  <a:t>= </a:t>
                </a:r>
                <a:r>
                  <a:rPr lang="en-US" sz="2400" i="1" dirty="0">
                    <a:latin typeface="Times New Roman" panose="02020603050405020304" pitchFamily="18" charset="0"/>
                    <a:cs typeface="Times New Roman" panose="02020603050405020304" pitchFamily="18" charset="0"/>
                  </a:rPr>
                  <a:t>2.086</a:t>
                </a:r>
              </a:p>
              <a:p>
                <a:pPr marL="0" indent="0">
                  <a:buNone/>
                </a:pPr>
                <a:r>
                  <a:rPr lang="en-US" sz="2400" i="1" dirty="0">
                    <a:latin typeface="Times New Roman" panose="02020603050405020304" pitchFamily="18" charset="0"/>
                    <a:cs typeface="Times New Roman" panose="02020603050405020304" pitchFamily="18" charset="0"/>
                  </a:rPr>
                  <a:t>S</a:t>
                </a:r>
                <a:r>
                  <a:rPr lang="en-US" sz="1400" i="1" dirty="0">
                    <a:latin typeface="Times New Roman" panose="02020603050405020304" pitchFamily="18" charset="0"/>
                    <a:cs typeface="Times New Roman" panose="02020603050405020304" pitchFamily="18" charset="0"/>
                  </a:rPr>
                  <a:t>=</a:t>
                </a:r>
                <a14:m>
                  <m:oMath xmlns:m="http://schemas.openxmlformats.org/officeDocument/2006/math">
                    <m:rad>
                      <m:radPr>
                        <m:degHide m:val="on"/>
                        <m:ctrlPr>
                          <a:rPr lang="en-IN" sz="2400" i="1">
                            <a:latin typeface="Cambria Math" panose="02040503050406030204" pitchFamily="18" charset="0"/>
                            <a:ea typeface="Times New Roman" panose="02020603050405020304" pitchFamily="18" charset="0"/>
                            <a:cs typeface="Times New Roman" panose="02020603050405020304" pitchFamily="18" charset="0"/>
                          </a:rPr>
                        </m:ctrlPr>
                      </m:radPr>
                      <m:deg/>
                      <m:e>
                        <m:f>
                          <m:fPr>
                            <m:ctrlPr>
                              <a:rPr lang="en-IN" sz="2400" i="1">
                                <a:latin typeface="Cambria Math" panose="02040503050406030204" pitchFamily="18" charset="0"/>
                                <a:ea typeface="Times New Roman" panose="02020603050405020304" pitchFamily="18" charset="0"/>
                                <a:cs typeface="Times New Roman" panose="02020603050405020304" pitchFamily="18" charset="0"/>
                              </a:rPr>
                            </m:ctrlPr>
                          </m:fPr>
                          <m:num>
                            <m:d>
                              <m:dPr>
                                <m:ctrlPr>
                                  <a:rPr lang="en-IN" sz="2400" i="1">
                                    <a:latin typeface="Cambria Math" panose="02040503050406030204" pitchFamily="18" charset="0"/>
                                    <a:ea typeface="Times New Roman" panose="02020603050405020304" pitchFamily="18" charset="0"/>
                                    <a:cs typeface="Times New Roman" panose="02020603050405020304" pitchFamily="18" charset="0"/>
                                  </a:rPr>
                                </m:ctrlPr>
                              </m:dPr>
                              <m:e>
                                <m:sSub>
                                  <m:sSubPr>
                                    <m:ctrlPr>
                                      <a:rPr lang="en-IN" sz="2400" i="1">
                                        <a:latin typeface="Cambria Math" panose="02040503050406030204" pitchFamily="18" charset="0"/>
                                        <a:ea typeface="Times New Roman" panose="02020603050405020304" pitchFamily="18" charset="0"/>
                                        <a:cs typeface="Times New Roman" panose="02020603050405020304" pitchFamily="18" charset="0"/>
                                      </a:rPr>
                                    </m:ctrlPr>
                                  </m:sSubPr>
                                  <m:e>
                                    <m:r>
                                      <a:rPr lang="en-IN" sz="2400" i="1">
                                        <a:latin typeface="Cambria Math" panose="02040503050406030204" pitchFamily="18" charset="0"/>
                                        <a:ea typeface="Times New Roman" panose="02020603050405020304" pitchFamily="18" charset="0"/>
                                        <a:cs typeface="Times New Roman" panose="02020603050405020304" pitchFamily="18" charset="0"/>
                                      </a:rPr>
                                      <m:t>𝑛</m:t>
                                    </m:r>
                                  </m:e>
                                  <m:sub>
                                    <m:r>
                                      <a:rPr lang="en-IN" sz="2400" i="1">
                                        <a:latin typeface="Cambria Math" panose="02040503050406030204" pitchFamily="18" charset="0"/>
                                        <a:ea typeface="Times New Roman" panose="02020603050405020304" pitchFamily="18" charset="0"/>
                                        <a:cs typeface="Times New Roman" panose="02020603050405020304" pitchFamily="18" charset="0"/>
                                      </a:rPr>
                                      <m:t>1</m:t>
                                    </m:r>
                                  </m:sub>
                                </m:sSub>
                                <m:r>
                                  <a:rPr lang="en-IN" sz="2400" i="1">
                                    <a:latin typeface="Cambria Math" panose="02040503050406030204" pitchFamily="18" charset="0"/>
                                    <a:ea typeface="Times New Roman" panose="02020603050405020304" pitchFamily="18" charset="0"/>
                                    <a:cs typeface="Times New Roman" panose="02020603050405020304" pitchFamily="18" charset="0"/>
                                  </a:rPr>
                                  <m:t>−1</m:t>
                                </m:r>
                              </m:e>
                            </m:d>
                            <m:sSubSup>
                              <m:sSubSupPr>
                                <m:ctrlPr>
                                  <a:rPr lang="en-IN" sz="2400" i="1">
                                    <a:latin typeface="Cambria Math" panose="02040503050406030204" pitchFamily="18" charset="0"/>
                                    <a:ea typeface="Times New Roman" panose="02020603050405020304" pitchFamily="18" charset="0"/>
                                    <a:cs typeface="Times New Roman" panose="02020603050405020304" pitchFamily="18" charset="0"/>
                                  </a:rPr>
                                </m:ctrlPr>
                              </m:sSubSupPr>
                              <m:e>
                                <m:r>
                                  <a:rPr lang="en-IN" sz="2400" i="1">
                                    <a:latin typeface="Cambria Math" panose="02040503050406030204" pitchFamily="18" charset="0"/>
                                    <a:ea typeface="Times New Roman" panose="02020603050405020304" pitchFamily="18" charset="0"/>
                                    <a:cs typeface="Times New Roman" panose="02020603050405020304" pitchFamily="18" charset="0"/>
                                  </a:rPr>
                                  <m:t>𝑆</m:t>
                                </m:r>
                              </m:e>
                              <m:sub>
                                <m:r>
                                  <a:rPr lang="en-IN" sz="2400" i="1">
                                    <a:latin typeface="Cambria Math" panose="02040503050406030204" pitchFamily="18" charset="0"/>
                                    <a:ea typeface="Times New Roman" panose="02020603050405020304" pitchFamily="18" charset="0"/>
                                    <a:cs typeface="Times New Roman" panose="02020603050405020304" pitchFamily="18" charset="0"/>
                                  </a:rPr>
                                  <m:t>1</m:t>
                                </m:r>
                              </m:sub>
                              <m:sup>
                                <m:r>
                                  <a:rPr lang="en-IN" sz="2400" i="1">
                                    <a:latin typeface="Cambria Math" panose="02040503050406030204" pitchFamily="18" charset="0"/>
                                    <a:ea typeface="Times New Roman" panose="02020603050405020304" pitchFamily="18" charset="0"/>
                                    <a:cs typeface="Times New Roman" panose="02020603050405020304" pitchFamily="18" charset="0"/>
                                  </a:rPr>
                                  <m:t>2</m:t>
                                </m:r>
                              </m:sup>
                            </m:sSubSup>
                            <m:r>
                              <a:rPr lang="en-IN" sz="2400" i="1">
                                <a:latin typeface="Cambria Math" panose="02040503050406030204" pitchFamily="18" charset="0"/>
                                <a:ea typeface="Times New Roman" panose="02020603050405020304" pitchFamily="18" charset="0"/>
                                <a:cs typeface="Times New Roman" panose="02020603050405020304" pitchFamily="18" charset="0"/>
                              </a:rPr>
                              <m:t>+</m:t>
                            </m:r>
                            <m:d>
                              <m:dPr>
                                <m:ctrlPr>
                                  <a:rPr lang="en-IN" sz="2400" i="1">
                                    <a:latin typeface="Cambria Math" panose="02040503050406030204" pitchFamily="18" charset="0"/>
                                    <a:ea typeface="Times New Roman" panose="02020603050405020304" pitchFamily="18" charset="0"/>
                                    <a:cs typeface="Times New Roman" panose="02020603050405020304" pitchFamily="18" charset="0"/>
                                  </a:rPr>
                                </m:ctrlPr>
                              </m:dPr>
                              <m:e>
                                <m:sSub>
                                  <m:sSubPr>
                                    <m:ctrlPr>
                                      <a:rPr lang="en-IN" sz="2400" i="1">
                                        <a:latin typeface="Cambria Math" panose="02040503050406030204" pitchFamily="18" charset="0"/>
                                        <a:ea typeface="Times New Roman" panose="02020603050405020304" pitchFamily="18" charset="0"/>
                                        <a:cs typeface="Times New Roman" panose="02020603050405020304" pitchFamily="18" charset="0"/>
                                      </a:rPr>
                                    </m:ctrlPr>
                                  </m:sSubPr>
                                  <m:e>
                                    <m:r>
                                      <a:rPr lang="en-IN" sz="2400" i="1">
                                        <a:latin typeface="Cambria Math" panose="02040503050406030204" pitchFamily="18" charset="0"/>
                                        <a:ea typeface="Times New Roman" panose="02020603050405020304" pitchFamily="18" charset="0"/>
                                        <a:cs typeface="Times New Roman" panose="02020603050405020304" pitchFamily="18" charset="0"/>
                                      </a:rPr>
                                      <m:t>𝑛</m:t>
                                    </m:r>
                                  </m:e>
                                  <m:sub>
                                    <m:r>
                                      <a:rPr lang="en-IN" sz="2400" i="1">
                                        <a:latin typeface="Cambria Math" panose="02040503050406030204" pitchFamily="18" charset="0"/>
                                        <a:ea typeface="Times New Roman" panose="02020603050405020304" pitchFamily="18" charset="0"/>
                                        <a:cs typeface="Times New Roman" panose="02020603050405020304" pitchFamily="18" charset="0"/>
                                      </a:rPr>
                                      <m:t>2</m:t>
                                    </m:r>
                                  </m:sub>
                                </m:sSub>
                                <m:r>
                                  <a:rPr lang="en-IN" sz="2400" i="1">
                                    <a:latin typeface="Cambria Math" panose="02040503050406030204" pitchFamily="18" charset="0"/>
                                    <a:ea typeface="Times New Roman" panose="02020603050405020304" pitchFamily="18" charset="0"/>
                                    <a:cs typeface="Times New Roman" panose="02020603050405020304" pitchFamily="18" charset="0"/>
                                  </a:rPr>
                                  <m:t>−1</m:t>
                                </m:r>
                              </m:e>
                            </m:d>
                            <m:sSubSup>
                              <m:sSubSupPr>
                                <m:ctrlPr>
                                  <a:rPr lang="en-IN" sz="2400" i="1">
                                    <a:latin typeface="Cambria Math" panose="02040503050406030204" pitchFamily="18" charset="0"/>
                                    <a:ea typeface="Times New Roman" panose="02020603050405020304" pitchFamily="18" charset="0"/>
                                    <a:cs typeface="Times New Roman" panose="02020603050405020304" pitchFamily="18" charset="0"/>
                                  </a:rPr>
                                </m:ctrlPr>
                              </m:sSubSupPr>
                              <m:e>
                                <m:r>
                                  <a:rPr lang="en-IN" sz="2400" i="1">
                                    <a:latin typeface="Cambria Math" panose="02040503050406030204" pitchFamily="18" charset="0"/>
                                    <a:ea typeface="Times New Roman" panose="02020603050405020304" pitchFamily="18" charset="0"/>
                                    <a:cs typeface="Times New Roman" panose="02020603050405020304" pitchFamily="18" charset="0"/>
                                  </a:rPr>
                                  <m:t>𝑆</m:t>
                                </m:r>
                              </m:e>
                              <m:sub>
                                <m:r>
                                  <a:rPr lang="en-IN" sz="2400" i="1">
                                    <a:latin typeface="Cambria Math" panose="02040503050406030204" pitchFamily="18" charset="0"/>
                                    <a:ea typeface="Times New Roman" panose="02020603050405020304" pitchFamily="18" charset="0"/>
                                    <a:cs typeface="Times New Roman" panose="02020603050405020304" pitchFamily="18" charset="0"/>
                                  </a:rPr>
                                  <m:t>2</m:t>
                                </m:r>
                              </m:sub>
                              <m:sup>
                                <m:r>
                                  <a:rPr lang="en-IN" sz="2400" i="1">
                                    <a:latin typeface="Cambria Math" panose="02040503050406030204" pitchFamily="18" charset="0"/>
                                    <a:ea typeface="Times New Roman" panose="02020603050405020304" pitchFamily="18" charset="0"/>
                                    <a:cs typeface="Times New Roman" panose="02020603050405020304" pitchFamily="18" charset="0"/>
                                  </a:rPr>
                                  <m:t>2</m:t>
                                </m:r>
                              </m:sup>
                            </m:sSubSup>
                          </m:num>
                          <m:den>
                            <m:sSub>
                              <m:sSubPr>
                                <m:ctrlPr>
                                  <a:rPr lang="en-IN" sz="2400" i="1">
                                    <a:latin typeface="Cambria Math" panose="02040503050406030204" pitchFamily="18" charset="0"/>
                                    <a:ea typeface="Times New Roman" panose="02020603050405020304" pitchFamily="18" charset="0"/>
                                    <a:cs typeface="Times New Roman" panose="02020603050405020304" pitchFamily="18" charset="0"/>
                                  </a:rPr>
                                </m:ctrlPr>
                              </m:sSubPr>
                              <m:e>
                                <m:r>
                                  <a:rPr lang="en-IN" sz="2400" i="1">
                                    <a:latin typeface="Cambria Math" panose="02040503050406030204" pitchFamily="18" charset="0"/>
                                    <a:ea typeface="Times New Roman" panose="02020603050405020304" pitchFamily="18" charset="0"/>
                                    <a:cs typeface="Times New Roman" panose="02020603050405020304" pitchFamily="18" charset="0"/>
                                  </a:rPr>
                                  <m:t>𝑛</m:t>
                                </m:r>
                              </m:e>
                              <m:sub>
                                <m:r>
                                  <a:rPr lang="en-IN" sz="2400" i="1">
                                    <a:latin typeface="Cambria Math" panose="02040503050406030204" pitchFamily="18" charset="0"/>
                                    <a:ea typeface="Times New Roman" panose="02020603050405020304" pitchFamily="18" charset="0"/>
                                    <a:cs typeface="Times New Roman" panose="02020603050405020304" pitchFamily="18" charset="0"/>
                                  </a:rPr>
                                  <m:t>1</m:t>
                                </m:r>
                              </m:sub>
                            </m:sSub>
                            <m:r>
                              <a:rPr lang="en-IN" sz="2400" i="1">
                                <a:latin typeface="Cambria Math" panose="02040503050406030204" pitchFamily="18" charset="0"/>
                                <a:ea typeface="Times New Roman" panose="02020603050405020304" pitchFamily="18" charset="0"/>
                                <a:cs typeface="Times New Roman" panose="02020603050405020304" pitchFamily="18" charset="0"/>
                              </a:rPr>
                              <m:t>+</m:t>
                            </m:r>
                            <m:sSub>
                              <m:sSubPr>
                                <m:ctrlPr>
                                  <a:rPr lang="en-IN" sz="2400" i="1">
                                    <a:latin typeface="Cambria Math" panose="02040503050406030204" pitchFamily="18" charset="0"/>
                                    <a:ea typeface="Times New Roman" panose="02020603050405020304" pitchFamily="18" charset="0"/>
                                    <a:cs typeface="Times New Roman" panose="02020603050405020304" pitchFamily="18" charset="0"/>
                                  </a:rPr>
                                </m:ctrlPr>
                              </m:sSubPr>
                              <m:e>
                                <m:r>
                                  <a:rPr lang="en-IN" sz="2400" i="1">
                                    <a:latin typeface="Cambria Math" panose="02040503050406030204" pitchFamily="18" charset="0"/>
                                    <a:ea typeface="Times New Roman" panose="02020603050405020304" pitchFamily="18" charset="0"/>
                                    <a:cs typeface="Times New Roman" panose="02020603050405020304" pitchFamily="18" charset="0"/>
                                  </a:rPr>
                                  <m:t>𝑛</m:t>
                                </m:r>
                              </m:e>
                              <m:sub>
                                <m:r>
                                  <a:rPr lang="en-IN" sz="2400" i="1">
                                    <a:latin typeface="Cambria Math" panose="02040503050406030204" pitchFamily="18" charset="0"/>
                                    <a:ea typeface="Times New Roman" panose="02020603050405020304" pitchFamily="18" charset="0"/>
                                    <a:cs typeface="Times New Roman" panose="02020603050405020304" pitchFamily="18" charset="0"/>
                                  </a:rPr>
                                  <m:t>2</m:t>
                                </m:r>
                              </m:sub>
                            </m:sSub>
                            <m:r>
                              <a:rPr lang="en-IN" sz="2400" i="1">
                                <a:latin typeface="Cambria Math" panose="02040503050406030204" pitchFamily="18" charset="0"/>
                                <a:ea typeface="Times New Roman" panose="02020603050405020304" pitchFamily="18" charset="0"/>
                                <a:cs typeface="Times New Roman" panose="02020603050405020304" pitchFamily="18" charset="0"/>
                              </a:rPr>
                              <m:t>−2</m:t>
                            </m:r>
                          </m:den>
                        </m:f>
                        <m:d>
                          <m:dPr>
                            <m:ctrlPr>
                              <a:rPr lang="en-IN" sz="2400" i="1">
                                <a:latin typeface="Cambria Math" panose="02040503050406030204" pitchFamily="18" charset="0"/>
                                <a:ea typeface="Times New Roman" panose="02020603050405020304" pitchFamily="18" charset="0"/>
                                <a:cs typeface="Times New Roman" panose="02020603050405020304" pitchFamily="18" charset="0"/>
                              </a:rPr>
                            </m:ctrlPr>
                          </m:dPr>
                          <m:e>
                            <m:f>
                              <m:fPr>
                                <m:ctrlPr>
                                  <a:rPr lang="en-IN" sz="2400" i="1">
                                    <a:latin typeface="Cambria Math" panose="02040503050406030204" pitchFamily="18" charset="0"/>
                                    <a:ea typeface="Times New Roman" panose="02020603050405020304" pitchFamily="18" charset="0"/>
                                    <a:cs typeface="Times New Roman" panose="02020603050405020304" pitchFamily="18" charset="0"/>
                                  </a:rPr>
                                </m:ctrlPr>
                              </m:fPr>
                              <m:num>
                                <m:r>
                                  <a:rPr lang="en-IN" sz="2400" i="1">
                                    <a:latin typeface="Cambria Math" panose="02040503050406030204" pitchFamily="18" charset="0"/>
                                    <a:ea typeface="Times New Roman" panose="02020603050405020304" pitchFamily="18" charset="0"/>
                                    <a:cs typeface="Times New Roman" panose="02020603050405020304" pitchFamily="18" charset="0"/>
                                  </a:rPr>
                                  <m:t>1</m:t>
                                </m:r>
                              </m:num>
                              <m:den>
                                <m:sSub>
                                  <m:sSubPr>
                                    <m:ctrlPr>
                                      <a:rPr lang="en-IN" sz="2400" i="1">
                                        <a:latin typeface="Cambria Math" panose="02040503050406030204" pitchFamily="18" charset="0"/>
                                        <a:ea typeface="Times New Roman" panose="02020603050405020304" pitchFamily="18" charset="0"/>
                                        <a:cs typeface="Times New Roman" panose="02020603050405020304" pitchFamily="18" charset="0"/>
                                      </a:rPr>
                                    </m:ctrlPr>
                                  </m:sSubPr>
                                  <m:e>
                                    <m:r>
                                      <a:rPr lang="en-IN" sz="2400" i="1">
                                        <a:latin typeface="Cambria Math" panose="02040503050406030204" pitchFamily="18" charset="0"/>
                                        <a:ea typeface="Times New Roman" panose="02020603050405020304" pitchFamily="18" charset="0"/>
                                        <a:cs typeface="Times New Roman" panose="02020603050405020304" pitchFamily="18" charset="0"/>
                                      </a:rPr>
                                      <m:t>𝑛</m:t>
                                    </m:r>
                                  </m:e>
                                  <m:sub>
                                    <m:r>
                                      <a:rPr lang="en-IN" sz="2400" i="1">
                                        <a:latin typeface="Cambria Math" panose="02040503050406030204" pitchFamily="18" charset="0"/>
                                        <a:ea typeface="Times New Roman" panose="02020603050405020304" pitchFamily="18" charset="0"/>
                                        <a:cs typeface="Times New Roman" panose="02020603050405020304" pitchFamily="18" charset="0"/>
                                      </a:rPr>
                                      <m:t>1</m:t>
                                    </m:r>
                                  </m:sub>
                                </m:sSub>
                              </m:den>
                            </m:f>
                            <m:r>
                              <a:rPr lang="en-IN" sz="2400" i="1">
                                <a:latin typeface="Cambria Math" panose="02040503050406030204" pitchFamily="18" charset="0"/>
                                <a:ea typeface="Times New Roman" panose="02020603050405020304" pitchFamily="18" charset="0"/>
                                <a:cs typeface="Times New Roman" panose="02020603050405020304" pitchFamily="18" charset="0"/>
                              </a:rPr>
                              <m:t>+</m:t>
                            </m:r>
                            <m:f>
                              <m:fPr>
                                <m:ctrlPr>
                                  <a:rPr lang="en-IN" sz="2400" i="1">
                                    <a:latin typeface="Cambria Math" panose="02040503050406030204" pitchFamily="18" charset="0"/>
                                    <a:ea typeface="Times New Roman" panose="02020603050405020304" pitchFamily="18" charset="0"/>
                                    <a:cs typeface="Times New Roman" panose="02020603050405020304" pitchFamily="18" charset="0"/>
                                  </a:rPr>
                                </m:ctrlPr>
                              </m:fPr>
                              <m:num>
                                <m:r>
                                  <a:rPr lang="en-IN" sz="2400" i="1">
                                    <a:latin typeface="Cambria Math" panose="02040503050406030204" pitchFamily="18" charset="0"/>
                                    <a:ea typeface="Times New Roman" panose="02020603050405020304" pitchFamily="18" charset="0"/>
                                    <a:cs typeface="Times New Roman" panose="02020603050405020304" pitchFamily="18" charset="0"/>
                                  </a:rPr>
                                  <m:t>1</m:t>
                                </m:r>
                              </m:num>
                              <m:den>
                                <m:sSub>
                                  <m:sSubPr>
                                    <m:ctrlPr>
                                      <a:rPr lang="en-IN" sz="2400" i="1">
                                        <a:latin typeface="Cambria Math" panose="02040503050406030204" pitchFamily="18" charset="0"/>
                                        <a:ea typeface="Times New Roman" panose="02020603050405020304" pitchFamily="18" charset="0"/>
                                        <a:cs typeface="Times New Roman" panose="02020603050405020304" pitchFamily="18" charset="0"/>
                                      </a:rPr>
                                    </m:ctrlPr>
                                  </m:sSubPr>
                                  <m:e>
                                    <m:r>
                                      <a:rPr lang="en-IN" sz="2400" i="1">
                                        <a:latin typeface="Cambria Math" panose="02040503050406030204" pitchFamily="18" charset="0"/>
                                        <a:ea typeface="Times New Roman" panose="02020603050405020304" pitchFamily="18" charset="0"/>
                                        <a:cs typeface="Times New Roman" panose="02020603050405020304" pitchFamily="18" charset="0"/>
                                      </a:rPr>
                                      <m:t>𝑛</m:t>
                                    </m:r>
                                  </m:e>
                                  <m:sub>
                                    <m:r>
                                      <a:rPr lang="en-IN" sz="2400" i="1">
                                        <a:latin typeface="Cambria Math" panose="02040503050406030204" pitchFamily="18" charset="0"/>
                                        <a:ea typeface="Times New Roman" panose="02020603050405020304" pitchFamily="18" charset="0"/>
                                        <a:cs typeface="Times New Roman" panose="02020603050405020304" pitchFamily="18" charset="0"/>
                                      </a:rPr>
                                      <m:t>2</m:t>
                                    </m:r>
                                  </m:sub>
                                </m:sSub>
                              </m:den>
                            </m:f>
                          </m:e>
                        </m:d>
                      </m:e>
                    </m:rad>
                    <m:r>
                      <a:rPr lang="en-IN" sz="2400" i="1">
                        <a:latin typeface="Cambria Math" panose="02040503050406030204" pitchFamily="18" charset="0"/>
                        <a:ea typeface="Times New Roman" panose="02020603050405020304" pitchFamily="18" charset="0"/>
                        <a:cs typeface="Times New Roman" panose="02020603050405020304" pitchFamily="18" charset="0"/>
                      </a:rPr>
                      <m:t>=4.6583</m:t>
                    </m:r>
                  </m:oMath>
                </a14:m>
                <a:endParaRPr lang="en-IN" sz="2400" dirty="0">
                  <a:latin typeface="Calibri" panose="020F0502020204030204" pitchFamily="34" charset="0"/>
                  <a:ea typeface="Calibri" panose="020F0502020204030204" pitchFamily="34" charset="0"/>
                  <a:cs typeface="Times New Roman" panose="02020603050405020304" pitchFamily="18" charset="0"/>
                </a:endParaRPr>
              </a:p>
              <a:p>
                <a:pPr marL="0" indent="0">
                  <a:buNone/>
                </a:pPr>
                <a14:m>
                  <m:oMath xmlns:m="http://schemas.openxmlformats.org/officeDocument/2006/math">
                    <m:bar>
                      <m:barPr>
                        <m:pos m:val="top"/>
                        <m:ctrlPr>
                          <a:rPr lang="en-US" sz="2400" i="1">
                            <a:latin typeface="Cambria Math" panose="02040503050406030204" pitchFamily="18" charset="0"/>
                            <a:cs typeface="Times New Roman" panose="02020603050405020304" pitchFamily="18" charset="0"/>
                          </a:rPr>
                        </m:ctrlPr>
                      </m:barPr>
                      <m:e>
                        <m:r>
                          <a:rPr lang="en-US" sz="2400" i="1">
                            <a:latin typeface="Cambria Math" panose="02040503050406030204" pitchFamily="18" charset="0"/>
                            <a:cs typeface="Times New Roman" panose="02020603050405020304" pitchFamily="18" charset="0"/>
                          </a:rPr>
                          <m:t>𝑋</m:t>
                        </m:r>
                      </m:e>
                    </m:bar>
                  </m:oMath>
                </a14:m>
                <a:r>
                  <a:rPr lang="en-US" sz="1200" dirty="0">
                    <a:latin typeface="Times New Roman" panose="02020603050405020304" pitchFamily="18" charset="0"/>
                    <a:cs typeface="Times New Roman" panose="02020603050405020304" pitchFamily="18" charset="0"/>
                  </a:rPr>
                  <a:t>1</a:t>
                </a:r>
                <a:r>
                  <a:rPr lang="en-US" sz="2400" dirty="0">
                    <a:latin typeface="Times New Roman" panose="02020603050405020304" pitchFamily="18" charset="0"/>
                    <a:cs typeface="Times New Roman" panose="02020603050405020304" pitchFamily="18" charset="0"/>
                  </a:rPr>
                  <a:t>=12, </a:t>
                </a:r>
                <a14:m>
                  <m:oMath xmlns:m="http://schemas.openxmlformats.org/officeDocument/2006/math">
                    <m:bar>
                      <m:barPr>
                        <m:pos m:val="top"/>
                        <m:ctrlPr>
                          <a:rPr lang="en-US" sz="2400" i="1">
                            <a:latin typeface="Cambria Math" panose="02040503050406030204" pitchFamily="18" charset="0"/>
                            <a:cs typeface="Times New Roman" panose="02020603050405020304" pitchFamily="18" charset="0"/>
                          </a:rPr>
                        </m:ctrlPr>
                      </m:barPr>
                      <m:e>
                        <m:r>
                          <a:rPr lang="en-US" sz="2400" i="1">
                            <a:latin typeface="Cambria Math" panose="02040503050406030204" pitchFamily="18" charset="0"/>
                            <a:cs typeface="Times New Roman" panose="02020603050405020304" pitchFamily="18" charset="0"/>
                          </a:rPr>
                          <m:t>𝑋</m:t>
                        </m:r>
                      </m:e>
                    </m:bar>
                  </m:oMath>
                </a14:m>
                <a:r>
                  <a:rPr lang="en-US" sz="1200" dirty="0">
                    <a:latin typeface="Times New Roman" panose="02020603050405020304" pitchFamily="18" charset="0"/>
                    <a:cs typeface="Times New Roman" panose="02020603050405020304" pitchFamily="18" charset="0"/>
                  </a:rPr>
                  <a:t>2</a:t>
                </a:r>
                <a:r>
                  <a:rPr lang="en-US" sz="2400" dirty="0">
                    <a:latin typeface="Times New Roman" panose="02020603050405020304" pitchFamily="18" charset="0"/>
                    <a:cs typeface="Times New Roman" panose="02020603050405020304" pitchFamily="18" charset="0"/>
                  </a:rPr>
                  <a:t> =15</a:t>
                </a:r>
              </a:p>
              <a:p>
                <a:pPr marL="0" indent="0">
                  <a:buNone/>
                </a:pPr>
                <a:r>
                  <a:rPr lang="en-IN" sz="2400" dirty="0">
                    <a:latin typeface="Times New Roman" panose="02020603050405020304" pitchFamily="18" charset="0"/>
                    <a:ea typeface="Times New Roman" panose="02020603050405020304" pitchFamily="18" charset="0"/>
                    <a:cs typeface="Times New Roman" panose="02020603050405020304" pitchFamily="18" charset="0"/>
                  </a:rPr>
                  <a:t> </a:t>
                </a:r>
                <a14:m>
                  <m:oMath xmlns:m="http://schemas.openxmlformats.org/officeDocument/2006/math">
                    <m:r>
                      <a:rPr lang="en-IN" sz="2400" i="1">
                        <a:latin typeface="Cambria Math" panose="02040503050406030204" pitchFamily="18" charset="0"/>
                        <a:ea typeface="Times New Roman" panose="02020603050405020304" pitchFamily="18" charset="0"/>
                        <a:cs typeface="Times New Roman" panose="02020603050405020304" pitchFamily="18" charset="0"/>
                      </a:rPr>
                      <m:t>𝑡</m:t>
                    </m:r>
                    <m:r>
                      <a:rPr lang="en-IN" sz="2400" i="1">
                        <a:latin typeface="Cambria Math" panose="02040503050406030204" pitchFamily="18" charset="0"/>
                        <a:ea typeface="Times New Roman" panose="02020603050405020304" pitchFamily="18" charset="0"/>
                        <a:cs typeface="Times New Roman" panose="02020603050405020304" pitchFamily="18" charset="0"/>
                      </a:rPr>
                      <m:t>=</m:t>
                    </m:r>
                    <m:f>
                      <m:fPr>
                        <m:ctrlPr>
                          <a:rPr lang="en-IN" sz="2400" i="1">
                            <a:latin typeface="Cambria Math" panose="02040503050406030204" pitchFamily="18" charset="0"/>
                            <a:ea typeface="Times New Roman" panose="02020603050405020304" pitchFamily="18" charset="0"/>
                            <a:cs typeface="Times New Roman" panose="02020603050405020304" pitchFamily="18" charset="0"/>
                          </a:rPr>
                        </m:ctrlPr>
                      </m:fPr>
                      <m:num>
                        <m:sSub>
                          <m:sSubPr>
                            <m:ctrlPr>
                              <a:rPr lang="en-IN" sz="2400" i="1">
                                <a:latin typeface="Cambria Math" panose="02040503050406030204" pitchFamily="18" charset="0"/>
                                <a:ea typeface="Times New Roman" panose="02020603050405020304" pitchFamily="18" charset="0"/>
                                <a:cs typeface="Times New Roman" panose="02020603050405020304" pitchFamily="18" charset="0"/>
                              </a:rPr>
                            </m:ctrlPr>
                          </m:sSubPr>
                          <m:e>
                            <m:bar>
                              <m:barPr>
                                <m:pos m:val="top"/>
                                <m:ctrlPr>
                                  <a:rPr lang="en-IN" sz="2400" i="1">
                                    <a:latin typeface="Cambria Math" panose="02040503050406030204" pitchFamily="18" charset="0"/>
                                    <a:ea typeface="Times New Roman" panose="02020603050405020304" pitchFamily="18" charset="0"/>
                                    <a:cs typeface="Times New Roman" panose="02020603050405020304" pitchFamily="18" charset="0"/>
                                  </a:rPr>
                                </m:ctrlPr>
                              </m:barPr>
                              <m:e>
                                <m:r>
                                  <a:rPr lang="en-IN" sz="2400" i="1">
                                    <a:latin typeface="Cambria Math" panose="02040503050406030204" pitchFamily="18" charset="0"/>
                                    <a:ea typeface="Times New Roman" panose="02020603050405020304" pitchFamily="18" charset="0"/>
                                    <a:cs typeface="Times New Roman" panose="02020603050405020304" pitchFamily="18" charset="0"/>
                                  </a:rPr>
                                  <m:t>𝑋</m:t>
                                </m:r>
                              </m:e>
                            </m:bar>
                          </m:e>
                          <m:sub>
                            <m:r>
                              <a:rPr lang="en-IN" sz="2400" i="1">
                                <a:latin typeface="Cambria Math" panose="02040503050406030204" pitchFamily="18" charset="0"/>
                                <a:ea typeface="Times New Roman" panose="02020603050405020304" pitchFamily="18" charset="0"/>
                                <a:cs typeface="Times New Roman" panose="02020603050405020304" pitchFamily="18" charset="0"/>
                              </a:rPr>
                              <m:t>1</m:t>
                            </m:r>
                          </m:sub>
                        </m:sSub>
                        <m:r>
                          <a:rPr lang="en-IN" sz="2400" i="1">
                            <a:latin typeface="Cambria Math" panose="02040503050406030204" pitchFamily="18" charset="0"/>
                            <a:ea typeface="Times New Roman" panose="02020603050405020304" pitchFamily="18" charset="0"/>
                            <a:cs typeface="Times New Roman" panose="02020603050405020304" pitchFamily="18" charset="0"/>
                          </a:rPr>
                          <m:t>−</m:t>
                        </m:r>
                        <m:sSub>
                          <m:sSubPr>
                            <m:ctrlPr>
                              <a:rPr lang="en-IN" sz="2400" i="1">
                                <a:latin typeface="Cambria Math" panose="02040503050406030204" pitchFamily="18" charset="0"/>
                                <a:ea typeface="Times New Roman" panose="02020603050405020304" pitchFamily="18" charset="0"/>
                                <a:cs typeface="Times New Roman" panose="02020603050405020304" pitchFamily="18" charset="0"/>
                              </a:rPr>
                            </m:ctrlPr>
                          </m:sSubPr>
                          <m:e>
                            <m:bar>
                              <m:barPr>
                                <m:pos m:val="top"/>
                                <m:ctrlPr>
                                  <a:rPr lang="en-IN" sz="2400" i="1">
                                    <a:latin typeface="Cambria Math" panose="02040503050406030204" pitchFamily="18" charset="0"/>
                                    <a:ea typeface="Times New Roman" panose="02020603050405020304" pitchFamily="18" charset="0"/>
                                    <a:cs typeface="Times New Roman" panose="02020603050405020304" pitchFamily="18" charset="0"/>
                                  </a:rPr>
                                </m:ctrlPr>
                              </m:barPr>
                              <m:e>
                                <m:r>
                                  <a:rPr lang="en-IN" sz="2400" i="1">
                                    <a:latin typeface="Cambria Math" panose="02040503050406030204" pitchFamily="18" charset="0"/>
                                    <a:ea typeface="Times New Roman" panose="02020603050405020304" pitchFamily="18" charset="0"/>
                                    <a:cs typeface="Times New Roman" panose="02020603050405020304" pitchFamily="18" charset="0"/>
                                  </a:rPr>
                                  <m:t>𝑋</m:t>
                                </m:r>
                              </m:e>
                            </m:bar>
                          </m:e>
                          <m:sub>
                            <m:r>
                              <a:rPr lang="en-IN" sz="2400" i="1">
                                <a:latin typeface="Cambria Math" panose="02040503050406030204" pitchFamily="18" charset="0"/>
                                <a:ea typeface="Times New Roman" panose="02020603050405020304" pitchFamily="18" charset="0"/>
                                <a:cs typeface="Times New Roman" panose="02020603050405020304" pitchFamily="18" charset="0"/>
                              </a:rPr>
                              <m:t>2</m:t>
                            </m:r>
                          </m:sub>
                        </m:sSub>
                      </m:num>
                      <m:den>
                        <m:r>
                          <a:rPr lang="en-IN" sz="2400" i="1">
                            <a:latin typeface="Cambria Math" panose="02040503050406030204" pitchFamily="18" charset="0"/>
                            <a:ea typeface="Times New Roman" panose="02020603050405020304" pitchFamily="18" charset="0"/>
                            <a:cs typeface="Times New Roman" panose="02020603050405020304" pitchFamily="18" charset="0"/>
                          </a:rPr>
                          <m:t>𝑆𝐸</m:t>
                        </m:r>
                      </m:den>
                    </m:f>
                    <m:r>
                      <a:rPr lang="en-IN" sz="2400" i="1">
                        <a:latin typeface="Cambria Math" panose="02040503050406030204" pitchFamily="18" charset="0"/>
                        <a:ea typeface="Times New Roman" panose="02020603050405020304" pitchFamily="18" charset="0"/>
                        <a:cs typeface="Times New Roman" panose="02020603050405020304" pitchFamily="18" charset="0"/>
                      </a:rPr>
                      <m:t>=1.51</m:t>
                    </m:r>
                  </m:oMath>
                </a14:m>
                <a:endParaRPr lang="en-IN" sz="2400" dirty="0">
                  <a:latin typeface="Calibri" panose="020F0502020204030204" pitchFamily="34" charset="0"/>
                  <a:ea typeface="Calibri" panose="020F0502020204030204" pitchFamily="34" charset="0"/>
                  <a:cs typeface="Times New Roman" panose="02020603050405020304" pitchFamily="18" charset="0"/>
                </a:endParaRPr>
              </a:p>
              <a:p>
                <a:pPr marL="0" indent="0">
                  <a:buNone/>
                </a:pPr>
                <a:r>
                  <a:rPr lang="en-IN" sz="2400" i="1" dirty="0">
                    <a:latin typeface="Times New Roman" panose="02020603050405020304" pitchFamily="18" charset="0"/>
                    <a:ea typeface="Calibri" panose="020F0502020204030204" pitchFamily="34" charset="0"/>
                    <a:cs typeface="Times New Roman" panose="02020603050405020304" pitchFamily="18" charset="0"/>
                  </a:rPr>
                  <a:t>t &lt; </a:t>
                </a:r>
                <a:r>
                  <a:rPr lang="en-IN" sz="2400" i="1" dirty="0" err="1">
                    <a:latin typeface="Times New Roman" panose="02020603050405020304" pitchFamily="18" charset="0"/>
                    <a:ea typeface="Calibri" panose="020F0502020204030204" pitchFamily="34" charset="0"/>
                    <a:cs typeface="Times New Roman" panose="02020603050405020304" pitchFamily="18" charset="0"/>
                  </a:rPr>
                  <a:t>t</a:t>
                </a:r>
                <a:r>
                  <a:rPr lang="en-IN" sz="1400" i="1" dirty="0" err="1">
                    <a:latin typeface="Times New Roman" panose="02020603050405020304" pitchFamily="18" charset="0"/>
                    <a:ea typeface="Calibri" panose="020F0502020204030204" pitchFamily="34" charset="0"/>
                    <a:cs typeface="Times New Roman" panose="02020603050405020304" pitchFamily="18" charset="0"/>
                  </a:rPr>
                  <a:t>c</a:t>
                </a:r>
                <a:r>
                  <a:rPr lang="en-IN" sz="1400" i="1" dirty="0">
                    <a:latin typeface="Times New Roman" panose="02020603050405020304" pitchFamily="18" charset="0"/>
                    <a:ea typeface="Calibri" panose="020F0502020204030204" pitchFamily="34" charset="0"/>
                    <a:cs typeface="Times New Roman" panose="02020603050405020304" pitchFamily="18" charset="0"/>
                  </a:rPr>
                  <a:t> </a:t>
                </a:r>
                <a:r>
                  <a:rPr lang="en-IN" sz="2400" i="1" dirty="0">
                    <a:latin typeface="Times New Roman" panose="02020603050405020304" pitchFamily="18" charset="0"/>
                    <a:ea typeface="Calibri" panose="020F0502020204030204" pitchFamily="34" charset="0"/>
                    <a:cs typeface="Times New Roman" panose="02020603050405020304" pitchFamily="18" charset="0"/>
                  </a:rPr>
                  <a:t>  </a:t>
                </a:r>
                <a:r>
                  <a:rPr lang="en-IN" sz="2400" dirty="0">
                    <a:latin typeface="Times New Roman" panose="02020603050405020304" pitchFamily="18" charset="0"/>
                    <a:ea typeface="Calibri" panose="020F0502020204030204" pitchFamily="34" charset="0"/>
                    <a:cs typeface="Times New Roman" panose="02020603050405020304" pitchFamily="18" charset="0"/>
                  </a:rPr>
                  <a:t>Accept the H</a:t>
                </a:r>
                <a:r>
                  <a:rPr lang="en-IN" sz="1200" dirty="0">
                    <a:latin typeface="Times New Roman" panose="02020603050405020304" pitchFamily="18" charset="0"/>
                    <a:ea typeface="Calibri" panose="020F0502020204030204" pitchFamily="34" charset="0"/>
                    <a:cs typeface="Times New Roman" panose="02020603050405020304" pitchFamily="18" charset="0"/>
                  </a:rPr>
                  <a:t>0</a:t>
                </a:r>
                <a:endParaRPr lang="en-IN" sz="1200" i="1" dirty="0">
                  <a:latin typeface="Times New Roman" panose="02020603050405020304" pitchFamily="18" charset="0"/>
                  <a:ea typeface="Calibri" panose="020F0502020204030204" pitchFamily="34" charset="0"/>
                  <a:cs typeface="Times New Roman" panose="02020603050405020304" pitchFamily="18" charset="0"/>
                </a:endParaRPr>
              </a:p>
              <a:p>
                <a:pPr marL="0" indent="0">
                  <a:buNone/>
                </a:pPr>
                <a:endParaRPr lang="en-IN" sz="2400" dirty="0">
                  <a:latin typeface="Calibri" panose="020F0502020204030204" pitchFamily="34" charset="0"/>
                  <a:ea typeface="Calibri" panose="020F0502020204030204" pitchFamily="34" charset="0"/>
                  <a:cs typeface="Times New Roman" panose="02020603050405020304" pitchFamily="18" charset="0"/>
                </a:endParaRPr>
              </a:p>
              <a:p>
                <a:pPr marL="0" indent="0">
                  <a:buNone/>
                </a:pPr>
                <a:endParaRPr lang="en-US" sz="1400" i="1" dirty="0">
                  <a:latin typeface="Times New Roman" panose="02020603050405020304" pitchFamily="18" charset="0"/>
                  <a:cs typeface="Times New Roman" panose="02020603050405020304" pitchFamily="18" charset="0"/>
                </a:endParaRPr>
              </a:p>
              <a:p>
                <a:pPr marL="0" indent="0">
                  <a:buNone/>
                </a:pPr>
                <a:endParaRPr lang="en-US" sz="2400" dirty="0">
                  <a:latin typeface="Times New Roman" panose="02020603050405020304" pitchFamily="18" charset="0"/>
                  <a:cs typeface="Times New Roman" panose="02020603050405020304" pitchFamily="18" charset="0"/>
                </a:endParaRPr>
              </a:p>
            </p:txBody>
          </p:sp>
        </mc:Choice>
        <mc:Fallback xmlns="">
          <p:sp>
            <p:nvSpPr>
              <p:cNvPr id="4" name="Text Placeholder 3"/>
              <p:cNvSpPr>
                <a:spLocks noGrp="1" noRot="1" noChangeAspect="1" noMove="1" noResize="1" noEditPoints="1" noAdjustHandles="1" noChangeArrowheads="1" noChangeShapeType="1" noTextEdit="1"/>
              </p:cNvSpPr>
              <p:nvPr>
                <p:ph type="body" sz="quarter" idx="13"/>
              </p:nvPr>
            </p:nvSpPr>
            <p:spPr>
              <a:xfrm>
                <a:off x="444500" y="1396785"/>
                <a:ext cx="6718300" cy="5100852"/>
              </a:xfrm>
              <a:blipFill>
                <a:blip r:embed="rId2"/>
                <a:stretch>
                  <a:fillRect l="-1633" t="-1195"/>
                </a:stretch>
              </a:blipFill>
            </p:spPr>
            <p:txBody>
              <a:bodyPr/>
              <a:lstStyle/>
              <a:p>
                <a:r>
                  <a:rPr lang="en-US">
                    <a:noFill/>
                  </a:rPr>
                  <a:t> </a:t>
                </a:r>
              </a:p>
            </p:txBody>
          </p:sp>
        </mc:Fallback>
      </mc:AlternateContent>
      <p:pic>
        <p:nvPicPr>
          <p:cNvPr id="6" name="Picture 5"/>
          <p:cNvPicPr>
            <a:picLocks noChangeAspect="1"/>
          </p:cNvPicPr>
          <p:nvPr/>
        </p:nvPicPr>
        <p:blipFill>
          <a:blip r:embed="rId3"/>
          <a:stretch>
            <a:fillRect/>
          </a:stretch>
        </p:blipFill>
        <p:spPr>
          <a:xfrm>
            <a:off x="6154615" y="1321934"/>
            <a:ext cx="5780206" cy="5175703"/>
          </a:xfrm>
          <a:prstGeom prst="rect">
            <a:avLst/>
          </a:prstGeom>
        </p:spPr>
      </p:pic>
    </p:spTree>
    <p:extLst>
      <p:ext uri="{BB962C8B-B14F-4D97-AF65-F5344CB8AC3E}">
        <p14:creationId xmlns:p14="http://schemas.microsoft.com/office/powerpoint/2010/main" val="3425260957"/>
      </p:ext>
    </p:extLst>
  </p:cSld>
  <p:clrMapOvr>
    <a:masterClrMapping/>
  </p:clrMapOvr>
</p:sld>
</file>

<file path=ppt/slides/slide3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dirty="0">
                <a:latin typeface="Times New Roman" panose="02020603050405020304" pitchFamily="18" charset="0"/>
                <a:cs typeface="Times New Roman" panose="02020603050405020304" pitchFamily="18" charset="0"/>
              </a:rPr>
              <a:t>References</a:t>
            </a:r>
          </a:p>
        </p:txBody>
      </p:sp>
      <p:sp>
        <p:nvSpPr>
          <p:cNvPr id="3" name="Slide Number Placeholder 2"/>
          <p:cNvSpPr>
            <a:spLocks noGrp="1"/>
          </p:cNvSpPr>
          <p:nvPr>
            <p:ph type="sldNum" sz="quarter" idx="12"/>
          </p:nvPr>
        </p:nvSpPr>
        <p:spPr/>
        <p:txBody>
          <a:bodyPr/>
          <a:lstStyle/>
          <a:p>
            <a:fld id="{C263D6C4-4840-40CC-AC84-17E24B3B7BDE}" type="slidenum">
              <a:rPr lang="en-US" noProof="0" smtClean="0"/>
              <a:pPr/>
              <a:t>35</a:t>
            </a:fld>
            <a:endParaRPr lang="en-US" noProof="0" dirty="0"/>
          </a:p>
        </p:txBody>
      </p:sp>
      <p:sp>
        <p:nvSpPr>
          <p:cNvPr id="4" name="Text Placeholder 3"/>
          <p:cNvSpPr>
            <a:spLocks noGrp="1"/>
          </p:cNvSpPr>
          <p:nvPr>
            <p:ph type="body" sz="quarter" idx="13"/>
          </p:nvPr>
        </p:nvSpPr>
        <p:spPr>
          <a:xfrm>
            <a:off x="444499" y="1625385"/>
            <a:ext cx="8664331" cy="4093243"/>
          </a:xfrm>
        </p:spPr>
        <p:txBody>
          <a:bodyPr/>
          <a:lstStyle/>
          <a:p>
            <a:pPr marL="457200" indent="-457200">
              <a:buFont typeface="+mj-lt"/>
              <a:buAutoNum type="arabicPeriod"/>
            </a:pPr>
            <a:r>
              <a:rPr lang="en-US" sz="2400" dirty="0">
                <a:latin typeface="Times New Roman" panose="02020603050405020304" pitchFamily="18" charset="0"/>
                <a:cs typeface="Times New Roman" panose="02020603050405020304" pitchFamily="18" charset="0"/>
              </a:rPr>
              <a:t>Ross, S. (2009). Probability and statistics for engineers and scientists. </a:t>
            </a:r>
            <a:r>
              <a:rPr lang="en-US" sz="2400" i="1" dirty="0">
                <a:latin typeface="Times New Roman" panose="02020603050405020304" pitchFamily="18" charset="0"/>
                <a:cs typeface="Times New Roman" panose="02020603050405020304" pitchFamily="18" charset="0"/>
              </a:rPr>
              <a:t>Elsevier, New Delhi</a:t>
            </a:r>
            <a:r>
              <a:rPr lang="en-US" sz="2400" dirty="0">
                <a:latin typeface="Times New Roman" panose="02020603050405020304" pitchFamily="18" charset="0"/>
                <a:cs typeface="Times New Roman" panose="02020603050405020304" pitchFamily="18" charset="0"/>
              </a:rPr>
              <a:t>, </a:t>
            </a:r>
            <a:r>
              <a:rPr lang="en-US" sz="2400" i="1" dirty="0">
                <a:latin typeface="Times New Roman" panose="02020603050405020304" pitchFamily="18" charset="0"/>
                <a:cs typeface="Times New Roman" panose="02020603050405020304" pitchFamily="18" charset="0"/>
              </a:rPr>
              <a:t>16</a:t>
            </a:r>
            <a:r>
              <a:rPr lang="en-US" sz="2400" dirty="0">
                <a:latin typeface="Times New Roman" panose="02020603050405020304" pitchFamily="18" charset="0"/>
                <a:cs typeface="Times New Roman" panose="02020603050405020304" pitchFamily="18" charset="0"/>
              </a:rPr>
              <a:t>, 32-33.</a:t>
            </a:r>
          </a:p>
        </p:txBody>
      </p:sp>
    </p:spTree>
    <p:extLst>
      <p:ext uri="{BB962C8B-B14F-4D97-AF65-F5344CB8AC3E}">
        <p14:creationId xmlns:p14="http://schemas.microsoft.com/office/powerpoint/2010/main" val="2625871601"/>
      </p:ext>
    </p:extLst>
  </p:cSld>
  <p:clrMapOvr>
    <a:masterClrMapping/>
  </p:clrMapOvr>
</p:sld>
</file>

<file path=ppt/slides/slide3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632BE5BF-9922-45FB-8F3F-4446D40A051B}"/>
              </a:ext>
            </a:extLst>
          </p:cNvPr>
          <p:cNvSpPr>
            <a:spLocks noGrp="1"/>
          </p:cNvSpPr>
          <p:nvPr>
            <p:ph type="ctrTitle"/>
          </p:nvPr>
        </p:nvSpPr>
        <p:spPr/>
        <p:txBody>
          <a:bodyPr/>
          <a:lstStyle/>
          <a:p>
            <a:r>
              <a:rPr lang="en-US" dirty="0"/>
              <a:t>Thank You </a:t>
            </a:r>
            <a:endParaRPr lang="en-GB" dirty="0"/>
          </a:p>
        </p:txBody>
      </p:sp>
    </p:spTree>
    <p:extLst>
      <p:ext uri="{BB962C8B-B14F-4D97-AF65-F5344CB8AC3E}">
        <p14:creationId xmlns:p14="http://schemas.microsoft.com/office/powerpoint/2010/main" val="44069682"/>
      </p:ext>
    </p:extLst>
  </p:cSld>
  <p:clrMapOvr>
    <a:masterClrMapping/>
  </p:clrMapOvr>
  <p:transition spd="slow">
    <p:wipe/>
  </p:transition>
</p:sld>
</file>

<file path=ppt/theme/theme1.xml><?xml version="1.0" encoding="utf-8"?>
<a:theme xmlns:a="http://schemas.openxmlformats.org/drawingml/2006/main" name="Office Theme">
  <a:themeElements>
    <a:clrScheme name="Custom 12">
      <a:dk1>
        <a:srgbClr val="000000"/>
      </a:dk1>
      <a:lt1>
        <a:srgbClr val="FFFFFF"/>
      </a:lt1>
      <a:dk2>
        <a:srgbClr val="6D6E71"/>
      </a:dk2>
      <a:lt2>
        <a:srgbClr val="58595B"/>
      </a:lt2>
      <a:accent1>
        <a:srgbClr val="0065A4"/>
      </a:accent1>
      <a:accent2>
        <a:srgbClr val="47C3D3"/>
      </a:accent2>
      <a:accent3>
        <a:srgbClr val="8F2D63"/>
      </a:accent3>
      <a:accent4>
        <a:srgbClr val="1A6871"/>
      </a:accent4>
      <a:accent5>
        <a:srgbClr val="0C4360"/>
      </a:accent5>
      <a:accent6>
        <a:srgbClr val="F47735"/>
      </a:accent6>
      <a:hlink>
        <a:srgbClr val="00559A"/>
      </a:hlink>
      <a:folHlink>
        <a:srgbClr val="595851"/>
      </a:folHlink>
    </a:clrScheme>
    <a:fontScheme name="Custom 3">
      <a:majorFont>
        <a:latin typeface="Trebuchet MS"/>
        <a:ea typeface=""/>
        <a:cs typeface=""/>
      </a:majorFont>
      <a:minorFont>
        <a:latin typeface="Arial"/>
        <a:ea typeface=""/>
        <a:cs typeface=""/>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TF66687569_Modern blue presentation_AAS_v5" id="{C7B59113-CD15-4341-96CA-86E715D5BE98}" vid="{5A8FDAEB-3DF3-4B3C-A708-49813F8D6F85}"/>
    </a:ext>
  </a:ext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ppt/theme/theme3.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customXml/_rels/item1.xml.rels><?xml version="1.0" encoding="UTF-8" standalone="yes"?>
<Relationships xmlns="http://schemas.openxmlformats.org/package/2006/relationships"><Relationship Id="rId1" Type="http://schemas.openxmlformats.org/officeDocument/2006/relationships/customXmlProps" Target="itemProps1.xml"/></Relationships>
</file>

<file path=customXml/_rels/item2.xml.rels><?xml version="1.0" encoding="UTF-8" standalone="yes"?>
<Relationships xmlns="http://schemas.openxmlformats.org/package/2006/relationships"><Relationship Id="rId1" Type="http://schemas.openxmlformats.org/officeDocument/2006/relationships/customXmlProps" Target="itemProps2.xml"/></Relationships>
</file>

<file path=customXml/_rels/item3.xml.rels><?xml version="1.0" encoding="UTF-8" standalone="yes"?>
<Relationships xmlns="http://schemas.openxmlformats.org/package/2006/relationships"><Relationship Id="rId1" Type="http://schemas.openxmlformats.org/officeDocument/2006/relationships/customXmlProps" Target="itemProps3.xml"/></Relationships>
</file>

<file path=customXml/item1.xml><?xml version="1.0" encoding="utf-8"?>
<p:properties xmlns:p="http://schemas.microsoft.com/office/2006/metadata/properties" xmlns:xsi="http://www.w3.org/2001/XMLSchema-instance" xmlns:pc="http://schemas.microsoft.com/office/infopath/2007/PartnerControls">
  <documentManagement/>
</p:properties>
</file>

<file path=customXml/item2.xml><?xml version="1.0" encoding="utf-8"?>
<?mso-contentType ?>
<FormTemplates xmlns="http://schemas.microsoft.com/sharepoint/v3/contenttype/forms">
  <Display>DocumentLibraryForm</Display>
  <Edit>DocumentLibraryForm</Edit>
  <New>DocumentLibraryForm</New>
</FormTemplates>
</file>

<file path=customXml/item3.xml><?xml version="1.0" encoding="utf-8"?>
<ct:contentTypeSchema xmlns:ct="http://schemas.microsoft.com/office/2006/metadata/contentType" xmlns:ma="http://schemas.microsoft.com/office/2006/metadata/properties/metaAttributes" ct:_="" ma:_="" ma:contentTypeName="Document" ma:contentTypeID="0x010100662DE005F4EFEF4ABB122FA5CC3E42B3" ma:contentTypeVersion="4" ma:contentTypeDescription="Create a new document." ma:contentTypeScope="" ma:versionID="e138d9c9acd5a28633c3cb03c310d7df">
  <xsd:schema xmlns:xsd="http://www.w3.org/2001/XMLSchema" xmlns:xs="http://www.w3.org/2001/XMLSchema" xmlns:p="http://schemas.microsoft.com/office/2006/metadata/properties" xmlns:ns2="5d1431e1-d8bb-424a-8728-245b070c75c6" targetNamespace="http://schemas.microsoft.com/office/2006/metadata/properties" ma:root="true" ma:fieldsID="62b69a8eb5e0403e0c015daacdc41f15" ns2:_="">
    <xsd:import namespace="5d1431e1-d8bb-424a-8728-245b070c75c6"/>
    <xsd:element name="properties">
      <xsd:complexType>
        <xsd:sequence>
          <xsd:element name="documentManagement">
            <xsd:complexType>
              <xsd:all>
                <xsd:element ref="ns2:MediaServiceMetadata" minOccurs="0"/>
                <xsd:element ref="ns2:MediaServiceFastMetadata" minOccurs="0"/>
                <xsd:element ref="ns2:MediaServiceSearchProperties" minOccurs="0"/>
                <xsd:element ref="ns2:MediaServiceObjectDetectorVersions" minOccurs="0"/>
              </xsd:all>
            </xsd:complexType>
          </xsd:element>
        </xsd:sequence>
      </xsd:complexType>
    </xsd:element>
  </xsd:schema>
  <xsd:schema xmlns:xsd="http://www.w3.org/2001/XMLSchema" xmlns:xs="http://www.w3.org/2001/XMLSchema" xmlns:dms="http://schemas.microsoft.com/office/2006/documentManagement/types" xmlns:pc="http://schemas.microsoft.com/office/infopath/2007/PartnerControls" targetNamespace="5d1431e1-d8bb-424a-8728-245b070c75c6" elementFormDefault="qualified">
    <xsd:import namespace="http://schemas.microsoft.com/office/2006/documentManagement/types"/>
    <xsd:import namespace="http://schemas.microsoft.com/office/infopath/2007/PartnerControls"/>
    <xsd:element name="MediaServiceMetadata" ma:index="8" nillable="true" ma:displayName="MediaServiceMetadata" ma:hidden="true" ma:internalName="MediaServiceMetadata" ma:readOnly="true">
      <xsd:simpleType>
        <xsd:restriction base="dms:Note"/>
      </xsd:simpleType>
    </xsd:element>
    <xsd:element name="MediaServiceFastMetadata" ma:index="9" nillable="true" ma:displayName="MediaServiceFastMetadata" ma:hidden="true" ma:internalName="MediaServiceFastMetadata" ma:readOnly="true">
      <xsd:simpleType>
        <xsd:restriction base="dms:Note"/>
      </xsd:simpleType>
    </xsd:element>
    <xsd:element name="MediaServiceSearchProperties" ma:index="10" nillable="true" ma:displayName="MediaServiceSearchProperties" ma:hidden="true" ma:internalName="MediaServiceSearchProperties" ma:readOnly="true">
      <xsd:simpleType>
        <xsd:restriction base="dms:Note"/>
      </xsd:simpleType>
    </xsd:element>
    <xsd:element name="MediaServiceObjectDetectorVersions" ma:index="11" nillable="true" ma:displayName="MediaServiceObjectDetectorVersions" ma:hidden="true" ma:indexed="true" ma:internalName="MediaServiceObjectDetectorVersions" ma:readOnly="true">
      <xsd:simpleType>
        <xsd:restriction base="dms:Text"/>
      </xsd:simpleType>
    </xsd:element>
  </xsd:schema>
  <xsd:schema xmlns="http://schemas.openxmlformats.org/package/2006/metadata/core-properties" xmlns:xsd="http://www.w3.org/2001/XMLSchema" xmlns:xsi="http://www.w3.org/2001/XMLSchema-instance" xmlns:dc="http://purl.org/dc/elements/1.1/" xmlns:dcterms="http://purl.org/dc/terms/" xmlns:odoc="http://schemas.microsoft.com/internal/obd" targetNamespace="http://schemas.openxmlformats.org/package/2006/metadata/core-properties" elementFormDefault="qualified" attributeFormDefault="unqualified" blockDefault="#all">
    <xsd:import namespace="http://purl.org/dc/elements/1.1/" schemaLocation="http://dublincore.org/schemas/xmls/qdc/2003/04/02/dc.xsd"/>
    <xsd:import namespace="http://purl.org/dc/terms/" schemaLocation="http://dublincore.org/schemas/xmls/qdc/2003/04/02/dcterms.xsd"/>
    <xsd:element name="coreProperties" type="CT_coreProperties"/>
    <xsd:complexType name="CT_coreProperties">
      <xsd:all>
        <xsd:element ref="dc:creator" minOccurs="0" maxOccurs="1"/>
        <xsd:element ref="dcterms:created" minOccurs="0" maxOccurs="1"/>
        <xsd:element ref="dc:identifier" minOccurs="0" maxOccurs="1"/>
        <xsd:element name="contentType" minOccurs="0" maxOccurs="1" type="xsd:string" ma:index="0" ma:displayName="Content Type"/>
        <xsd:element ref="dc:title" minOccurs="0" maxOccurs="1" ma:index="4" ma:displayName="Title"/>
        <xsd:element ref="dc:subject" minOccurs="0" maxOccurs="1"/>
        <xsd:element ref="dc:description" minOccurs="0" maxOccurs="1"/>
        <xsd:element name="keywords" minOccurs="0" maxOccurs="1" type="xsd:string"/>
        <xsd:element ref="dc:language" minOccurs="0" maxOccurs="1"/>
        <xsd:element name="category" minOccurs="0" maxOccurs="1" type="xsd:string"/>
        <xsd:element name="version" minOccurs="0" maxOccurs="1" type="xsd:string"/>
        <xsd:element name="revision" minOccurs="0" maxOccurs="1" type="xsd:string">
          <xsd:annotation>
            <xsd:documentation>
                        This value indicates the number of saves or revisions. The application is responsible for updating this value after each revision.
                    </xsd:documentation>
          </xsd:annotation>
        </xsd:element>
        <xsd:element name="lastModifiedBy" minOccurs="0" maxOccurs="1" type="xsd:string"/>
        <xsd:element ref="dcterms:modified" minOccurs="0" maxOccurs="1"/>
        <xsd:element name="contentStatus" minOccurs="0" maxOccurs="1" type="xsd:string"/>
      </xsd:all>
    </xsd:complexType>
  </xsd:schema>
  <xs:schema xmlns:pc="http://schemas.microsoft.com/office/infopath/2007/PartnerControls" xmlns:xs="http://www.w3.org/2001/XMLSchema" targetNamespace="http://schemas.microsoft.com/office/infopath/2007/PartnerControls" elementFormDefault="qualified" attributeFormDefault="unqualified">
    <xs:element name="Person">
      <xs:complexType>
        <xs:sequence>
          <xs:element ref="pc:DisplayName" minOccurs="0"/>
          <xs:element ref="pc:AccountId" minOccurs="0"/>
          <xs:element ref="pc:AccountType" minOccurs="0"/>
        </xs:sequence>
      </xs:complexType>
    </xs:element>
    <xs:element name="DisplayName" type="xs:string"/>
    <xs:element name="AccountId" type="xs:string"/>
    <xs:element name="AccountType" type="xs:string"/>
    <xs:element name="BDCAssociatedEntity">
      <xs:complexType>
        <xs:sequence>
          <xs:element ref="pc:BDCEntity" minOccurs="0" maxOccurs="unbounded"/>
        </xs:sequence>
        <xs:attribute ref="pc:EntityNamespace"/>
        <xs:attribute ref="pc:EntityName"/>
        <xs:attribute ref="pc:SystemInstanceName"/>
        <xs:attribute ref="pc:AssociationName"/>
      </xs:complexType>
    </xs:element>
    <xs:attribute name="EntityNamespace" type="xs:string"/>
    <xs:attribute name="EntityName" type="xs:string"/>
    <xs:attribute name="SystemInstanceName" type="xs:string"/>
    <xs:attribute name="AssociationName" type="xs:string"/>
    <xs:element name="BDCEntity">
      <xs:complexType>
        <xs:sequence>
          <xs:element ref="pc:EntityDisplayName" minOccurs="0"/>
          <xs:element ref="pc:EntityInstanceReference" minOccurs="0"/>
          <xs:element ref="pc:EntityId1" minOccurs="0"/>
          <xs:element ref="pc:EntityId2" minOccurs="0"/>
          <xs:element ref="pc:EntityId3" minOccurs="0"/>
          <xs:element ref="pc:EntityId4" minOccurs="0"/>
          <xs:element ref="pc:EntityId5" minOccurs="0"/>
        </xs:sequence>
      </xs:complexType>
    </xs:element>
    <xs:element name="EntityDisplayName" type="xs:string"/>
    <xs:element name="EntityInstanceReference" type="xs:string"/>
    <xs:element name="EntityId1" type="xs:string"/>
    <xs:element name="EntityId2" type="xs:string"/>
    <xs:element name="EntityId3" type="xs:string"/>
    <xs:element name="EntityId4" type="xs:string"/>
    <xs:element name="EntityId5" type="xs:string"/>
    <xs:element name="Terms">
      <xs:complexType>
        <xs:sequence>
          <xs:element ref="pc:TermInfo" minOccurs="0" maxOccurs="unbounded"/>
        </xs:sequence>
      </xs:complexType>
    </xs:element>
    <xs:element name="TermInfo">
      <xs:complexType>
        <xs:sequence>
          <xs:element ref="pc:TermName" minOccurs="0"/>
          <xs:element ref="pc:TermId" minOccurs="0"/>
        </xs:sequence>
      </xs:complexType>
    </xs:element>
    <xs:element name="TermName" type="xs:string"/>
    <xs:element name="TermId" type="xs:string"/>
  </xs:schema>
</ct:contentTypeSchema>
</file>

<file path=customXml/itemProps1.xml><?xml version="1.0" encoding="utf-8"?>
<ds:datastoreItem xmlns:ds="http://schemas.openxmlformats.org/officeDocument/2006/customXml" ds:itemID="{F5757914-1161-4661-9696-421FD6935CDD}">
  <ds:schemaRefs>
    <ds:schemaRef ds:uri="http://schemas.microsoft.com/office/infopath/2007/PartnerControls"/>
    <ds:schemaRef ds:uri="http://schemas.microsoft.com/office/2006/documentManagement/types"/>
    <ds:schemaRef ds:uri="http://schemas.microsoft.com/office/2006/metadata/properties"/>
    <ds:schemaRef ds:uri="http://purl.org/dc/elements/1.1/"/>
    <ds:schemaRef ds:uri="http://www.w3.org/XML/1998/namespace"/>
    <ds:schemaRef ds:uri="http://purl.org/dc/dcmitype/"/>
    <ds:schemaRef ds:uri="http://purl.org/dc/terms/"/>
    <ds:schemaRef ds:uri="http://schemas.openxmlformats.org/package/2006/metadata/core-properties"/>
    <ds:schemaRef ds:uri="16c05727-aa75-4e4a-9b5f-8a80a1165891"/>
    <ds:schemaRef ds:uri="71af3243-3dd4-4a8d-8c0d-dd76da1f02a5"/>
  </ds:schemaRefs>
</ds:datastoreItem>
</file>

<file path=customXml/itemProps2.xml><?xml version="1.0" encoding="utf-8"?>
<ds:datastoreItem xmlns:ds="http://schemas.openxmlformats.org/officeDocument/2006/customXml" ds:itemID="{5B26E0C9-B2AA-42E6-97B6-E1B7D9EAF129}">
  <ds:schemaRefs>
    <ds:schemaRef ds:uri="http://schemas.microsoft.com/sharepoint/v3/contenttype/forms"/>
  </ds:schemaRefs>
</ds:datastoreItem>
</file>

<file path=customXml/itemProps3.xml><?xml version="1.0" encoding="utf-8"?>
<ds:datastoreItem xmlns:ds="http://schemas.openxmlformats.org/officeDocument/2006/customXml" ds:itemID="{41058C48-0B84-467B-8FB9-E5518E3D6353}">
  <ds:schemaRefs>
    <ds:schemaRef ds:uri="http://schemas.microsoft.com/office/2006/metadata/contentType"/>
    <ds:schemaRef ds:uri="http://schemas.microsoft.com/office/2006/metadata/properties/metaAttributes"/>
    <ds:schemaRef ds:uri="http://www.w3.org/2001/XMLSchema"/>
    <ds:schemaRef ds:uri="http://schemas.microsoft.com/office/2006/metadata/properties"/>
    <ds:schemaRef ds:uri="5d1431e1-d8bb-424a-8728-245b070c75c6"/>
    <ds:schemaRef ds:uri="http://schemas.microsoft.com/office/2006/documentManagement/types"/>
    <ds:schemaRef ds:uri="http://schemas.microsoft.com/office/infopath/2007/PartnerControls"/>
    <ds:schemaRef ds:uri="http://schemas.openxmlformats.org/package/2006/metadata/core-properties"/>
    <ds:schemaRef ds:uri="http://purl.org/dc/elements/1.1/"/>
    <ds:schemaRef ds:uri="http://purl.org/dc/terms/"/>
    <ds:schemaRef ds:uri="http://schemas.microsoft.com/internal/obd"/>
  </ds:schemaRefs>
</ds:datastoreItem>
</file>

<file path=docProps/app.xml><?xml version="1.0" encoding="utf-8"?>
<Properties xmlns="http://schemas.openxmlformats.org/officeDocument/2006/extended-properties" xmlns:vt="http://schemas.openxmlformats.org/officeDocument/2006/docPropsVTypes">
  <Template>Modern blue presentation</Template>
  <TotalTime>0</TotalTime>
  <Words>949</Words>
  <Application>Microsoft Office PowerPoint</Application>
  <PresentationFormat>Widescreen</PresentationFormat>
  <Paragraphs>277</Paragraphs>
  <Slides>36</Slides>
  <Notes>0</Notes>
  <HiddenSlides>0</HiddenSlides>
  <MMClips>0</MMClips>
  <ScaleCrop>false</ScaleCrop>
  <HeadingPairs>
    <vt:vector size="4" baseType="variant">
      <vt:variant>
        <vt:lpstr>Theme</vt:lpstr>
      </vt:variant>
      <vt:variant>
        <vt:i4>1</vt:i4>
      </vt:variant>
      <vt:variant>
        <vt:lpstr>Slide Titles</vt:lpstr>
      </vt:variant>
      <vt:variant>
        <vt:i4>36</vt:i4>
      </vt:variant>
    </vt:vector>
  </HeadingPairs>
  <TitlesOfParts>
    <vt:vector size="37" baseType="lpstr">
      <vt:lpstr>Office Theme</vt:lpstr>
      <vt:lpstr>ANOVA and T-test</vt:lpstr>
      <vt:lpstr>PowerPoint Presentation</vt:lpstr>
      <vt:lpstr>Contents</vt:lpstr>
      <vt:lpstr>Introduction</vt:lpstr>
      <vt:lpstr>F-Test</vt:lpstr>
      <vt:lpstr>PowerPoint Presentation</vt:lpstr>
      <vt:lpstr>ANOVA</vt:lpstr>
      <vt:lpstr>PowerPoint Presentation</vt:lpstr>
      <vt:lpstr>Variance</vt:lpstr>
      <vt:lpstr>Types of ANOVA</vt:lpstr>
      <vt:lpstr>Two Way ANOVA</vt:lpstr>
      <vt:lpstr>Steps</vt:lpstr>
      <vt:lpstr>Example</vt:lpstr>
      <vt:lpstr>Solution</vt:lpstr>
      <vt:lpstr>PowerPoint Presentation</vt:lpstr>
      <vt:lpstr>PowerPoint Presentation</vt:lpstr>
      <vt:lpstr>PowerPoint Presentation</vt:lpstr>
      <vt:lpstr>Example</vt:lpstr>
      <vt:lpstr>PowerPoint Presentation</vt:lpstr>
      <vt:lpstr>PowerPoint Presentation</vt:lpstr>
      <vt:lpstr>PowerPoint Presentation</vt:lpstr>
      <vt:lpstr>T-test</vt:lpstr>
      <vt:lpstr>One Sample T-test</vt:lpstr>
      <vt:lpstr>Independent Sample T-test</vt:lpstr>
      <vt:lpstr>Paired Sample T-test</vt:lpstr>
      <vt:lpstr>Critical t value</vt:lpstr>
      <vt:lpstr>Steps</vt:lpstr>
      <vt:lpstr>Example</vt:lpstr>
      <vt:lpstr>Solution</vt:lpstr>
      <vt:lpstr>Example</vt:lpstr>
      <vt:lpstr>Table</vt:lpstr>
      <vt:lpstr>Solution</vt:lpstr>
      <vt:lpstr>Example</vt:lpstr>
      <vt:lpstr>Solution</vt:lpstr>
      <vt:lpstr>References</vt:lpstr>
      <vt:lpstr>Thank You </vt:lpstr>
    </vt:vector>
  </TitlesOfParts>
  <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
  <dc:creator/>
  <cp:lastModifiedBy/>
  <cp:revision>4</cp:revision>
  <dcterms:created xsi:type="dcterms:W3CDTF">2024-10-26T08:34:56Z</dcterms:created>
  <dcterms:modified xsi:type="dcterms:W3CDTF">2024-11-28T09:49:14Z</dcterms:modified>
</cp:coreProperties>
</file>

<file path=docProps/custom.xml><?xml version="1.0" encoding="utf-8"?>
<Properties xmlns="http://schemas.openxmlformats.org/officeDocument/2006/custom-properties" xmlns:vt="http://schemas.openxmlformats.org/officeDocument/2006/docPropsVTypes">
  <property fmtid="{D5CDD505-2E9C-101B-9397-08002B2CF9AE}" pid="2" name="ContentTypeId">
    <vt:lpwstr>0x010100662DE005F4EFEF4ABB122FA5CC3E42B3</vt:lpwstr>
  </property>
</Properties>
</file>
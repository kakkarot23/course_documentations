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diagrams/data3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1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colors5.xml" ContentType="application/vnd.openxmlformats-officedocument.drawingml.diagramColors+xml"/>
  <Override PartName="/ppt/diagrams/quickStyle5.xml" ContentType="application/vnd.openxmlformats-officedocument.drawingml.diagramStyle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rawing5.xml" ContentType="application/vnd.ms-office.drawingml.diagramDrawing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80" r:id="rId3"/>
    <p:sldId id="257" r:id="rId4"/>
    <p:sldId id="261" r:id="rId5"/>
    <p:sldId id="266" r:id="rId6"/>
    <p:sldId id="262" r:id="rId7"/>
    <p:sldId id="263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27312A-3A74-431A-8E0C-D1F09B979B7E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1222A602-D18C-4BA3-8428-88622AC060FF}">
      <dgm:prSet/>
      <dgm:spPr/>
      <dgm:t>
        <a:bodyPr/>
        <a:lstStyle/>
        <a:p>
          <a:r>
            <a:rPr lang="en-GB"/>
            <a:t>A</a:t>
          </a:r>
          <a:r>
            <a:rPr lang="en-GB" b="0" i="0"/>
            <a:t> research tool consisting of a set of questions to collect data from a set of respondents.</a:t>
          </a:r>
          <a:endParaRPr lang="en-US"/>
        </a:p>
      </dgm:t>
    </dgm:pt>
    <dgm:pt modelId="{B9D01E28-83A2-4E31-AF8F-69562C92630F}" type="parTrans" cxnId="{67070545-A108-4500-8E4B-5F9CA4D07F47}">
      <dgm:prSet/>
      <dgm:spPr/>
      <dgm:t>
        <a:bodyPr/>
        <a:lstStyle/>
        <a:p>
          <a:endParaRPr lang="en-US"/>
        </a:p>
      </dgm:t>
    </dgm:pt>
    <dgm:pt modelId="{0259CDA0-5203-4872-8B5B-A1E39F6769F7}" type="sibTrans" cxnId="{67070545-A108-4500-8E4B-5F9CA4D07F47}">
      <dgm:prSet/>
      <dgm:spPr/>
      <dgm:t>
        <a:bodyPr/>
        <a:lstStyle/>
        <a:p>
          <a:endParaRPr lang="en-US"/>
        </a:p>
      </dgm:t>
    </dgm:pt>
    <dgm:pt modelId="{DC6852C6-8285-482F-82CC-0323ADAE499C}">
      <dgm:prSet/>
      <dgm:spPr/>
      <dgm:t>
        <a:bodyPr/>
        <a:lstStyle/>
        <a:p>
          <a:r>
            <a:rPr lang="en-GB"/>
            <a:t>Invented by Sir Francis Galton.</a:t>
          </a:r>
          <a:endParaRPr lang="en-US"/>
        </a:p>
      </dgm:t>
    </dgm:pt>
    <dgm:pt modelId="{7DEDB822-B604-46A2-AE0A-88F01B1E7144}" type="parTrans" cxnId="{11EA32AE-9A6C-4C13-B9D3-7D5FCC2331FD}">
      <dgm:prSet/>
      <dgm:spPr/>
      <dgm:t>
        <a:bodyPr/>
        <a:lstStyle/>
        <a:p>
          <a:endParaRPr lang="en-US"/>
        </a:p>
      </dgm:t>
    </dgm:pt>
    <dgm:pt modelId="{B06C7888-CD6F-4146-B88F-E5FD7615788C}" type="sibTrans" cxnId="{11EA32AE-9A6C-4C13-B9D3-7D5FCC2331FD}">
      <dgm:prSet/>
      <dgm:spPr/>
      <dgm:t>
        <a:bodyPr/>
        <a:lstStyle/>
        <a:p>
          <a:endParaRPr lang="en-US"/>
        </a:p>
      </dgm:t>
    </dgm:pt>
    <dgm:pt modelId="{D2811AF8-EFE0-4BF4-839D-EE68C896EE87}">
      <dgm:prSet/>
      <dgm:spPr/>
      <dgm:t>
        <a:bodyPr/>
        <a:lstStyle/>
        <a:p>
          <a:r>
            <a:rPr lang="en-GB"/>
            <a:t>Questions are printed or typed in a definite order on a form or set of forms. </a:t>
          </a:r>
          <a:endParaRPr lang="en-US"/>
        </a:p>
      </dgm:t>
    </dgm:pt>
    <dgm:pt modelId="{15A3FF13-E8BE-4224-8673-0E33F082D8BD}" type="parTrans" cxnId="{2D83D870-1593-4933-B3A8-F00B3A2E2B6F}">
      <dgm:prSet/>
      <dgm:spPr/>
      <dgm:t>
        <a:bodyPr/>
        <a:lstStyle/>
        <a:p>
          <a:endParaRPr lang="en-US"/>
        </a:p>
      </dgm:t>
    </dgm:pt>
    <dgm:pt modelId="{E93D44CD-434E-45DF-B6E8-B055530D2B9F}" type="sibTrans" cxnId="{2D83D870-1593-4933-B3A8-F00B3A2E2B6F}">
      <dgm:prSet/>
      <dgm:spPr/>
      <dgm:t>
        <a:bodyPr/>
        <a:lstStyle/>
        <a:p>
          <a:endParaRPr lang="en-US"/>
        </a:p>
      </dgm:t>
    </dgm:pt>
    <dgm:pt modelId="{BA62874E-30BD-43CA-8781-3E6A856E49DA}">
      <dgm:prSet/>
      <dgm:spPr/>
      <dgm:t>
        <a:bodyPr/>
        <a:lstStyle/>
        <a:p>
          <a:r>
            <a:rPr lang="en-GB"/>
            <a:t>It is mailed to respondents who are expected to read and understand the questions and write down the reply in the space meant for the purpose in the questionnaire itself. </a:t>
          </a:r>
          <a:endParaRPr lang="en-US"/>
        </a:p>
      </dgm:t>
    </dgm:pt>
    <dgm:pt modelId="{39C511DA-1C78-4805-9D86-1235F03DB79A}" type="parTrans" cxnId="{62623328-0E04-41D9-8D56-E7A86775CC5E}">
      <dgm:prSet/>
      <dgm:spPr/>
      <dgm:t>
        <a:bodyPr/>
        <a:lstStyle/>
        <a:p>
          <a:endParaRPr lang="en-US"/>
        </a:p>
      </dgm:t>
    </dgm:pt>
    <dgm:pt modelId="{7D2397A5-6D23-4EBA-A36B-1B4FAACD391F}" type="sibTrans" cxnId="{62623328-0E04-41D9-8D56-E7A86775CC5E}">
      <dgm:prSet/>
      <dgm:spPr/>
      <dgm:t>
        <a:bodyPr/>
        <a:lstStyle/>
        <a:p>
          <a:endParaRPr lang="en-US"/>
        </a:p>
      </dgm:t>
    </dgm:pt>
    <dgm:pt modelId="{31145BCB-1378-406C-BAA1-9A8AB06DD4BE}">
      <dgm:prSet/>
      <dgm:spPr/>
      <dgm:t>
        <a:bodyPr/>
        <a:lstStyle/>
        <a:p>
          <a:r>
            <a:rPr lang="en-GB"/>
            <a:t>The respondents must answer the questions on their own.</a:t>
          </a:r>
          <a:endParaRPr lang="en-US"/>
        </a:p>
      </dgm:t>
    </dgm:pt>
    <dgm:pt modelId="{4873F145-AA0B-425D-B96C-F91F966A9794}" type="parTrans" cxnId="{7F361D29-2A07-498D-8BA4-BE8A32A9BA84}">
      <dgm:prSet/>
      <dgm:spPr/>
      <dgm:t>
        <a:bodyPr/>
        <a:lstStyle/>
        <a:p>
          <a:endParaRPr lang="en-US"/>
        </a:p>
      </dgm:t>
    </dgm:pt>
    <dgm:pt modelId="{AA7D2CBA-9BBB-4349-A837-DD3BD2DCEB89}" type="sibTrans" cxnId="{7F361D29-2A07-498D-8BA4-BE8A32A9BA84}">
      <dgm:prSet/>
      <dgm:spPr/>
      <dgm:t>
        <a:bodyPr/>
        <a:lstStyle/>
        <a:p>
          <a:endParaRPr lang="en-US"/>
        </a:p>
      </dgm:t>
    </dgm:pt>
    <dgm:pt modelId="{3555C6EA-6227-4734-9C82-AFE903F00210}" type="pres">
      <dgm:prSet presAssocID="{7427312A-3A74-431A-8E0C-D1F09B979B7E}" presName="vert0" presStyleCnt="0">
        <dgm:presLayoutVars>
          <dgm:dir/>
          <dgm:animOne val="branch"/>
          <dgm:animLvl val="lvl"/>
        </dgm:presLayoutVars>
      </dgm:prSet>
      <dgm:spPr/>
    </dgm:pt>
    <dgm:pt modelId="{14CE39D5-3723-4FD2-B6C4-4EF266D421B2}" type="pres">
      <dgm:prSet presAssocID="{1222A602-D18C-4BA3-8428-88622AC060FF}" presName="thickLine" presStyleLbl="alignNode1" presStyleIdx="0" presStyleCnt="5"/>
      <dgm:spPr/>
    </dgm:pt>
    <dgm:pt modelId="{96503324-DC75-4571-B127-B338010FE705}" type="pres">
      <dgm:prSet presAssocID="{1222A602-D18C-4BA3-8428-88622AC060FF}" presName="horz1" presStyleCnt="0"/>
      <dgm:spPr/>
    </dgm:pt>
    <dgm:pt modelId="{2EC902F7-FCE0-4C2B-BF3B-348A18083639}" type="pres">
      <dgm:prSet presAssocID="{1222A602-D18C-4BA3-8428-88622AC060FF}" presName="tx1" presStyleLbl="revTx" presStyleIdx="0" presStyleCnt="5"/>
      <dgm:spPr/>
    </dgm:pt>
    <dgm:pt modelId="{B1BED928-4A93-4DF0-8B9E-F0753D471D1A}" type="pres">
      <dgm:prSet presAssocID="{1222A602-D18C-4BA3-8428-88622AC060FF}" presName="vert1" presStyleCnt="0"/>
      <dgm:spPr/>
    </dgm:pt>
    <dgm:pt modelId="{CFB6C339-C873-465A-8932-B1DD151083F2}" type="pres">
      <dgm:prSet presAssocID="{DC6852C6-8285-482F-82CC-0323ADAE499C}" presName="thickLine" presStyleLbl="alignNode1" presStyleIdx="1" presStyleCnt="5"/>
      <dgm:spPr/>
    </dgm:pt>
    <dgm:pt modelId="{23886944-9C34-4D10-A2DF-17728F13F630}" type="pres">
      <dgm:prSet presAssocID="{DC6852C6-8285-482F-82CC-0323ADAE499C}" presName="horz1" presStyleCnt="0"/>
      <dgm:spPr/>
    </dgm:pt>
    <dgm:pt modelId="{2FBEF6DE-0B87-4387-A2A9-F1904F5DA842}" type="pres">
      <dgm:prSet presAssocID="{DC6852C6-8285-482F-82CC-0323ADAE499C}" presName="tx1" presStyleLbl="revTx" presStyleIdx="1" presStyleCnt="5"/>
      <dgm:spPr/>
    </dgm:pt>
    <dgm:pt modelId="{6075780D-FCA5-40E9-A4AE-69A818C57C43}" type="pres">
      <dgm:prSet presAssocID="{DC6852C6-8285-482F-82CC-0323ADAE499C}" presName="vert1" presStyleCnt="0"/>
      <dgm:spPr/>
    </dgm:pt>
    <dgm:pt modelId="{A881F4A3-0BBB-4F45-B27F-4B80AE1950DB}" type="pres">
      <dgm:prSet presAssocID="{D2811AF8-EFE0-4BF4-839D-EE68C896EE87}" presName="thickLine" presStyleLbl="alignNode1" presStyleIdx="2" presStyleCnt="5"/>
      <dgm:spPr/>
    </dgm:pt>
    <dgm:pt modelId="{F4780DBA-8037-4E7D-858F-880D29361891}" type="pres">
      <dgm:prSet presAssocID="{D2811AF8-EFE0-4BF4-839D-EE68C896EE87}" presName="horz1" presStyleCnt="0"/>
      <dgm:spPr/>
    </dgm:pt>
    <dgm:pt modelId="{C10A4270-C5AF-4C89-8E73-00C7555F3E0A}" type="pres">
      <dgm:prSet presAssocID="{D2811AF8-EFE0-4BF4-839D-EE68C896EE87}" presName="tx1" presStyleLbl="revTx" presStyleIdx="2" presStyleCnt="5"/>
      <dgm:spPr/>
    </dgm:pt>
    <dgm:pt modelId="{D993E921-001D-4FAC-9A2A-FF527C5F3C65}" type="pres">
      <dgm:prSet presAssocID="{D2811AF8-EFE0-4BF4-839D-EE68C896EE87}" presName="vert1" presStyleCnt="0"/>
      <dgm:spPr/>
    </dgm:pt>
    <dgm:pt modelId="{92C07D94-E1CD-4871-883C-90DDB864A5AF}" type="pres">
      <dgm:prSet presAssocID="{BA62874E-30BD-43CA-8781-3E6A856E49DA}" presName="thickLine" presStyleLbl="alignNode1" presStyleIdx="3" presStyleCnt="5"/>
      <dgm:spPr/>
    </dgm:pt>
    <dgm:pt modelId="{AD55A27C-3F5C-4092-B64C-9DC9B692B668}" type="pres">
      <dgm:prSet presAssocID="{BA62874E-30BD-43CA-8781-3E6A856E49DA}" presName="horz1" presStyleCnt="0"/>
      <dgm:spPr/>
    </dgm:pt>
    <dgm:pt modelId="{6EECB256-AFC6-4753-AFEA-9CEDFA038171}" type="pres">
      <dgm:prSet presAssocID="{BA62874E-30BD-43CA-8781-3E6A856E49DA}" presName="tx1" presStyleLbl="revTx" presStyleIdx="3" presStyleCnt="5"/>
      <dgm:spPr/>
    </dgm:pt>
    <dgm:pt modelId="{8BB1D77E-C4C2-47A3-B431-3DCB8179A999}" type="pres">
      <dgm:prSet presAssocID="{BA62874E-30BD-43CA-8781-3E6A856E49DA}" presName="vert1" presStyleCnt="0"/>
      <dgm:spPr/>
    </dgm:pt>
    <dgm:pt modelId="{2CF36229-7DB3-4FB9-B2E3-D062A0E3CEF7}" type="pres">
      <dgm:prSet presAssocID="{31145BCB-1378-406C-BAA1-9A8AB06DD4BE}" presName="thickLine" presStyleLbl="alignNode1" presStyleIdx="4" presStyleCnt="5"/>
      <dgm:spPr/>
    </dgm:pt>
    <dgm:pt modelId="{C27D9291-D476-40C4-847F-5C561027A3CC}" type="pres">
      <dgm:prSet presAssocID="{31145BCB-1378-406C-BAA1-9A8AB06DD4BE}" presName="horz1" presStyleCnt="0"/>
      <dgm:spPr/>
    </dgm:pt>
    <dgm:pt modelId="{06932B8B-CC81-461F-B194-DD597188B41F}" type="pres">
      <dgm:prSet presAssocID="{31145BCB-1378-406C-BAA1-9A8AB06DD4BE}" presName="tx1" presStyleLbl="revTx" presStyleIdx="4" presStyleCnt="5"/>
      <dgm:spPr/>
    </dgm:pt>
    <dgm:pt modelId="{7011097D-D7FC-4F07-B0D5-7C2DEA02918D}" type="pres">
      <dgm:prSet presAssocID="{31145BCB-1378-406C-BAA1-9A8AB06DD4BE}" presName="vert1" presStyleCnt="0"/>
      <dgm:spPr/>
    </dgm:pt>
  </dgm:ptLst>
  <dgm:cxnLst>
    <dgm:cxn modelId="{1094C51A-EB91-43D3-BB89-3951CD02C5A5}" type="presOf" srcId="{DC6852C6-8285-482F-82CC-0323ADAE499C}" destId="{2FBEF6DE-0B87-4387-A2A9-F1904F5DA842}" srcOrd="0" destOrd="0" presId="urn:microsoft.com/office/officeart/2008/layout/LinedList"/>
    <dgm:cxn modelId="{62623328-0E04-41D9-8D56-E7A86775CC5E}" srcId="{7427312A-3A74-431A-8E0C-D1F09B979B7E}" destId="{BA62874E-30BD-43CA-8781-3E6A856E49DA}" srcOrd="3" destOrd="0" parTransId="{39C511DA-1C78-4805-9D86-1235F03DB79A}" sibTransId="{7D2397A5-6D23-4EBA-A36B-1B4FAACD391F}"/>
    <dgm:cxn modelId="{7F361D29-2A07-498D-8BA4-BE8A32A9BA84}" srcId="{7427312A-3A74-431A-8E0C-D1F09B979B7E}" destId="{31145BCB-1378-406C-BAA1-9A8AB06DD4BE}" srcOrd="4" destOrd="0" parTransId="{4873F145-AA0B-425D-B96C-F91F966A9794}" sibTransId="{AA7D2CBA-9BBB-4349-A837-DD3BD2DCEB89}"/>
    <dgm:cxn modelId="{67070545-A108-4500-8E4B-5F9CA4D07F47}" srcId="{7427312A-3A74-431A-8E0C-D1F09B979B7E}" destId="{1222A602-D18C-4BA3-8428-88622AC060FF}" srcOrd="0" destOrd="0" parTransId="{B9D01E28-83A2-4E31-AF8F-69562C92630F}" sibTransId="{0259CDA0-5203-4872-8B5B-A1E39F6769F7}"/>
    <dgm:cxn modelId="{2D83D870-1593-4933-B3A8-F00B3A2E2B6F}" srcId="{7427312A-3A74-431A-8E0C-D1F09B979B7E}" destId="{D2811AF8-EFE0-4BF4-839D-EE68C896EE87}" srcOrd="2" destOrd="0" parTransId="{15A3FF13-E8BE-4224-8673-0E33F082D8BD}" sibTransId="{E93D44CD-434E-45DF-B6E8-B055530D2B9F}"/>
    <dgm:cxn modelId="{BFDDB88C-26B2-46BC-ACC4-6E34B4148DCC}" type="presOf" srcId="{31145BCB-1378-406C-BAA1-9A8AB06DD4BE}" destId="{06932B8B-CC81-461F-B194-DD597188B41F}" srcOrd="0" destOrd="0" presId="urn:microsoft.com/office/officeart/2008/layout/LinedList"/>
    <dgm:cxn modelId="{A358B297-9AC1-4BB0-BA6C-DF2C4E815055}" type="presOf" srcId="{7427312A-3A74-431A-8E0C-D1F09B979B7E}" destId="{3555C6EA-6227-4734-9C82-AFE903F00210}" srcOrd="0" destOrd="0" presId="urn:microsoft.com/office/officeart/2008/layout/LinedList"/>
    <dgm:cxn modelId="{11EA32AE-9A6C-4C13-B9D3-7D5FCC2331FD}" srcId="{7427312A-3A74-431A-8E0C-D1F09B979B7E}" destId="{DC6852C6-8285-482F-82CC-0323ADAE499C}" srcOrd="1" destOrd="0" parTransId="{7DEDB822-B604-46A2-AE0A-88F01B1E7144}" sibTransId="{B06C7888-CD6F-4146-B88F-E5FD7615788C}"/>
    <dgm:cxn modelId="{E8CFCDBA-1476-4F44-AD49-714DD9E99907}" type="presOf" srcId="{BA62874E-30BD-43CA-8781-3E6A856E49DA}" destId="{6EECB256-AFC6-4753-AFEA-9CEDFA038171}" srcOrd="0" destOrd="0" presId="urn:microsoft.com/office/officeart/2008/layout/LinedList"/>
    <dgm:cxn modelId="{6AF436E0-D8D2-4B2F-917C-B374E67F05D3}" type="presOf" srcId="{1222A602-D18C-4BA3-8428-88622AC060FF}" destId="{2EC902F7-FCE0-4C2B-BF3B-348A18083639}" srcOrd="0" destOrd="0" presId="urn:microsoft.com/office/officeart/2008/layout/LinedList"/>
    <dgm:cxn modelId="{29CB73ED-261A-49A7-A3D9-FD29E72B18C8}" type="presOf" srcId="{D2811AF8-EFE0-4BF4-839D-EE68C896EE87}" destId="{C10A4270-C5AF-4C89-8E73-00C7555F3E0A}" srcOrd="0" destOrd="0" presId="urn:microsoft.com/office/officeart/2008/layout/LinedList"/>
    <dgm:cxn modelId="{B66A75AF-166D-4D60-91DD-BED64D28FFE9}" type="presParOf" srcId="{3555C6EA-6227-4734-9C82-AFE903F00210}" destId="{14CE39D5-3723-4FD2-B6C4-4EF266D421B2}" srcOrd="0" destOrd="0" presId="urn:microsoft.com/office/officeart/2008/layout/LinedList"/>
    <dgm:cxn modelId="{AC7F1FAD-BE4F-486D-BF8B-27C10ECD8418}" type="presParOf" srcId="{3555C6EA-6227-4734-9C82-AFE903F00210}" destId="{96503324-DC75-4571-B127-B338010FE705}" srcOrd="1" destOrd="0" presId="urn:microsoft.com/office/officeart/2008/layout/LinedList"/>
    <dgm:cxn modelId="{A09B2C84-9D88-473A-81F9-C4B396FAC1C2}" type="presParOf" srcId="{96503324-DC75-4571-B127-B338010FE705}" destId="{2EC902F7-FCE0-4C2B-BF3B-348A18083639}" srcOrd="0" destOrd="0" presId="urn:microsoft.com/office/officeart/2008/layout/LinedList"/>
    <dgm:cxn modelId="{7D45E603-63EB-4CDC-B5B2-8564E40C5E94}" type="presParOf" srcId="{96503324-DC75-4571-B127-B338010FE705}" destId="{B1BED928-4A93-4DF0-8B9E-F0753D471D1A}" srcOrd="1" destOrd="0" presId="urn:microsoft.com/office/officeart/2008/layout/LinedList"/>
    <dgm:cxn modelId="{449436DF-CE6F-4367-A837-1E9FC6F53D6F}" type="presParOf" srcId="{3555C6EA-6227-4734-9C82-AFE903F00210}" destId="{CFB6C339-C873-465A-8932-B1DD151083F2}" srcOrd="2" destOrd="0" presId="urn:microsoft.com/office/officeart/2008/layout/LinedList"/>
    <dgm:cxn modelId="{B815EAD9-D8EC-4007-B87C-9986B7EB1303}" type="presParOf" srcId="{3555C6EA-6227-4734-9C82-AFE903F00210}" destId="{23886944-9C34-4D10-A2DF-17728F13F630}" srcOrd="3" destOrd="0" presId="urn:microsoft.com/office/officeart/2008/layout/LinedList"/>
    <dgm:cxn modelId="{AA82303A-6366-454E-8EE5-02DFE90D4D8A}" type="presParOf" srcId="{23886944-9C34-4D10-A2DF-17728F13F630}" destId="{2FBEF6DE-0B87-4387-A2A9-F1904F5DA842}" srcOrd="0" destOrd="0" presId="urn:microsoft.com/office/officeart/2008/layout/LinedList"/>
    <dgm:cxn modelId="{86C7E3A6-D2FC-4B26-9A50-3CA47F19A9C4}" type="presParOf" srcId="{23886944-9C34-4D10-A2DF-17728F13F630}" destId="{6075780D-FCA5-40E9-A4AE-69A818C57C43}" srcOrd="1" destOrd="0" presId="urn:microsoft.com/office/officeart/2008/layout/LinedList"/>
    <dgm:cxn modelId="{B4E5094A-EE0B-42D3-9B88-5DBACF9D5B2A}" type="presParOf" srcId="{3555C6EA-6227-4734-9C82-AFE903F00210}" destId="{A881F4A3-0BBB-4F45-B27F-4B80AE1950DB}" srcOrd="4" destOrd="0" presId="urn:microsoft.com/office/officeart/2008/layout/LinedList"/>
    <dgm:cxn modelId="{1FF294CB-8AD5-4D23-B361-933A29EBF64A}" type="presParOf" srcId="{3555C6EA-6227-4734-9C82-AFE903F00210}" destId="{F4780DBA-8037-4E7D-858F-880D29361891}" srcOrd="5" destOrd="0" presId="urn:microsoft.com/office/officeart/2008/layout/LinedList"/>
    <dgm:cxn modelId="{64CCCEB1-8F9D-4AA2-82B0-0042BDFE4910}" type="presParOf" srcId="{F4780DBA-8037-4E7D-858F-880D29361891}" destId="{C10A4270-C5AF-4C89-8E73-00C7555F3E0A}" srcOrd="0" destOrd="0" presId="urn:microsoft.com/office/officeart/2008/layout/LinedList"/>
    <dgm:cxn modelId="{5E42E67B-ACB0-4168-B685-2A932F123067}" type="presParOf" srcId="{F4780DBA-8037-4E7D-858F-880D29361891}" destId="{D993E921-001D-4FAC-9A2A-FF527C5F3C65}" srcOrd="1" destOrd="0" presId="urn:microsoft.com/office/officeart/2008/layout/LinedList"/>
    <dgm:cxn modelId="{13EA7556-6FE5-4AAD-9961-5423FCF10A7D}" type="presParOf" srcId="{3555C6EA-6227-4734-9C82-AFE903F00210}" destId="{92C07D94-E1CD-4871-883C-90DDB864A5AF}" srcOrd="6" destOrd="0" presId="urn:microsoft.com/office/officeart/2008/layout/LinedList"/>
    <dgm:cxn modelId="{24912F83-AF39-4BC4-86BF-85ADEC9D6FFB}" type="presParOf" srcId="{3555C6EA-6227-4734-9C82-AFE903F00210}" destId="{AD55A27C-3F5C-4092-B64C-9DC9B692B668}" srcOrd="7" destOrd="0" presId="urn:microsoft.com/office/officeart/2008/layout/LinedList"/>
    <dgm:cxn modelId="{060D7634-D644-4A92-B6A8-3B24238A2229}" type="presParOf" srcId="{AD55A27C-3F5C-4092-B64C-9DC9B692B668}" destId="{6EECB256-AFC6-4753-AFEA-9CEDFA038171}" srcOrd="0" destOrd="0" presId="urn:microsoft.com/office/officeart/2008/layout/LinedList"/>
    <dgm:cxn modelId="{FB0A4143-7241-4F83-AE58-756B53EA3A0A}" type="presParOf" srcId="{AD55A27C-3F5C-4092-B64C-9DC9B692B668}" destId="{8BB1D77E-C4C2-47A3-B431-3DCB8179A999}" srcOrd="1" destOrd="0" presId="urn:microsoft.com/office/officeart/2008/layout/LinedList"/>
    <dgm:cxn modelId="{6710944B-FE67-45D7-A70F-3E71FEF73CE4}" type="presParOf" srcId="{3555C6EA-6227-4734-9C82-AFE903F00210}" destId="{2CF36229-7DB3-4FB9-B2E3-D062A0E3CEF7}" srcOrd="8" destOrd="0" presId="urn:microsoft.com/office/officeart/2008/layout/LinedList"/>
    <dgm:cxn modelId="{E9B21530-E828-4151-AD04-B42A1A1CBCBE}" type="presParOf" srcId="{3555C6EA-6227-4734-9C82-AFE903F00210}" destId="{C27D9291-D476-40C4-847F-5C561027A3CC}" srcOrd="9" destOrd="0" presId="urn:microsoft.com/office/officeart/2008/layout/LinedList"/>
    <dgm:cxn modelId="{377AD6B5-9765-486B-B236-814F393AF389}" type="presParOf" srcId="{C27D9291-D476-40C4-847F-5C561027A3CC}" destId="{06932B8B-CC81-461F-B194-DD597188B41F}" srcOrd="0" destOrd="0" presId="urn:microsoft.com/office/officeart/2008/layout/LinedList"/>
    <dgm:cxn modelId="{1DBE9487-A9C5-44CD-91E5-C1D64F4D05BC}" type="presParOf" srcId="{C27D9291-D476-40C4-847F-5C561027A3CC}" destId="{7011097D-D7FC-4F07-B0D5-7C2DEA02918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90EC25-17F1-4E10-8CA4-0B5480AA6C50}" type="doc">
      <dgm:prSet loTypeId="urn:microsoft.com/office/officeart/2016/7/layout/VerticalSolidActionLis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A0F7E1-3612-47FA-B0A5-96710C614901}">
      <dgm:prSet/>
      <dgm:spPr/>
      <dgm:t>
        <a:bodyPr/>
        <a:lstStyle/>
        <a:p>
          <a:r>
            <a:rPr lang="en-GB"/>
            <a:t>Bogardus </a:t>
          </a:r>
          <a:endParaRPr lang="en-US"/>
        </a:p>
      </dgm:t>
    </dgm:pt>
    <dgm:pt modelId="{39AD8659-828C-468B-A953-9DA11D8EE029}" type="parTrans" cxnId="{4466CBB0-1C6C-45CB-8409-C402D11E8FB0}">
      <dgm:prSet/>
      <dgm:spPr/>
      <dgm:t>
        <a:bodyPr/>
        <a:lstStyle/>
        <a:p>
          <a:endParaRPr lang="en-US"/>
        </a:p>
      </dgm:t>
    </dgm:pt>
    <dgm:pt modelId="{72015C92-F7D9-499A-96BF-1BBF6305E325}" type="sibTrans" cxnId="{4466CBB0-1C6C-45CB-8409-C402D11E8FB0}">
      <dgm:prSet/>
      <dgm:spPr/>
      <dgm:t>
        <a:bodyPr/>
        <a:lstStyle/>
        <a:p>
          <a:endParaRPr lang="en-US"/>
        </a:p>
      </dgm:t>
    </dgm:pt>
    <dgm:pt modelId="{C0319450-C891-4B01-92F7-3C8C9EB45D2F}">
      <dgm:prSet/>
      <dgm:spPr/>
      <dgm:t>
        <a:bodyPr/>
        <a:lstStyle/>
        <a:p>
          <a:r>
            <a:rPr lang="en-GB"/>
            <a:t>A questionnaire is list of questions to a number of persons for them to answer.</a:t>
          </a:r>
          <a:endParaRPr lang="en-US"/>
        </a:p>
      </dgm:t>
    </dgm:pt>
    <dgm:pt modelId="{20B78A08-3590-4383-9825-F56604EC0905}" type="parTrans" cxnId="{3EBF6DF7-1F6F-49EB-B752-41C1F2A69617}">
      <dgm:prSet/>
      <dgm:spPr/>
      <dgm:t>
        <a:bodyPr/>
        <a:lstStyle/>
        <a:p>
          <a:endParaRPr lang="en-US"/>
        </a:p>
      </dgm:t>
    </dgm:pt>
    <dgm:pt modelId="{C3D57890-5CCA-40C4-9B99-8ACDFF7FB5E2}" type="sibTrans" cxnId="{3EBF6DF7-1F6F-49EB-B752-41C1F2A69617}">
      <dgm:prSet/>
      <dgm:spPr/>
      <dgm:t>
        <a:bodyPr/>
        <a:lstStyle/>
        <a:p>
          <a:endParaRPr lang="en-US"/>
        </a:p>
      </dgm:t>
    </dgm:pt>
    <dgm:pt modelId="{70D74030-7CAC-4C48-B3D0-E10E1DAE06BB}">
      <dgm:prSet/>
      <dgm:spPr/>
      <dgm:t>
        <a:bodyPr/>
        <a:lstStyle/>
        <a:p>
          <a:r>
            <a:rPr lang="en-GB"/>
            <a:t>Goode and Hatt </a:t>
          </a:r>
          <a:endParaRPr lang="en-US"/>
        </a:p>
      </dgm:t>
    </dgm:pt>
    <dgm:pt modelId="{1DC84791-7BED-4737-94F5-7CE2F707155A}" type="parTrans" cxnId="{D2EFE41F-B994-454E-93F0-BCC1F2F2AF6D}">
      <dgm:prSet/>
      <dgm:spPr/>
      <dgm:t>
        <a:bodyPr/>
        <a:lstStyle/>
        <a:p>
          <a:endParaRPr lang="en-US"/>
        </a:p>
      </dgm:t>
    </dgm:pt>
    <dgm:pt modelId="{F641857D-E092-4925-9AD1-435E7D51EEF4}" type="sibTrans" cxnId="{D2EFE41F-B994-454E-93F0-BCC1F2F2AF6D}">
      <dgm:prSet/>
      <dgm:spPr/>
      <dgm:t>
        <a:bodyPr/>
        <a:lstStyle/>
        <a:p>
          <a:endParaRPr lang="en-US"/>
        </a:p>
      </dgm:t>
    </dgm:pt>
    <dgm:pt modelId="{3C56B522-7585-47CB-AE21-69EFBB88786C}">
      <dgm:prSet/>
      <dgm:spPr/>
      <dgm:t>
        <a:bodyPr/>
        <a:lstStyle/>
        <a:p>
          <a:r>
            <a:rPr lang="en-GB"/>
            <a:t>In general, the word questionnaire refers to a device for securing answers to questions by using a form which the respondent fills in himself. </a:t>
          </a:r>
          <a:endParaRPr lang="en-US"/>
        </a:p>
      </dgm:t>
    </dgm:pt>
    <dgm:pt modelId="{568C96A2-99CD-4908-A5EC-97FE77569EEB}" type="parTrans" cxnId="{353234E7-8660-4802-ADCE-E6F988D4E4F0}">
      <dgm:prSet/>
      <dgm:spPr/>
      <dgm:t>
        <a:bodyPr/>
        <a:lstStyle/>
        <a:p>
          <a:endParaRPr lang="en-US"/>
        </a:p>
      </dgm:t>
    </dgm:pt>
    <dgm:pt modelId="{F7EB941D-75B7-4F27-9E7E-64C08FE6F37B}" type="sibTrans" cxnId="{353234E7-8660-4802-ADCE-E6F988D4E4F0}">
      <dgm:prSet/>
      <dgm:spPr/>
      <dgm:t>
        <a:bodyPr/>
        <a:lstStyle/>
        <a:p>
          <a:endParaRPr lang="en-US"/>
        </a:p>
      </dgm:t>
    </dgm:pt>
    <dgm:pt modelId="{0CBF19EE-5B03-4D01-B3C4-4DA1AC106C64}">
      <dgm:prSet/>
      <dgm:spPr/>
      <dgm:t>
        <a:bodyPr/>
        <a:lstStyle/>
        <a:p>
          <a:r>
            <a:rPr lang="en-GB"/>
            <a:t>Wilson Gee </a:t>
          </a:r>
          <a:endParaRPr lang="en-US"/>
        </a:p>
      </dgm:t>
    </dgm:pt>
    <dgm:pt modelId="{2FEE1797-6D00-41F4-B223-7E827E1AD867}" type="parTrans" cxnId="{87723CE9-6811-49DD-B573-E12A49ED245D}">
      <dgm:prSet/>
      <dgm:spPr/>
      <dgm:t>
        <a:bodyPr/>
        <a:lstStyle/>
        <a:p>
          <a:endParaRPr lang="en-US"/>
        </a:p>
      </dgm:t>
    </dgm:pt>
    <dgm:pt modelId="{9B97AC00-6BF0-40A4-9AE3-CE39C70D1244}" type="sibTrans" cxnId="{87723CE9-6811-49DD-B573-E12A49ED245D}">
      <dgm:prSet/>
      <dgm:spPr/>
      <dgm:t>
        <a:bodyPr/>
        <a:lstStyle/>
        <a:p>
          <a:endParaRPr lang="en-US"/>
        </a:p>
      </dgm:t>
    </dgm:pt>
    <dgm:pt modelId="{19961202-7FF6-48D6-B1F9-CC8F6087496D}">
      <dgm:prSet/>
      <dgm:spPr/>
      <dgm:t>
        <a:bodyPr/>
        <a:lstStyle/>
        <a:p>
          <a:r>
            <a:rPr lang="en-GB"/>
            <a:t>It does constitute a convenient method of obtaining a limited amount of information from a large number of persons or from a small selected group which is widely scattered. </a:t>
          </a:r>
          <a:endParaRPr lang="en-US"/>
        </a:p>
      </dgm:t>
    </dgm:pt>
    <dgm:pt modelId="{96DFF823-E780-4282-8D59-8B322AE47F2C}" type="parTrans" cxnId="{EB6D379A-6AD0-42B3-8026-13A1A5C2DF66}">
      <dgm:prSet/>
      <dgm:spPr/>
      <dgm:t>
        <a:bodyPr/>
        <a:lstStyle/>
        <a:p>
          <a:endParaRPr lang="en-US"/>
        </a:p>
      </dgm:t>
    </dgm:pt>
    <dgm:pt modelId="{49BC0CC6-5A58-4C31-A580-C081652C9F89}" type="sibTrans" cxnId="{EB6D379A-6AD0-42B3-8026-13A1A5C2DF66}">
      <dgm:prSet/>
      <dgm:spPr/>
      <dgm:t>
        <a:bodyPr/>
        <a:lstStyle/>
        <a:p>
          <a:endParaRPr lang="en-US"/>
        </a:p>
      </dgm:t>
    </dgm:pt>
    <dgm:pt modelId="{ED98FB11-414B-4931-A4EA-C0B44E0CEB77}" type="pres">
      <dgm:prSet presAssocID="{6190EC25-17F1-4E10-8CA4-0B5480AA6C50}" presName="Name0" presStyleCnt="0">
        <dgm:presLayoutVars>
          <dgm:dir/>
          <dgm:animLvl val="lvl"/>
          <dgm:resizeHandles val="exact"/>
        </dgm:presLayoutVars>
      </dgm:prSet>
      <dgm:spPr/>
    </dgm:pt>
    <dgm:pt modelId="{04563411-0292-46BA-8440-6654D8F171C1}" type="pres">
      <dgm:prSet presAssocID="{94A0F7E1-3612-47FA-B0A5-96710C614901}" presName="linNode" presStyleCnt="0"/>
      <dgm:spPr/>
    </dgm:pt>
    <dgm:pt modelId="{E34A5705-4160-4C7A-8645-9D1BD0B3C556}" type="pres">
      <dgm:prSet presAssocID="{94A0F7E1-3612-47FA-B0A5-96710C614901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D18767C8-1167-44FD-A21F-3DC0DF550D7E}" type="pres">
      <dgm:prSet presAssocID="{94A0F7E1-3612-47FA-B0A5-96710C614901}" presName="descendantText" presStyleLbl="alignAccFollowNode1" presStyleIdx="0" presStyleCnt="3">
        <dgm:presLayoutVars>
          <dgm:bulletEnabled/>
        </dgm:presLayoutVars>
      </dgm:prSet>
      <dgm:spPr/>
    </dgm:pt>
    <dgm:pt modelId="{B32280CB-3E55-4D89-AA9F-9EEE3C3EB594}" type="pres">
      <dgm:prSet presAssocID="{72015C92-F7D9-499A-96BF-1BBF6305E325}" presName="sp" presStyleCnt="0"/>
      <dgm:spPr/>
    </dgm:pt>
    <dgm:pt modelId="{C1652361-A288-4F94-A910-66B13E55EC71}" type="pres">
      <dgm:prSet presAssocID="{70D74030-7CAC-4C48-B3D0-E10E1DAE06BB}" presName="linNode" presStyleCnt="0"/>
      <dgm:spPr/>
    </dgm:pt>
    <dgm:pt modelId="{0358CE0C-9131-4E30-9CA8-816FE060F141}" type="pres">
      <dgm:prSet presAssocID="{70D74030-7CAC-4C48-B3D0-E10E1DAE06BB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6FBBE050-CB9C-4BF0-8C14-9E7FC5D5D0FC}" type="pres">
      <dgm:prSet presAssocID="{70D74030-7CAC-4C48-B3D0-E10E1DAE06BB}" presName="descendantText" presStyleLbl="alignAccFollowNode1" presStyleIdx="1" presStyleCnt="3">
        <dgm:presLayoutVars>
          <dgm:bulletEnabled/>
        </dgm:presLayoutVars>
      </dgm:prSet>
      <dgm:spPr/>
    </dgm:pt>
    <dgm:pt modelId="{BB586091-71FC-4EA8-8138-B6370B39A64D}" type="pres">
      <dgm:prSet presAssocID="{F641857D-E092-4925-9AD1-435E7D51EEF4}" presName="sp" presStyleCnt="0"/>
      <dgm:spPr/>
    </dgm:pt>
    <dgm:pt modelId="{4E04854D-E717-4817-865B-FEABBFFA9752}" type="pres">
      <dgm:prSet presAssocID="{0CBF19EE-5B03-4D01-B3C4-4DA1AC106C64}" presName="linNode" presStyleCnt="0"/>
      <dgm:spPr/>
    </dgm:pt>
    <dgm:pt modelId="{AAE18FE2-3928-4107-8F3F-3F01BEB65D43}" type="pres">
      <dgm:prSet presAssocID="{0CBF19EE-5B03-4D01-B3C4-4DA1AC106C64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9398AD25-6AD7-48F4-8158-A0AA9E674DB0}" type="pres">
      <dgm:prSet presAssocID="{0CBF19EE-5B03-4D01-B3C4-4DA1AC106C64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D2EFE41F-B994-454E-93F0-BCC1F2F2AF6D}" srcId="{6190EC25-17F1-4E10-8CA4-0B5480AA6C50}" destId="{70D74030-7CAC-4C48-B3D0-E10E1DAE06BB}" srcOrd="1" destOrd="0" parTransId="{1DC84791-7BED-4737-94F5-7CE2F707155A}" sibTransId="{F641857D-E092-4925-9AD1-435E7D51EEF4}"/>
    <dgm:cxn modelId="{5256CC47-0DAA-4DF1-9EDE-D0ED54638C5D}" type="presOf" srcId="{C0319450-C891-4B01-92F7-3C8C9EB45D2F}" destId="{D18767C8-1167-44FD-A21F-3DC0DF550D7E}" srcOrd="0" destOrd="0" presId="urn:microsoft.com/office/officeart/2016/7/layout/VerticalSolidActionList"/>
    <dgm:cxn modelId="{B0516070-704B-4CF9-B311-8CF869134AD0}" type="presOf" srcId="{19961202-7FF6-48D6-B1F9-CC8F6087496D}" destId="{9398AD25-6AD7-48F4-8158-A0AA9E674DB0}" srcOrd="0" destOrd="0" presId="urn:microsoft.com/office/officeart/2016/7/layout/VerticalSolidActionList"/>
    <dgm:cxn modelId="{40474156-E2AC-437F-99FB-8D5F390D13BC}" type="presOf" srcId="{3C56B522-7585-47CB-AE21-69EFBB88786C}" destId="{6FBBE050-CB9C-4BF0-8C14-9E7FC5D5D0FC}" srcOrd="0" destOrd="0" presId="urn:microsoft.com/office/officeart/2016/7/layout/VerticalSolidActionList"/>
    <dgm:cxn modelId="{03D57682-D411-499E-8107-E1DA81F076CC}" type="presOf" srcId="{0CBF19EE-5B03-4D01-B3C4-4DA1AC106C64}" destId="{AAE18FE2-3928-4107-8F3F-3F01BEB65D43}" srcOrd="0" destOrd="0" presId="urn:microsoft.com/office/officeart/2016/7/layout/VerticalSolidActionList"/>
    <dgm:cxn modelId="{EB6D379A-6AD0-42B3-8026-13A1A5C2DF66}" srcId="{0CBF19EE-5B03-4D01-B3C4-4DA1AC106C64}" destId="{19961202-7FF6-48D6-B1F9-CC8F6087496D}" srcOrd="0" destOrd="0" parTransId="{96DFF823-E780-4282-8D59-8B322AE47F2C}" sibTransId="{49BC0CC6-5A58-4C31-A580-C081652C9F89}"/>
    <dgm:cxn modelId="{4466CBB0-1C6C-45CB-8409-C402D11E8FB0}" srcId="{6190EC25-17F1-4E10-8CA4-0B5480AA6C50}" destId="{94A0F7E1-3612-47FA-B0A5-96710C614901}" srcOrd="0" destOrd="0" parTransId="{39AD8659-828C-468B-A953-9DA11D8EE029}" sibTransId="{72015C92-F7D9-499A-96BF-1BBF6305E325}"/>
    <dgm:cxn modelId="{B9750BB6-FCAE-4DD9-B514-EA15808420B4}" type="presOf" srcId="{70D74030-7CAC-4C48-B3D0-E10E1DAE06BB}" destId="{0358CE0C-9131-4E30-9CA8-816FE060F141}" srcOrd="0" destOrd="0" presId="urn:microsoft.com/office/officeart/2016/7/layout/VerticalSolidActionList"/>
    <dgm:cxn modelId="{353234E7-8660-4802-ADCE-E6F988D4E4F0}" srcId="{70D74030-7CAC-4C48-B3D0-E10E1DAE06BB}" destId="{3C56B522-7585-47CB-AE21-69EFBB88786C}" srcOrd="0" destOrd="0" parTransId="{568C96A2-99CD-4908-A5EC-97FE77569EEB}" sibTransId="{F7EB941D-75B7-4F27-9E7E-64C08FE6F37B}"/>
    <dgm:cxn modelId="{722E89E7-E35B-43B1-AB0B-F743E7117D38}" type="presOf" srcId="{6190EC25-17F1-4E10-8CA4-0B5480AA6C50}" destId="{ED98FB11-414B-4931-A4EA-C0B44E0CEB77}" srcOrd="0" destOrd="0" presId="urn:microsoft.com/office/officeart/2016/7/layout/VerticalSolidActionList"/>
    <dgm:cxn modelId="{87723CE9-6811-49DD-B573-E12A49ED245D}" srcId="{6190EC25-17F1-4E10-8CA4-0B5480AA6C50}" destId="{0CBF19EE-5B03-4D01-B3C4-4DA1AC106C64}" srcOrd="2" destOrd="0" parTransId="{2FEE1797-6D00-41F4-B223-7E827E1AD867}" sibTransId="{9B97AC00-6BF0-40A4-9AE3-CE39C70D1244}"/>
    <dgm:cxn modelId="{306860EB-2DD8-4813-A3F9-6F2F09E3CD9C}" type="presOf" srcId="{94A0F7E1-3612-47FA-B0A5-96710C614901}" destId="{E34A5705-4160-4C7A-8645-9D1BD0B3C556}" srcOrd="0" destOrd="0" presId="urn:microsoft.com/office/officeart/2016/7/layout/VerticalSolidActionList"/>
    <dgm:cxn modelId="{3EBF6DF7-1F6F-49EB-B752-41C1F2A69617}" srcId="{94A0F7E1-3612-47FA-B0A5-96710C614901}" destId="{C0319450-C891-4B01-92F7-3C8C9EB45D2F}" srcOrd="0" destOrd="0" parTransId="{20B78A08-3590-4383-9825-F56604EC0905}" sibTransId="{C3D57890-5CCA-40C4-9B99-8ACDFF7FB5E2}"/>
    <dgm:cxn modelId="{689F1263-49B1-43B2-B326-1E5BE2905E7A}" type="presParOf" srcId="{ED98FB11-414B-4931-A4EA-C0B44E0CEB77}" destId="{04563411-0292-46BA-8440-6654D8F171C1}" srcOrd="0" destOrd="0" presId="urn:microsoft.com/office/officeart/2016/7/layout/VerticalSolidActionList"/>
    <dgm:cxn modelId="{F7D48E79-C7AF-4D68-8277-051E39DE302E}" type="presParOf" srcId="{04563411-0292-46BA-8440-6654D8F171C1}" destId="{E34A5705-4160-4C7A-8645-9D1BD0B3C556}" srcOrd="0" destOrd="0" presId="urn:microsoft.com/office/officeart/2016/7/layout/VerticalSolidActionList"/>
    <dgm:cxn modelId="{E2C72678-CDDB-4BF8-962C-B549B2BEAF76}" type="presParOf" srcId="{04563411-0292-46BA-8440-6654D8F171C1}" destId="{D18767C8-1167-44FD-A21F-3DC0DF550D7E}" srcOrd="1" destOrd="0" presId="urn:microsoft.com/office/officeart/2016/7/layout/VerticalSolidActionList"/>
    <dgm:cxn modelId="{D63C00C0-0D45-43DF-9F1E-09EFFCDD434D}" type="presParOf" srcId="{ED98FB11-414B-4931-A4EA-C0B44E0CEB77}" destId="{B32280CB-3E55-4D89-AA9F-9EEE3C3EB594}" srcOrd="1" destOrd="0" presId="urn:microsoft.com/office/officeart/2016/7/layout/VerticalSolidActionList"/>
    <dgm:cxn modelId="{4D306B69-F7F1-47DF-A206-762B5BE16114}" type="presParOf" srcId="{ED98FB11-414B-4931-A4EA-C0B44E0CEB77}" destId="{C1652361-A288-4F94-A910-66B13E55EC71}" srcOrd="2" destOrd="0" presId="urn:microsoft.com/office/officeart/2016/7/layout/VerticalSolidActionList"/>
    <dgm:cxn modelId="{3A401FEE-FB79-4C71-9910-4787F9402048}" type="presParOf" srcId="{C1652361-A288-4F94-A910-66B13E55EC71}" destId="{0358CE0C-9131-4E30-9CA8-816FE060F141}" srcOrd="0" destOrd="0" presId="urn:microsoft.com/office/officeart/2016/7/layout/VerticalSolidActionList"/>
    <dgm:cxn modelId="{F55374A7-C5E6-45AF-8502-C8F5998422F5}" type="presParOf" srcId="{C1652361-A288-4F94-A910-66B13E55EC71}" destId="{6FBBE050-CB9C-4BF0-8C14-9E7FC5D5D0FC}" srcOrd="1" destOrd="0" presId="urn:microsoft.com/office/officeart/2016/7/layout/VerticalSolidActionList"/>
    <dgm:cxn modelId="{63700D5A-4A76-41EE-878C-DCAD32D9F3FF}" type="presParOf" srcId="{ED98FB11-414B-4931-A4EA-C0B44E0CEB77}" destId="{BB586091-71FC-4EA8-8138-B6370B39A64D}" srcOrd="3" destOrd="0" presId="urn:microsoft.com/office/officeart/2016/7/layout/VerticalSolidActionList"/>
    <dgm:cxn modelId="{B478FC6A-83B5-4BF1-BD1B-B4B664E74499}" type="presParOf" srcId="{ED98FB11-414B-4931-A4EA-C0B44E0CEB77}" destId="{4E04854D-E717-4817-865B-FEABBFFA9752}" srcOrd="4" destOrd="0" presId="urn:microsoft.com/office/officeart/2016/7/layout/VerticalSolidActionList"/>
    <dgm:cxn modelId="{BB695425-D4CD-4AED-B1FE-80A594CD10B8}" type="presParOf" srcId="{4E04854D-E717-4817-865B-FEABBFFA9752}" destId="{AAE18FE2-3928-4107-8F3F-3F01BEB65D43}" srcOrd="0" destOrd="0" presId="urn:microsoft.com/office/officeart/2016/7/layout/VerticalSolidActionList"/>
    <dgm:cxn modelId="{089D0970-AA64-4AB6-B53C-7A2570C29B48}" type="presParOf" srcId="{4E04854D-E717-4817-865B-FEABBFFA9752}" destId="{9398AD25-6AD7-48F4-8158-A0AA9E674DB0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E9B337-7F77-4B8E-BC69-D2D3F493C28F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FBA11AD-9A1A-43A5-B0EC-2993790B441A}">
      <dgm:prSet/>
      <dgm:spPr/>
      <dgm:t>
        <a:bodyPr/>
        <a:lstStyle/>
        <a:p>
          <a:r>
            <a:rPr lang="en-IN"/>
            <a:t>Title </a:t>
          </a:r>
          <a:endParaRPr lang="en-US"/>
        </a:p>
      </dgm:t>
    </dgm:pt>
    <dgm:pt modelId="{858E0206-FFFB-4080-A2EA-FA06D0DAE2B4}" type="parTrans" cxnId="{D031DDE5-FF21-4D8F-A3BA-056C21B70194}">
      <dgm:prSet/>
      <dgm:spPr/>
      <dgm:t>
        <a:bodyPr/>
        <a:lstStyle/>
        <a:p>
          <a:endParaRPr lang="en-US"/>
        </a:p>
      </dgm:t>
    </dgm:pt>
    <dgm:pt modelId="{D99BF6D9-F66D-416B-A98B-983F58EAA091}" type="sibTrans" cxnId="{D031DDE5-FF21-4D8F-A3BA-056C21B70194}">
      <dgm:prSet/>
      <dgm:spPr/>
      <dgm:t>
        <a:bodyPr/>
        <a:lstStyle/>
        <a:p>
          <a:endParaRPr lang="en-US"/>
        </a:p>
      </dgm:t>
    </dgm:pt>
    <dgm:pt modelId="{0507B4C1-5854-4F25-B80B-377C8683BEA0}">
      <dgm:prSet/>
      <dgm:spPr/>
      <dgm:t>
        <a:bodyPr/>
        <a:lstStyle/>
        <a:p>
          <a:r>
            <a:rPr lang="en-IN"/>
            <a:t>General introduction</a:t>
          </a:r>
          <a:endParaRPr lang="en-US"/>
        </a:p>
      </dgm:t>
    </dgm:pt>
    <dgm:pt modelId="{3BD536BD-E8E6-4F8F-9178-74BCF60C9572}" type="parTrans" cxnId="{5A873038-B390-41E6-8893-D381056354DD}">
      <dgm:prSet/>
      <dgm:spPr/>
      <dgm:t>
        <a:bodyPr/>
        <a:lstStyle/>
        <a:p>
          <a:endParaRPr lang="en-US"/>
        </a:p>
      </dgm:t>
    </dgm:pt>
    <dgm:pt modelId="{95FD10D8-C514-42A3-A62B-3F3A01D23DF3}" type="sibTrans" cxnId="{5A873038-B390-41E6-8893-D381056354DD}">
      <dgm:prSet/>
      <dgm:spPr/>
      <dgm:t>
        <a:bodyPr/>
        <a:lstStyle/>
        <a:p>
          <a:endParaRPr lang="en-US"/>
        </a:p>
      </dgm:t>
    </dgm:pt>
    <dgm:pt modelId="{CA7C33DC-2EA3-4485-BAB9-9FCE35004875}">
      <dgm:prSet/>
      <dgm:spPr/>
      <dgm:t>
        <a:bodyPr/>
        <a:lstStyle/>
        <a:p>
          <a:r>
            <a:rPr lang="en-IN"/>
            <a:t>Specific instructions</a:t>
          </a:r>
          <a:endParaRPr lang="en-US"/>
        </a:p>
      </dgm:t>
    </dgm:pt>
    <dgm:pt modelId="{E7255D33-C348-4ECD-93A8-278BE54ADE00}" type="parTrans" cxnId="{1326A68E-0A69-41DE-86E1-EBBDB743241D}">
      <dgm:prSet/>
      <dgm:spPr/>
      <dgm:t>
        <a:bodyPr/>
        <a:lstStyle/>
        <a:p>
          <a:endParaRPr lang="en-US"/>
        </a:p>
      </dgm:t>
    </dgm:pt>
    <dgm:pt modelId="{10B956E7-68B4-4476-8F49-059EF99553E9}" type="sibTrans" cxnId="{1326A68E-0A69-41DE-86E1-EBBDB743241D}">
      <dgm:prSet/>
      <dgm:spPr/>
      <dgm:t>
        <a:bodyPr/>
        <a:lstStyle/>
        <a:p>
          <a:endParaRPr lang="en-US"/>
        </a:p>
      </dgm:t>
    </dgm:pt>
    <dgm:pt modelId="{0ADDB566-AC22-4A7F-988A-21642AC96636}">
      <dgm:prSet/>
      <dgm:spPr/>
      <dgm:t>
        <a:bodyPr/>
        <a:lstStyle/>
        <a:p>
          <a:r>
            <a:rPr lang="en-IN"/>
            <a:t>Questionnaire items</a:t>
          </a:r>
          <a:endParaRPr lang="en-US"/>
        </a:p>
      </dgm:t>
    </dgm:pt>
    <dgm:pt modelId="{FD914FF5-70C6-40DC-9746-C8A6404FFDC3}" type="parTrans" cxnId="{9226AA09-B03B-4193-A5D1-FB3097AA4ACD}">
      <dgm:prSet/>
      <dgm:spPr/>
      <dgm:t>
        <a:bodyPr/>
        <a:lstStyle/>
        <a:p>
          <a:endParaRPr lang="en-US"/>
        </a:p>
      </dgm:t>
    </dgm:pt>
    <dgm:pt modelId="{BA7384B7-76F8-49B6-9EB2-DAE491D7E5B4}" type="sibTrans" cxnId="{9226AA09-B03B-4193-A5D1-FB3097AA4ACD}">
      <dgm:prSet/>
      <dgm:spPr/>
      <dgm:t>
        <a:bodyPr/>
        <a:lstStyle/>
        <a:p>
          <a:endParaRPr lang="en-US"/>
        </a:p>
      </dgm:t>
    </dgm:pt>
    <dgm:pt modelId="{B3B63A4A-94D7-4163-B3A0-0AC77B6C5247}">
      <dgm:prSet/>
      <dgm:spPr/>
      <dgm:t>
        <a:bodyPr/>
        <a:lstStyle/>
        <a:p>
          <a:r>
            <a:rPr lang="en-IN"/>
            <a:t>Additional informations</a:t>
          </a:r>
          <a:endParaRPr lang="en-US"/>
        </a:p>
      </dgm:t>
    </dgm:pt>
    <dgm:pt modelId="{FD3CCF90-362E-4962-9A4E-689AB2A243A1}" type="parTrans" cxnId="{E44AE763-5DA9-45F8-ACF0-254321B9DCF8}">
      <dgm:prSet/>
      <dgm:spPr/>
      <dgm:t>
        <a:bodyPr/>
        <a:lstStyle/>
        <a:p>
          <a:endParaRPr lang="en-US"/>
        </a:p>
      </dgm:t>
    </dgm:pt>
    <dgm:pt modelId="{67FABD6F-214E-4BF4-9328-ABD61D17DFE7}" type="sibTrans" cxnId="{E44AE763-5DA9-45F8-ACF0-254321B9DCF8}">
      <dgm:prSet/>
      <dgm:spPr/>
      <dgm:t>
        <a:bodyPr/>
        <a:lstStyle/>
        <a:p>
          <a:endParaRPr lang="en-US"/>
        </a:p>
      </dgm:t>
    </dgm:pt>
    <dgm:pt modelId="{8ADC1897-440C-4B34-A95E-60EEEAA592FC}" type="pres">
      <dgm:prSet presAssocID="{3EE9B337-7F77-4B8E-BC69-D2D3F493C28F}" presName="linear" presStyleCnt="0">
        <dgm:presLayoutVars>
          <dgm:dir/>
          <dgm:animLvl val="lvl"/>
          <dgm:resizeHandles val="exact"/>
        </dgm:presLayoutVars>
      </dgm:prSet>
      <dgm:spPr/>
    </dgm:pt>
    <dgm:pt modelId="{6912BC99-9D23-4FA5-89C6-3584DA011DD1}" type="pres">
      <dgm:prSet presAssocID="{FFBA11AD-9A1A-43A5-B0EC-2993790B441A}" presName="parentLin" presStyleCnt="0"/>
      <dgm:spPr/>
    </dgm:pt>
    <dgm:pt modelId="{99700D7D-CB3E-4ED3-AE5B-3D15F962C2D4}" type="pres">
      <dgm:prSet presAssocID="{FFBA11AD-9A1A-43A5-B0EC-2993790B441A}" presName="parentLeftMargin" presStyleLbl="node1" presStyleIdx="0" presStyleCnt="5"/>
      <dgm:spPr/>
    </dgm:pt>
    <dgm:pt modelId="{B39A3F19-E8E0-4A97-95F5-2696407D2C76}" type="pres">
      <dgm:prSet presAssocID="{FFBA11AD-9A1A-43A5-B0EC-2993790B441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0017091-5173-45EE-9EF2-F6EEB81BE194}" type="pres">
      <dgm:prSet presAssocID="{FFBA11AD-9A1A-43A5-B0EC-2993790B441A}" presName="negativeSpace" presStyleCnt="0"/>
      <dgm:spPr/>
    </dgm:pt>
    <dgm:pt modelId="{1B7DEB85-8D5F-47C6-A1AA-84123D8DFFAF}" type="pres">
      <dgm:prSet presAssocID="{FFBA11AD-9A1A-43A5-B0EC-2993790B441A}" presName="childText" presStyleLbl="conFgAcc1" presStyleIdx="0" presStyleCnt="5">
        <dgm:presLayoutVars>
          <dgm:bulletEnabled val="1"/>
        </dgm:presLayoutVars>
      </dgm:prSet>
      <dgm:spPr/>
    </dgm:pt>
    <dgm:pt modelId="{A5A90CB6-DD47-4BE1-B8F6-57B123F7287A}" type="pres">
      <dgm:prSet presAssocID="{D99BF6D9-F66D-416B-A98B-983F58EAA091}" presName="spaceBetweenRectangles" presStyleCnt="0"/>
      <dgm:spPr/>
    </dgm:pt>
    <dgm:pt modelId="{AC98CB6D-611E-486C-AB45-3E884737C8B6}" type="pres">
      <dgm:prSet presAssocID="{0507B4C1-5854-4F25-B80B-377C8683BEA0}" presName="parentLin" presStyleCnt="0"/>
      <dgm:spPr/>
    </dgm:pt>
    <dgm:pt modelId="{9E7910C2-088D-4C31-966C-A2C14FA3B4DE}" type="pres">
      <dgm:prSet presAssocID="{0507B4C1-5854-4F25-B80B-377C8683BEA0}" presName="parentLeftMargin" presStyleLbl="node1" presStyleIdx="0" presStyleCnt="5"/>
      <dgm:spPr/>
    </dgm:pt>
    <dgm:pt modelId="{C5045357-3A59-4867-BD0A-D308F1604500}" type="pres">
      <dgm:prSet presAssocID="{0507B4C1-5854-4F25-B80B-377C8683BEA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BFBC5D2-A09A-4F17-8C4D-775E1EBD846A}" type="pres">
      <dgm:prSet presAssocID="{0507B4C1-5854-4F25-B80B-377C8683BEA0}" presName="negativeSpace" presStyleCnt="0"/>
      <dgm:spPr/>
    </dgm:pt>
    <dgm:pt modelId="{26F13622-8231-4840-9B5D-59EDBEA6F435}" type="pres">
      <dgm:prSet presAssocID="{0507B4C1-5854-4F25-B80B-377C8683BEA0}" presName="childText" presStyleLbl="conFgAcc1" presStyleIdx="1" presStyleCnt="5">
        <dgm:presLayoutVars>
          <dgm:bulletEnabled val="1"/>
        </dgm:presLayoutVars>
      </dgm:prSet>
      <dgm:spPr/>
    </dgm:pt>
    <dgm:pt modelId="{39FAFC90-6726-4329-902B-5C5AF1502207}" type="pres">
      <dgm:prSet presAssocID="{95FD10D8-C514-42A3-A62B-3F3A01D23DF3}" presName="spaceBetweenRectangles" presStyleCnt="0"/>
      <dgm:spPr/>
    </dgm:pt>
    <dgm:pt modelId="{730BAE8B-5A01-4F8B-9CC4-35521AA15FA1}" type="pres">
      <dgm:prSet presAssocID="{CA7C33DC-2EA3-4485-BAB9-9FCE35004875}" presName="parentLin" presStyleCnt="0"/>
      <dgm:spPr/>
    </dgm:pt>
    <dgm:pt modelId="{48726401-ECEB-4993-B809-271BF89E70CC}" type="pres">
      <dgm:prSet presAssocID="{CA7C33DC-2EA3-4485-BAB9-9FCE35004875}" presName="parentLeftMargin" presStyleLbl="node1" presStyleIdx="1" presStyleCnt="5"/>
      <dgm:spPr/>
    </dgm:pt>
    <dgm:pt modelId="{06909486-EA7D-4EE2-B2C9-0DD407FA97A3}" type="pres">
      <dgm:prSet presAssocID="{CA7C33DC-2EA3-4485-BAB9-9FCE3500487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B5112B6-D105-441A-BDD6-5960108AF5EF}" type="pres">
      <dgm:prSet presAssocID="{CA7C33DC-2EA3-4485-BAB9-9FCE35004875}" presName="negativeSpace" presStyleCnt="0"/>
      <dgm:spPr/>
    </dgm:pt>
    <dgm:pt modelId="{89376B10-1203-40D6-B809-377104A57C7B}" type="pres">
      <dgm:prSet presAssocID="{CA7C33DC-2EA3-4485-BAB9-9FCE35004875}" presName="childText" presStyleLbl="conFgAcc1" presStyleIdx="2" presStyleCnt="5">
        <dgm:presLayoutVars>
          <dgm:bulletEnabled val="1"/>
        </dgm:presLayoutVars>
      </dgm:prSet>
      <dgm:spPr/>
    </dgm:pt>
    <dgm:pt modelId="{6671FF49-4362-4E4B-99A8-90B7160E9A21}" type="pres">
      <dgm:prSet presAssocID="{10B956E7-68B4-4476-8F49-059EF99553E9}" presName="spaceBetweenRectangles" presStyleCnt="0"/>
      <dgm:spPr/>
    </dgm:pt>
    <dgm:pt modelId="{17F5D399-DC68-415A-887E-680F6CF08197}" type="pres">
      <dgm:prSet presAssocID="{0ADDB566-AC22-4A7F-988A-21642AC96636}" presName="parentLin" presStyleCnt="0"/>
      <dgm:spPr/>
    </dgm:pt>
    <dgm:pt modelId="{E0761380-6285-4046-89B9-627AF5E732D6}" type="pres">
      <dgm:prSet presAssocID="{0ADDB566-AC22-4A7F-988A-21642AC96636}" presName="parentLeftMargin" presStyleLbl="node1" presStyleIdx="2" presStyleCnt="5"/>
      <dgm:spPr/>
    </dgm:pt>
    <dgm:pt modelId="{9365D1E4-1881-4D0C-9143-FB14C0DDAD95}" type="pres">
      <dgm:prSet presAssocID="{0ADDB566-AC22-4A7F-988A-21642AC9663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1FD4AB0-0565-4DF3-A848-5F128DA6C826}" type="pres">
      <dgm:prSet presAssocID="{0ADDB566-AC22-4A7F-988A-21642AC96636}" presName="negativeSpace" presStyleCnt="0"/>
      <dgm:spPr/>
    </dgm:pt>
    <dgm:pt modelId="{1B3C6F93-069C-41B0-B1CA-0A8B7FF25201}" type="pres">
      <dgm:prSet presAssocID="{0ADDB566-AC22-4A7F-988A-21642AC96636}" presName="childText" presStyleLbl="conFgAcc1" presStyleIdx="3" presStyleCnt="5">
        <dgm:presLayoutVars>
          <dgm:bulletEnabled val="1"/>
        </dgm:presLayoutVars>
      </dgm:prSet>
      <dgm:spPr/>
    </dgm:pt>
    <dgm:pt modelId="{337F66E6-AAE2-41D8-8EED-0C4CC7FB1935}" type="pres">
      <dgm:prSet presAssocID="{BA7384B7-76F8-49B6-9EB2-DAE491D7E5B4}" presName="spaceBetweenRectangles" presStyleCnt="0"/>
      <dgm:spPr/>
    </dgm:pt>
    <dgm:pt modelId="{8D5F9DA7-BC26-4993-BE6B-DC93826B9963}" type="pres">
      <dgm:prSet presAssocID="{B3B63A4A-94D7-4163-B3A0-0AC77B6C5247}" presName="parentLin" presStyleCnt="0"/>
      <dgm:spPr/>
    </dgm:pt>
    <dgm:pt modelId="{C2155F43-FFED-475F-8006-1F680AF5DD1F}" type="pres">
      <dgm:prSet presAssocID="{B3B63A4A-94D7-4163-B3A0-0AC77B6C5247}" presName="parentLeftMargin" presStyleLbl="node1" presStyleIdx="3" presStyleCnt="5"/>
      <dgm:spPr/>
    </dgm:pt>
    <dgm:pt modelId="{A6296EC7-071E-4DFC-93FE-1918358759B6}" type="pres">
      <dgm:prSet presAssocID="{B3B63A4A-94D7-4163-B3A0-0AC77B6C524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9477B43-0217-421B-8D6A-7FBC57614A37}" type="pres">
      <dgm:prSet presAssocID="{B3B63A4A-94D7-4163-B3A0-0AC77B6C5247}" presName="negativeSpace" presStyleCnt="0"/>
      <dgm:spPr/>
    </dgm:pt>
    <dgm:pt modelId="{6697C033-3365-49B4-B178-2F4129A81A15}" type="pres">
      <dgm:prSet presAssocID="{B3B63A4A-94D7-4163-B3A0-0AC77B6C524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436DC00-0320-40F5-970A-97C03B10F172}" type="presOf" srcId="{B3B63A4A-94D7-4163-B3A0-0AC77B6C5247}" destId="{C2155F43-FFED-475F-8006-1F680AF5DD1F}" srcOrd="0" destOrd="0" presId="urn:microsoft.com/office/officeart/2005/8/layout/list1"/>
    <dgm:cxn modelId="{1E237901-0744-4288-BAA5-14CF4CFA1C3F}" type="presOf" srcId="{FFBA11AD-9A1A-43A5-B0EC-2993790B441A}" destId="{99700D7D-CB3E-4ED3-AE5B-3D15F962C2D4}" srcOrd="0" destOrd="0" presId="urn:microsoft.com/office/officeart/2005/8/layout/list1"/>
    <dgm:cxn modelId="{9226AA09-B03B-4193-A5D1-FB3097AA4ACD}" srcId="{3EE9B337-7F77-4B8E-BC69-D2D3F493C28F}" destId="{0ADDB566-AC22-4A7F-988A-21642AC96636}" srcOrd="3" destOrd="0" parTransId="{FD914FF5-70C6-40DC-9746-C8A6404FFDC3}" sibTransId="{BA7384B7-76F8-49B6-9EB2-DAE491D7E5B4}"/>
    <dgm:cxn modelId="{02F8A022-2B0C-4BA2-BD5B-2112E1A7C39A}" type="presOf" srcId="{0507B4C1-5854-4F25-B80B-377C8683BEA0}" destId="{9E7910C2-088D-4C31-966C-A2C14FA3B4DE}" srcOrd="0" destOrd="0" presId="urn:microsoft.com/office/officeart/2005/8/layout/list1"/>
    <dgm:cxn modelId="{997FFF26-43C7-4574-ADA0-4EBCF80F519B}" type="presOf" srcId="{B3B63A4A-94D7-4163-B3A0-0AC77B6C5247}" destId="{A6296EC7-071E-4DFC-93FE-1918358759B6}" srcOrd="1" destOrd="0" presId="urn:microsoft.com/office/officeart/2005/8/layout/list1"/>
    <dgm:cxn modelId="{E2BE3034-4571-4ADB-B46F-A214B9041249}" type="presOf" srcId="{3EE9B337-7F77-4B8E-BC69-D2D3F493C28F}" destId="{8ADC1897-440C-4B34-A95E-60EEEAA592FC}" srcOrd="0" destOrd="0" presId="urn:microsoft.com/office/officeart/2005/8/layout/list1"/>
    <dgm:cxn modelId="{5A873038-B390-41E6-8893-D381056354DD}" srcId="{3EE9B337-7F77-4B8E-BC69-D2D3F493C28F}" destId="{0507B4C1-5854-4F25-B80B-377C8683BEA0}" srcOrd="1" destOrd="0" parTransId="{3BD536BD-E8E6-4F8F-9178-74BCF60C9572}" sibTransId="{95FD10D8-C514-42A3-A62B-3F3A01D23DF3}"/>
    <dgm:cxn modelId="{E44AE763-5DA9-45F8-ACF0-254321B9DCF8}" srcId="{3EE9B337-7F77-4B8E-BC69-D2D3F493C28F}" destId="{B3B63A4A-94D7-4163-B3A0-0AC77B6C5247}" srcOrd="4" destOrd="0" parTransId="{FD3CCF90-362E-4962-9A4E-689AB2A243A1}" sibTransId="{67FABD6F-214E-4BF4-9328-ABD61D17DFE7}"/>
    <dgm:cxn modelId="{2302077C-9F97-4AD7-9E2A-9ADF828BE0A4}" type="presOf" srcId="{FFBA11AD-9A1A-43A5-B0EC-2993790B441A}" destId="{B39A3F19-E8E0-4A97-95F5-2696407D2C76}" srcOrd="1" destOrd="0" presId="urn:microsoft.com/office/officeart/2005/8/layout/list1"/>
    <dgm:cxn modelId="{38F8FB87-DC51-4996-BCC6-D116FF6C6A7E}" type="presOf" srcId="{0ADDB566-AC22-4A7F-988A-21642AC96636}" destId="{9365D1E4-1881-4D0C-9143-FB14C0DDAD95}" srcOrd="1" destOrd="0" presId="urn:microsoft.com/office/officeart/2005/8/layout/list1"/>
    <dgm:cxn modelId="{1326A68E-0A69-41DE-86E1-EBBDB743241D}" srcId="{3EE9B337-7F77-4B8E-BC69-D2D3F493C28F}" destId="{CA7C33DC-2EA3-4485-BAB9-9FCE35004875}" srcOrd="2" destOrd="0" parTransId="{E7255D33-C348-4ECD-93A8-278BE54ADE00}" sibTransId="{10B956E7-68B4-4476-8F49-059EF99553E9}"/>
    <dgm:cxn modelId="{7209FB9E-C843-42DD-82FF-26849C656E0A}" type="presOf" srcId="{0ADDB566-AC22-4A7F-988A-21642AC96636}" destId="{E0761380-6285-4046-89B9-627AF5E732D6}" srcOrd="0" destOrd="0" presId="urn:microsoft.com/office/officeart/2005/8/layout/list1"/>
    <dgm:cxn modelId="{D031DDE5-FF21-4D8F-A3BA-056C21B70194}" srcId="{3EE9B337-7F77-4B8E-BC69-D2D3F493C28F}" destId="{FFBA11AD-9A1A-43A5-B0EC-2993790B441A}" srcOrd="0" destOrd="0" parTransId="{858E0206-FFFB-4080-A2EA-FA06D0DAE2B4}" sibTransId="{D99BF6D9-F66D-416B-A98B-983F58EAA091}"/>
    <dgm:cxn modelId="{E41074E9-5A0D-41D4-BA1C-1525645DC03F}" type="presOf" srcId="{CA7C33DC-2EA3-4485-BAB9-9FCE35004875}" destId="{06909486-EA7D-4EE2-B2C9-0DD407FA97A3}" srcOrd="1" destOrd="0" presId="urn:microsoft.com/office/officeart/2005/8/layout/list1"/>
    <dgm:cxn modelId="{505437ED-319A-4EB6-810D-B75716F194DA}" type="presOf" srcId="{CA7C33DC-2EA3-4485-BAB9-9FCE35004875}" destId="{48726401-ECEB-4993-B809-271BF89E70CC}" srcOrd="0" destOrd="0" presId="urn:microsoft.com/office/officeart/2005/8/layout/list1"/>
    <dgm:cxn modelId="{BE5558ED-C9D0-4575-892F-D2833377F696}" type="presOf" srcId="{0507B4C1-5854-4F25-B80B-377C8683BEA0}" destId="{C5045357-3A59-4867-BD0A-D308F1604500}" srcOrd="1" destOrd="0" presId="urn:microsoft.com/office/officeart/2005/8/layout/list1"/>
    <dgm:cxn modelId="{E768147F-466E-40CF-87D4-927124F025C5}" type="presParOf" srcId="{8ADC1897-440C-4B34-A95E-60EEEAA592FC}" destId="{6912BC99-9D23-4FA5-89C6-3584DA011DD1}" srcOrd="0" destOrd="0" presId="urn:microsoft.com/office/officeart/2005/8/layout/list1"/>
    <dgm:cxn modelId="{C5F49AA8-45F3-40ED-98E6-2292C9BEB15F}" type="presParOf" srcId="{6912BC99-9D23-4FA5-89C6-3584DA011DD1}" destId="{99700D7D-CB3E-4ED3-AE5B-3D15F962C2D4}" srcOrd="0" destOrd="0" presId="urn:microsoft.com/office/officeart/2005/8/layout/list1"/>
    <dgm:cxn modelId="{87305C4D-C997-44CB-AD7E-A74147A56BBB}" type="presParOf" srcId="{6912BC99-9D23-4FA5-89C6-3584DA011DD1}" destId="{B39A3F19-E8E0-4A97-95F5-2696407D2C76}" srcOrd="1" destOrd="0" presId="urn:microsoft.com/office/officeart/2005/8/layout/list1"/>
    <dgm:cxn modelId="{7094AFA4-46FB-48E3-BAD1-AEC1FC81EEDF}" type="presParOf" srcId="{8ADC1897-440C-4B34-A95E-60EEEAA592FC}" destId="{C0017091-5173-45EE-9EF2-F6EEB81BE194}" srcOrd="1" destOrd="0" presId="urn:microsoft.com/office/officeart/2005/8/layout/list1"/>
    <dgm:cxn modelId="{C8D12761-8CE2-45ED-A721-CC0D3360572A}" type="presParOf" srcId="{8ADC1897-440C-4B34-A95E-60EEEAA592FC}" destId="{1B7DEB85-8D5F-47C6-A1AA-84123D8DFFAF}" srcOrd="2" destOrd="0" presId="urn:microsoft.com/office/officeart/2005/8/layout/list1"/>
    <dgm:cxn modelId="{7B9FC576-6493-4F8D-9D95-6C4D54126F9D}" type="presParOf" srcId="{8ADC1897-440C-4B34-A95E-60EEEAA592FC}" destId="{A5A90CB6-DD47-4BE1-B8F6-57B123F7287A}" srcOrd="3" destOrd="0" presId="urn:microsoft.com/office/officeart/2005/8/layout/list1"/>
    <dgm:cxn modelId="{FA38BA80-5EC5-4F7F-99F0-16284F80B024}" type="presParOf" srcId="{8ADC1897-440C-4B34-A95E-60EEEAA592FC}" destId="{AC98CB6D-611E-486C-AB45-3E884737C8B6}" srcOrd="4" destOrd="0" presId="urn:microsoft.com/office/officeart/2005/8/layout/list1"/>
    <dgm:cxn modelId="{626C907D-2DF1-478E-864A-E6F15F112D62}" type="presParOf" srcId="{AC98CB6D-611E-486C-AB45-3E884737C8B6}" destId="{9E7910C2-088D-4C31-966C-A2C14FA3B4DE}" srcOrd="0" destOrd="0" presId="urn:microsoft.com/office/officeart/2005/8/layout/list1"/>
    <dgm:cxn modelId="{F0AF5690-FE81-41C7-B114-2263AE6056C4}" type="presParOf" srcId="{AC98CB6D-611E-486C-AB45-3E884737C8B6}" destId="{C5045357-3A59-4867-BD0A-D308F1604500}" srcOrd="1" destOrd="0" presId="urn:microsoft.com/office/officeart/2005/8/layout/list1"/>
    <dgm:cxn modelId="{E5E3C382-5C9E-4B03-A9DB-E1CD0101F387}" type="presParOf" srcId="{8ADC1897-440C-4B34-A95E-60EEEAA592FC}" destId="{CBFBC5D2-A09A-4F17-8C4D-775E1EBD846A}" srcOrd="5" destOrd="0" presId="urn:microsoft.com/office/officeart/2005/8/layout/list1"/>
    <dgm:cxn modelId="{BBF7F5E1-962F-4E76-B623-9E9A4C80123C}" type="presParOf" srcId="{8ADC1897-440C-4B34-A95E-60EEEAA592FC}" destId="{26F13622-8231-4840-9B5D-59EDBEA6F435}" srcOrd="6" destOrd="0" presId="urn:microsoft.com/office/officeart/2005/8/layout/list1"/>
    <dgm:cxn modelId="{D8D8A0DD-67A5-47EB-9AA3-03D0E478FCF5}" type="presParOf" srcId="{8ADC1897-440C-4B34-A95E-60EEEAA592FC}" destId="{39FAFC90-6726-4329-902B-5C5AF1502207}" srcOrd="7" destOrd="0" presId="urn:microsoft.com/office/officeart/2005/8/layout/list1"/>
    <dgm:cxn modelId="{D817F751-7AA4-4B39-A2FB-69C3BFEC7D2C}" type="presParOf" srcId="{8ADC1897-440C-4B34-A95E-60EEEAA592FC}" destId="{730BAE8B-5A01-4F8B-9CC4-35521AA15FA1}" srcOrd="8" destOrd="0" presId="urn:microsoft.com/office/officeart/2005/8/layout/list1"/>
    <dgm:cxn modelId="{64ECB672-7001-42EE-B356-0EE2ED17BE44}" type="presParOf" srcId="{730BAE8B-5A01-4F8B-9CC4-35521AA15FA1}" destId="{48726401-ECEB-4993-B809-271BF89E70CC}" srcOrd="0" destOrd="0" presId="urn:microsoft.com/office/officeart/2005/8/layout/list1"/>
    <dgm:cxn modelId="{CD05BB39-DB24-4C44-84BA-6600EEFF4B6B}" type="presParOf" srcId="{730BAE8B-5A01-4F8B-9CC4-35521AA15FA1}" destId="{06909486-EA7D-4EE2-B2C9-0DD407FA97A3}" srcOrd="1" destOrd="0" presId="urn:microsoft.com/office/officeart/2005/8/layout/list1"/>
    <dgm:cxn modelId="{4C6005EF-99E2-4521-880E-CC0DB55F27B8}" type="presParOf" srcId="{8ADC1897-440C-4B34-A95E-60EEEAA592FC}" destId="{BB5112B6-D105-441A-BDD6-5960108AF5EF}" srcOrd="9" destOrd="0" presId="urn:microsoft.com/office/officeart/2005/8/layout/list1"/>
    <dgm:cxn modelId="{7B507947-198D-49F0-84CE-86829665CED9}" type="presParOf" srcId="{8ADC1897-440C-4B34-A95E-60EEEAA592FC}" destId="{89376B10-1203-40D6-B809-377104A57C7B}" srcOrd="10" destOrd="0" presId="urn:microsoft.com/office/officeart/2005/8/layout/list1"/>
    <dgm:cxn modelId="{36955A79-380D-4C49-A397-4727E806BC1E}" type="presParOf" srcId="{8ADC1897-440C-4B34-A95E-60EEEAA592FC}" destId="{6671FF49-4362-4E4B-99A8-90B7160E9A21}" srcOrd="11" destOrd="0" presId="urn:microsoft.com/office/officeart/2005/8/layout/list1"/>
    <dgm:cxn modelId="{245D15E1-96CF-4F52-A6A2-794EB062101E}" type="presParOf" srcId="{8ADC1897-440C-4B34-A95E-60EEEAA592FC}" destId="{17F5D399-DC68-415A-887E-680F6CF08197}" srcOrd="12" destOrd="0" presId="urn:microsoft.com/office/officeart/2005/8/layout/list1"/>
    <dgm:cxn modelId="{4FDB2EBA-598F-4D21-9183-6C89326341AE}" type="presParOf" srcId="{17F5D399-DC68-415A-887E-680F6CF08197}" destId="{E0761380-6285-4046-89B9-627AF5E732D6}" srcOrd="0" destOrd="0" presId="urn:microsoft.com/office/officeart/2005/8/layout/list1"/>
    <dgm:cxn modelId="{3D40EFE6-6993-47ED-A0E8-D1A5AC602693}" type="presParOf" srcId="{17F5D399-DC68-415A-887E-680F6CF08197}" destId="{9365D1E4-1881-4D0C-9143-FB14C0DDAD95}" srcOrd="1" destOrd="0" presId="urn:microsoft.com/office/officeart/2005/8/layout/list1"/>
    <dgm:cxn modelId="{0A90EE1F-C064-483B-AE51-246B568662A0}" type="presParOf" srcId="{8ADC1897-440C-4B34-A95E-60EEEAA592FC}" destId="{41FD4AB0-0565-4DF3-A848-5F128DA6C826}" srcOrd="13" destOrd="0" presId="urn:microsoft.com/office/officeart/2005/8/layout/list1"/>
    <dgm:cxn modelId="{B33621AC-8BF0-43AC-8E2D-C7766B18AB73}" type="presParOf" srcId="{8ADC1897-440C-4B34-A95E-60EEEAA592FC}" destId="{1B3C6F93-069C-41B0-B1CA-0A8B7FF25201}" srcOrd="14" destOrd="0" presId="urn:microsoft.com/office/officeart/2005/8/layout/list1"/>
    <dgm:cxn modelId="{A665815B-82B8-4A68-BA5E-E3A417E02AD3}" type="presParOf" srcId="{8ADC1897-440C-4B34-A95E-60EEEAA592FC}" destId="{337F66E6-AAE2-41D8-8EED-0C4CC7FB1935}" srcOrd="15" destOrd="0" presId="urn:microsoft.com/office/officeart/2005/8/layout/list1"/>
    <dgm:cxn modelId="{81DC8474-0827-4871-A653-8B28B3420F6D}" type="presParOf" srcId="{8ADC1897-440C-4B34-A95E-60EEEAA592FC}" destId="{8D5F9DA7-BC26-4993-BE6B-DC93826B9963}" srcOrd="16" destOrd="0" presId="urn:microsoft.com/office/officeart/2005/8/layout/list1"/>
    <dgm:cxn modelId="{C46EA0A9-AC03-471A-9828-9371795A16D3}" type="presParOf" srcId="{8D5F9DA7-BC26-4993-BE6B-DC93826B9963}" destId="{C2155F43-FFED-475F-8006-1F680AF5DD1F}" srcOrd="0" destOrd="0" presId="urn:microsoft.com/office/officeart/2005/8/layout/list1"/>
    <dgm:cxn modelId="{289DC310-FAD8-4983-9BFC-5A4C74C61D98}" type="presParOf" srcId="{8D5F9DA7-BC26-4993-BE6B-DC93826B9963}" destId="{A6296EC7-071E-4DFC-93FE-1918358759B6}" srcOrd="1" destOrd="0" presId="urn:microsoft.com/office/officeart/2005/8/layout/list1"/>
    <dgm:cxn modelId="{FE425A72-422C-42EC-B385-6CB4F298E600}" type="presParOf" srcId="{8ADC1897-440C-4B34-A95E-60EEEAA592FC}" destId="{F9477B43-0217-421B-8D6A-7FBC57614A37}" srcOrd="17" destOrd="0" presId="urn:microsoft.com/office/officeart/2005/8/layout/list1"/>
    <dgm:cxn modelId="{D4CF6A17-6454-4967-9B3F-700A75B3DF67}" type="presParOf" srcId="{8ADC1897-440C-4B34-A95E-60EEEAA592FC}" destId="{6697C033-3365-49B4-B178-2F4129A81A1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6813FC-BD3E-4A87-8A1B-8644550E43F1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AB390C1-112B-4635-BA0B-FD90B6D9260F}">
      <dgm:prSet/>
      <dgm:spPr/>
      <dgm:t>
        <a:bodyPr/>
        <a:lstStyle/>
        <a:p>
          <a:r>
            <a:rPr lang="en-IN"/>
            <a:t>Don’t have predetermined set of responses.</a:t>
          </a:r>
          <a:endParaRPr lang="en-US"/>
        </a:p>
      </dgm:t>
    </dgm:pt>
    <dgm:pt modelId="{1EB5606D-5EEE-47CC-B54D-D88F3CCCA6DF}" type="parTrans" cxnId="{CE969A8B-FF67-4E01-80C6-1E4E07D891AA}">
      <dgm:prSet/>
      <dgm:spPr/>
      <dgm:t>
        <a:bodyPr/>
        <a:lstStyle/>
        <a:p>
          <a:endParaRPr lang="en-US"/>
        </a:p>
      </dgm:t>
    </dgm:pt>
    <dgm:pt modelId="{C8EDA55E-A1D5-43BF-A7D2-EDB66CAF175C}" type="sibTrans" cxnId="{CE969A8B-FF67-4E01-80C6-1E4E07D891AA}">
      <dgm:prSet/>
      <dgm:spPr/>
      <dgm:t>
        <a:bodyPr/>
        <a:lstStyle/>
        <a:p>
          <a:endParaRPr lang="en-US"/>
        </a:p>
      </dgm:t>
    </dgm:pt>
    <dgm:pt modelId="{D80FE72E-DF49-4824-8DEB-4FAD08132FC4}">
      <dgm:prSet/>
      <dgm:spPr/>
      <dgm:t>
        <a:bodyPr/>
        <a:lstStyle/>
        <a:p>
          <a:r>
            <a:rPr lang="en-IN"/>
            <a:t>Gives opportunity to the respondents to express their opinions in a free-flowing manner.</a:t>
          </a:r>
          <a:endParaRPr lang="en-US"/>
        </a:p>
      </dgm:t>
    </dgm:pt>
    <dgm:pt modelId="{93E29FAF-DC7F-409A-A8FA-DA69C82F394C}" type="parTrans" cxnId="{92AA2329-2BB2-4C08-B29B-D5A444ADF5DE}">
      <dgm:prSet/>
      <dgm:spPr/>
      <dgm:t>
        <a:bodyPr/>
        <a:lstStyle/>
        <a:p>
          <a:endParaRPr lang="en-US"/>
        </a:p>
      </dgm:t>
    </dgm:pt>
    <dgm:pt modelId="{05DCA4FA-B3D8-478F-B42A-B53E078FE009}" type="sibTrans" cxnId="{92AA2329-2BB2-4C08-B29B-D5A444ADF5DE}">
      <dgm:prSet/>
      <dgm:spPr/>
      <dgm:t>
        <a:bodyPr/>
        <a:lstStyle/>
        <a:p>
          <a:endParaRPr lang="en-US"/>
        </a:p>
      </dgm:t>
    </dgm:pt>
    <dgm:pt modelId="{25A3299E-E7D3-4498-AEF8-242EC833C16E}">
      <dgm:prSet/>
      <dgm:spPr/>
      <dgm:t>
        <a:bodyPr/>
        <a:lstStyle/>
        <a:p>
          <a:r>
            <a:rPr lang="en-IN"/>
            <a:t>4 types</a:t>
          </a:r>
          <a:endParaRPr lang="en-US"/>
        </a:p>
      </dgm:t>
    </dgm:pt>
    <dgm:pt modelId="{AA4FB144-E25D-4E68-AADC-9F3B09F89335}" type="parTrans" cxnId="{3495DD2A-EE55-4F6C-9DC1-8B5CA9A44B2E}">
      <dgm:prSet/>
      <dgm:spPr/>
      <dgm:t>
        <a:bodyPr/>
        <a:lstStyle/>
        <a:p>
          <a:endParaRPr lang="en-US"/>
        </a:p>
      </dgm:t>
    </dgm:pt>
    <dgm:pt modelId="{4C949DCF-A37D-43E2-8A89-3DC36FEB8281}" type="sibTrans" cxnId="{3495DD2A-EE55-4F6C-9DC1-8B5CA9A44B2E}">
      <dgm:prSet/>
      <dgm:spPr/>
      <dgm:t>
        <a:bodyPr/>
        <a:lstStyle/>
        <a:p>
          <a:endParaRPr lang="en-US"/>
        </a:p>
      </dgm:t>
    </dgm:pt>
    <dgm:pt modelId="{C7D02C8F-3021-408C-B5CC-7E4A97B67CA1}">
      <dgm:prSet/>
      <dgm:spPr/>
      <dgm:t>
        <a:bodyPr/>
        <a:lstStyle/>
        <a:p>
          <a:r>
            <a:rPr lang="en-IN"/>
            <a:t>Completely Unstructured</a:t>
          </a:r>
          <a:endParaRPr lang="en-US"/>
        </a:p>
      </dgm:t>
    </dgm:pt>
    <dgm:pt modelId="{891F05B4-870F-4F31-B6FE-94CDA7046C8C}" type="parTrans" cxnId="{C3D84359-4844-4486-883C-A3819715B859}">
      <dgm:prSet/>
      <dgm:spPr/>
      <dgm:t>
        <a:bodyPr/>
        <a:lstStyle/>
        <a:p>
          <a:endParaRPr lang="en-US"/>
        </a:p>
      </dgm:t>
    </dgm:pt>
    <dgm:pt modelId="{55523D64-B3B4-4569-AB6F-E0C3502D82D3}" type="sibTrans" cxnId="{C3D84359-4844-4486-883C-A3819715B859}">
      <dgm:prSet/>
      <dgm:spPr/>
      <dgm:t>
        <a:bodyPr/>
        <a:lstStyle/>
        <a:p>
          <a:endParaRPr lang="en-US"/>
        </a:p>
      </dgm:t>
    </dgm:pt>
    <dgm:pt modelId="{1AEA7E53-F110-49C2-80A6-C37396C3CF32}">
      <dgm:prSet/>
      <dgm:spPr/>
      <dgm:t>
        <a:bodyPr/>
        <a:lstStyle/>
        <a:p>
          <a:r>
            <a:rPr lang="en-IN"/>
            <a:t>Thematic Apperception Test</a:t>
          </a:r>
          <a:endParaRPr lang="en-US"/>
        </a:p>
      </dgm:t>
    </dgm:pt>
    <dgm:pt modelId="{52E8A598-4614-493E-A2B6-76971ADD42FB}" type="parTrans" cxnId="{24912996-DAA0-444C-A2E6-0CAE51945F1F}">
      <dgm:prSet/>
      <dgm:spPr/>
      <dgm:t>
        <a:bodyPr/>
        <a:lstStyle/>
        <a:p>
          <a:endParaRPr lang="en-US"/>
        </a:p>
      </dgm:t>
    </dgm:pt>
    <dgm:pt modelId="{746EF005-3D7C-4C9A-A59F-5669BF88A03A}" type="sibTrans" cxnId="{24912996-DAA0-444C-A2E6-0CAE51945F1F}">
      <dgm:prSet/>
      <dgm:spPr/>
      <dgm:t>
        <a:bodyPr/>
        <a:lstStyle/>
        <a:p>
          <a:endParaRPr lang="en-US"/>
        </a:p>
      </dgm:t>
    </dgm:pt>
    <dgm:pt modelId="{EEBC6428-08CE-404A-817E-ED71032C454F}">
      <dgm:prSet/>
      <dgm:spPr/>
      <dgm:t>
        <a:bodyPr/>
        <a:lstStyle/>
        <a:p>
          <a:r>
            <a:rPr lang="en-IN"/>
            <a:t>Word Associate</a:t>
          </a:r>
          <a:endParaRPr lang="en-US"/>
        </a:p>
      </dgm:t>
    </dgm:pt>
    <dgm:pt modelId="{FD9216B5-E8A7-4702-A87F-19C73A7D7E15}" type="parTrans" cxnId="{084A0CC2-5E9C-4E5D-B89F-166F8CA7FF2A}">
      <dgm:prSet/>
      <dgm:spPr/>
      <dgm:t>
        <a:bodyPr/>
        <a:lstStyle/>
        <a:p>
          <a:endParaRPr lang="en-US"/>
        </a:p>
      </dgm:t>
    </dgm:pt>
    <dgm:pt modelId="{AB6385B1-3441-4110-B181-68ED5B7D9DED}" type="sibTrans" cxnId="{084A0CC2-5E9C-4E5D-B89F-166F8CA7FF2A}">
      <dgm:prSet/>
      <dgm:spPr/>
      <dgm:t>
        <a:bodyPr/>
        <a:lstStyle/>
        <a:p>
          <a:endParaRPr lang="en-US"/>
        </a:p>
      </dgm:t>
    </dgm:pt>
    <dgm:pt modelId="{1B6C6FBA-0EDE-4788-A3C3-227102FDB15D}">
      <dgm:prSet/>
      <dgm:spPr/>
      <dgm:t>
        <a:bodyPr/>
        <a:lstStyle/>
        <a:p>
          <a:r>
            <a:rPr lang="en-IN"/>
            <a:t>Sentence, Story or Picture Completion</a:t>
          </a:r>
          <a:endParaRPr lang="en-US"/>
        </a:p>
      </dgm:t>
    </dgm:pt>
    <dgm:pt modelId="{EAD94DD3-72CB-4985-8191-FDBBCF632630}" type="parTrans" cxnId="{4A54362D-63A9-4322-9DBE-C5863E165ADA}">
      <dgm:prSet/>
      <dgm:spPr/>
      <dgm:t>
        <a:bodyPr/>
        <a:lstStyle/>
        <a:p>
          <a:endParaRPr lang="en-US"/>
        </a:p>
      </dgm:t>
    </dgm:pt>
    <dgm:pt modelId="{97B8A12D-A7F7-472F-91DA-DD9F2AD5299B}" type="sibTrans" cxnId="{4A54362D-63A9-4322-9DBE-C5863E165ADA}">
      <dgm:prSet/>
      <dgm:spPr/>
      <dgm:t>
        <a:bodyPr/>
        <a:lstStyle/>
        <a:p>
          <a:endParaRPr lang="en-US"/>
        </a:p>
      </dgm:t>
    </dgm:pt>
    <dgm:pt modelId="{D43B0E63-632D-476F-918F-99BAD495789F}" type="pres">
      <dgm:prSet presAssocID="{E96813FC-BD3E-4A87-8A1B-8644550E43F1}" presName="Name0" presStyleCnt="0">
        <dgm:presLayoutVars>
          <dgm:dir/>
          <dgm:animLvl val="lvl"/>
          <dgm:resizeHandles val="exact"/>
        </dgm:presLayoutVars>
      </dgm:prSet>
      <dgm:spPr/>
    </dgm:pt>
    <dgm:pt modelId="{E64915A1-672F-4B95-B060-1CD451BDDE3A}" type="pres">
      <dgm:prSet presAssocID="{25A3299E-E7D3-4498-AEF8-242EC833C16E}" presName="boxAndChildren" presStyleCnt="0"/>
      <dgm:spPr/>
    </dgm:pt>
    <dgm:pt modelId="{113BD108-0E97-4877-9ACE-8EE04F1F7275}" type="pres">
      <dgm:prSet presAssocID="{25A3299E-E7D3-4498-AEF8-242EC833C16E}" presName="parentTextBox" presStyleLbl="node1" presStyleIdx="0" presStyleCnt="3"/>
      <dgm:spPr/>
    </dgm:pt>
    <dgm:pt modelId="{7291F25F-E1B8-41F6-862A-7FE1C0C226AD}" type="pres">
      <dgm:prSet presAssocID="{25A3299E-E7D3-4498-AEF8-242EC833C16E}" presName="entireBox" presStyleLbl="node1" presStyleIdx="0" presStyleCnt="3"/>
      <dgm:spPr/>
    </dgm:pt>
    <dgm:pt modelId="{3F0CAB4A-F989-4AE8-99F1-72D13AEDC1E2}" type="pres">
      <dgm:prSet presAssocID="{25A3299E-E7D3-4498-AEF8-242EC833C16E}" presName="descendantBox" presStyleCnt="0"/>
      <dgm:spPr/>
    </dgm:pt>
    <dgm:pt modelId="{7B53D03C-D611-4730-B2CB-EE1DEEAA04EA}" type="pres">
      <dgm:prSet presAssocID="{C7D02C8F-3021-408C-B5CC-7E4A97B67CA1}" presName="childTextBox" presStyleLbl="fgAccFollowNode1" presStyleIdx="0" presStyleCnt="4">
        <dgm:presLayoutVars>
          <dgm:bulletEnabled val="1"/>
        </dgm:presLayoutVars>
      </dgm:prSet>
      <dgm:spPr/>
    </dgm:pt>
    <dgm:pt modelId="{F22EE462-6AD3-4634-9F98-989293AB630C}" type="pres">
      <dgm:prSet presAssocID="{1AEA7E53-F110-49C2-80A6-C37396C3CF32}" presName="childTextBox" presStyleLbl="fgAccFollowNode1" presStyleIdx="1" presStyleCnt="4">
        <dgm:presLayoutVars>
          <dgm:bulletEnabled val="1"/>
        </dgm:presLayoutVars>
      </dgm:prSet>
      <dgm:spPr/>
    </dgm:pt>
    <dgm:pt modelId="{73B0639C-DA2D-40FB-80E7-C9FDDC3C8A13}" type="pres">
      <dgm:prSet presAssocID="{EEBC6428-08CE-404A-817E-ED71032C454F}" presName="childTextBox" presStyleLbl="fgAccFollowNode1" presStyleIdx="2" presStyleCnt="4">
        <dgm:presLayoutVars>
          <dgm:bulletEnabled val="1"/>
        </dgm:presLayoutVars>
      </dgm:prSet>
      <dgm:spPr/>
    </dgm:pt>
    <dgm:pt modelId="{AB9BDF05-512E-4D11-9EFB-52FF76BAEA8F}" type="pres">
      <dgm:prSet presAssocID="{1B6C6FBA-0EDE-4788-A3C3-227102FDB15D}" presName="childTextBox" presStyleLbl="fgAccFollowNode1" presStyleIdx="3" presStyleCnt="4">
        <dgm:presLayoutVars>
          <dgm:bulletEnabled val="1"/>
        </dgm:presLayoutVars>
      </dgm:prSet>
      <dgm:spPr/>
    </dgm:pt>
    <dgm:pt modelId="{5683E39A-359C-4329-8891-C44CA007D728}" type="pres">
      <dgm:prSet presAssocID="{05DCA4FA-B3D8-478F-B42A-B53E078FE009}" presName="sp" presStyleCnt="0"/>
      <dgm:spPr/>
    </dgm:pt>
    <dgm:pt modelId="{2E0C2FE5-A1C2-43DA-BB04-9825E9023085}" type="pres">
      <dgm:prSet presAssocID="{D80FE72E-DF49-4824-8DEB-4FAD08132FC4}" presName="arrowAndChildren" presStyleCnt="0"/>
      <dgm:spPr/>
    </dgm:pt>
    <dgm:pt modelId="{B4D91805-52CB-4DF7-AAA9-C2671ED2DDDA}" type="pres">
      <dgm:prSet presAssocID="{D80FE72E-DF49-4824-8DEB-4FAD08132FC4}" presName="parentTextArrow" presStyleLbl="node1" presStyleIdx="1" presStyleCnt="3"/>
      <dgm:spPr/>
    </dgm:pt>
    <dgm:pt modelId="{01EFF74A-BB2C-43FA-B106-73088BC4D0E3}" type="pres">
      <dgm:prSet presAssocID="{C8EDA55E-A1D5-43BF-A7D2-EDB66CAF175C}" presName="sp" presStyleCnt="0"/>
      <dgm:spPr/>
    </dgm:pt>
    <dgm:pt modelId="{54D8AF24-5215-4B6B-8B4D-F61B9697B66B}" type="pres">
      <dgm:prSet presAssocID="{EAB390C1-112B-4635-BA0B-FD90B6D9260F}" presName="arrowAndChildren" presStyleCnt="0"/>
      <dgm:spPr/>
    </dgm:pt>
    <dgm:pt modelId="{FE68FE72-B063-4E42-998D-40110307E4F0}" type="pres">
      <dgm:prSet presAssocID="{EAB390C1-112B-4635-BA0B-FD90B6D9260F}" presName="parentTextArrow" presStyleLbl="node1" presStyleIdx="2" presStyleCnt="3"/>
      <dgm:spPr/>
    </dgm:pt>
  </dgm:ptLst>
  <dgm:cxnLst>
    <dgm:cxn modelId="{3941781E-57DC-4D2E-9737-8441E97A2CE1}" type="presOf" srcId="{25A3299E-E7D3-4498-AEF8-242EC833C16E}" destId="{113BD108-0E97-4877-9ACE-8EE04F1F7275}" srcOrd="0" destOrd="0" presId="urn:microsoft.com/office/officeart/2005/8/layout/process4"/>
    <dgm:cxn modelId="{92AA2329-2BB2-4C08-B29B-D5A444ADF5DE}" srcId="{E96813FC-BD3E-4A87-8A1B-8644550E43F1}" destId="{D80FE72E-DF49-4824-8DEB-4FAD08132FC4}" srcOrd="1" destOrd="0" parTransId="{93E29FAF-DC7F-409A-A8FA-DA69C82F394C}" sibTransId="{05DCA4FA-B3D8-478F-B42A-B53E078FE009}"/>
    <dgm:cxn modelId="{3495DD2A-EE55-4F6C-9DC1-8B5CA9A44B2E}" srcId="{E96813FC-BD3E-4A87-8A1B-8644550E43F1}" destId="{25A3299E-E7D3-4498-AEF8-242EC833C16E}" srcOrd="2" destOrd="0" parTransId="{AA4FB144-E25D-4E68-AADC-9F3B09F89335}" sibTransId="{4C949DCF-A37D-43E2-8A89-3DC36FEB8281}"/>
    <dgm:cxn modelId="{4A54362D-63A9-4322-9DBE-C5863E165ADA}" srcId="{25A3299E-E7D3-4498-AEF8-242EC833C16E}" destId="{1B6C6FBA-0EDE-4788-A3C3-227102FDB15D}" srcOrd="3" destOrd="0" parTransId="{EAD94DD3-72CB-4985-8191-FDBBCF632630}" sibTransId="{97B8A12D-A7F7-472F-91DA-DD9F2AD5299B}"/>
    <dgm:cxn modelId="{D27E9232-F5E4-4BFA-AF00-2934538BF0A1}" type="presOf" srcId="{D80FE72E-DF49-4824-8DEB-4FAD08132FC4}" destId="{B4D91805-52CB-4DF7-AAA9-C2671ED2DDDA}" srcOrd="0" destOrd="0" presId="urn:microsoft.com/office/officeart/2005/8/layout/process4"/>
    <dgm:cxn modelId="{F5A2E264-FCDF-46E8-AE83-66546B27B088}" type="presOf" srcId="{1B6C6FBA-0EDE-4788-A3C3-227102FDB15D}" destId="{AB9BDF05-512E-4D11-9EFB-52FF76BAEA8F}" srcOrd="0" destOrd="0" presId="urn:microsoft.com/office/officeart/2005/8/layout/process4"/>
    <dgm:cxn modelId="{E22F436A-2DFB-4ECE-A88B-5AD4A170A6E7}" type="presOf" srcId="{25A3299E-E7D3-4498-AEF8-242EC833C16E}" destId="{7291F25F-E1B8-41F6-862A-7FE1C0C226AD}" srcOrd="1" destOrd="0" presId="urn:microsoft.com/office/officeart/2005/8/layout/process4"/>
    <dgm:cxn modelId="{DF46A257-AFB2-4937-B514-9B21B24DB819}" type="presOf" srcId="{EEBC6428-08CE-404A-817E-ED71032C454F}" destId="{73B0639C-DA2D-40FB-80E7-C9FDDC3C8A13}" srcOrd="0" destOrd="0" presId="urn:microsoft.com/office/officeart/2005/8/layout/process4"/>
    <dgm:cxn modelId="{C3D84359-4844-4486-883C-A3819715B859}" srcId="{25A3299E-E7D3-4498-AEF8-242EC833C16E}" destId="{C7D02C8F-3021-408C-B5CC-7E4A97B67CA1}" srcOrd="0" destOrd="0" parTransId="{891F05B4-870F-4F31-B6FE-94CDA7046C8C}" sibTransId="{55523D64-B3B4-4569-AB6F-E0C3502D82D3}"/>
    <dgm:cxn modelId="{CE969A8B-FF67-4E01-80C6-1E4E07D891AA}" srcId="{E96813FC-BD3E-4A87-8A1B-8644550E43F1}" destId="{EAB390C1-112B-4635-BA0B-FD90B6D9260F}" srcOrd="0" destOrd="0" parTransId="{1EB5606D-5EEE-47CC-B54D-D88F3CCCA6DF}" sibTransId="{C8EDA55E-A1D5-43BF-A7D2-EDB66CAF175C}"/>
    <dgm:cxn modelId="{B073898F-02FA-46E8-B28C-4A62485CD4AF}" type="presOf" srcId="{E96813FC-BD3E-4A87-8A1B-8644550E43F1}" destId="{D43B0E63-632D-476F-918F-99BAD495789F}" srcOrd="0" destOrd="0" presId="urn:microsoft.com/office/officeart/2005/8/layout/process4"/>
    <dgm:cxn modelId="{24912996-DAA0-444C-A2E6-0CAE51945F1F}" srcId="{25A3299E-E7D3-4498-AEF8-242EC833C16E}" destId="{1AEA7E53-F110-49C2-80A6-C37396C3CF32}" srcOrd="1" destOrd="0" parTransId="{52E8A598-4614-493E-A2B6-76971ADD42FB}" sibTransId="{746EF005-3D7C-4C9A-A59F-5669BF88A03A}"/>
    <dgm:cxn modelId="{3DD982B8-7B2F-42D8-9E14-8F71B27272A8}" type="presOf" srcId="{1AEA7E53-F110-49C2-80A6-C37396C3CF32}" destId="{F22EE462-6AD3-4634-9F98-989293AB630C}" srcOrd="0" destOrd="0" presId="urn:microsoft.com/office/officeart/2005/8/layout/process4"/>
    <dgm:cxn modelId="{7EB1E5BA-E6D5-4059-8360-FDB9C1E40244}" type="presOf" srcId="{EAB390C1-112B-4635-BA0B-FD90B6D9260F}" destId="{FE68FE72-B063-4E42-998D-40110307E4F0}" srcOrd="0" destOrd="0" presId="urn:microsoft.com/office/officeart/2005/8/layout/process4"/>
    <dgm:cxn modelId="{084A0CC2-5E9C-4E5D-B89F-166F8CA7FF2A}" srcId="{25A3299E-E7D3-4498-AEF8-242EC833C16E}" destId="{EEBC6428-08CE-404A-817E-ED71032C454F}" srcOrd="2" destOrd="0" parTransId="{FD9216B5-E8A7-4702-A87F-19C73A7D7E15}" sibTransId="{AB6385B1-3441-4110-B181-68ED5B7D9DED}"/>
    <dgm:cxn modelId="{1A38FCD5-2E0C-4AD3-A6FF-DD83E93C5E1E}" type="presOf" srcId="{C7D02C8F-3021-408C-B5CC-7E4A97B67CA1}" destId="{7B53D03C-D611-4730-B2CB-EE1DEEAA04EA}" srcOrd="0" destOrd="0" presId="urn:microsoft.com/office/officeart/2005/8/layout/process4"/>
    <dgm:cxn modelId="{1A3F6713-8E63-439B-9887-D3C50D7527A1}" type="presParOf" srcId="{D43B0E63-632D-476F-918F-99BAD495789F}" destId="{E64915A1-672F-4B95-B060-1CD451BDDE3A}" srcOrd="0" destOrd="0" presId="urn:microsoft.com/office/officeart/2005/8/layout/process4"/>
    <dgm:cxn modelId="{50C0BC86-0DE5-458C-8150-60125CB64075}" type="presParOf" srcId="{E64915A1-672F-4B95-B060-1CD451BDDE3A}" destId="{113BD108-0E97-4877-9ACE-8EE04F1F7275}" srcOrd="0" destOrd="0" presId="urn:microsoft.com/office/officeart/2005/8/layout/process4"/>
    <dgm:cxn modelId="{0C33EDE6-5258-4137-B5C1-0F8321791B9B}" type="presParOf" srcId="{E64915A1-672F-4B95-B060-1CD451BDDE3A}" destId="{7291F25F-E1B8-41F6-862A-7FE1C0C226AD}" srcOrd="1" destOrd="0" presId="urn:microsoft.com/office/officeart/2005/8/layout/process4"/>
    <dgm:cxn modelId="{675229BE-210B-4373-AA92-B06B5C76102C}" type="presParOf" srcId="{E64915A1-672F-4B95-B060-1CD451BDDE3A}" destId="{3F0CAB4A-F989-4AE8-99F1-72D13AEDC1E2}" srcOrd="2" destOrd="0" presId="urn:microsoft.com/office/officeart/2005/8/layout/process4"/>
    <dgm:cxn modelId="{D95D4FAC-67E2-4D4D-9A2A-413052B275B3}" type="presParOf" srcId="{3F0CAB4A-F989-4AE8-99F1-72D13AEDC1E2}" destId="{7B53D03C-D611-4730-B2CB-EE1DEEAA04EA}" srcOrd="0" destOrd="0" presId="urn:microsoft.com/office/officeart/2005/8/layout/process4"/>
    <dgm:cxn modelId="{D7CC1E73-D26C-4B6A-B8FD-608F7D96AEC8}" type="presParOf" srcId="{3F0CAB4A-F989-4AE8-99F1-72D13AEDC1E2}" destId="{F22EE462-6AD3-4634-9F98-989293AB630C}" srcOrd="1" destOrd="0" presId="urn:microsoft.com/office/officeart/2005/8/layout/process4"/>
    <dgm:cxn modelId="{C5EE73C8-61A0-42E3-AFD1-24530001F480}" type="presParOf" srcId="{3F0CAB4A-F989-4AE8-99F1-72D13AEDC1E2}" destId="{73B0639C-DA2D-40FB-80E7-C9FDDC3C8A13}" srcOrd="2" destOrd="0" presId="urn:microsoft.com/office/officeart/2005/8/layout/process4"/>
    <dgm:cxn modelId="{0F2A2C17-C2CA-4C50-8912-2C9D55D448F4}" type="presParOf" srcId="{3F0CAB4A-F989-4AE8-99F1-72D13AEDC1E2}" destId="{AB9BDF05-512E-4D11-9EFB-52FF76BAEA8F}" srcOrd="3" destOrd="0" presId="urn:microsoft.com/office/officeart/2005/8/layout/process4"/>
    <dgm:cxn modelId="{69D3B7D8-79B4-499E-BEF5-6B1DD320A068}" type="presParOf" srcId="{D43B0E63-632D-476F-918F-99BAD495789F}" destId="{5683E39A-359C-4329-8891-C44CA007D728}" srcOrd="1" destOrd="0" presId="urn:microsoft.com/office/officeart/2005/8/layout/process4"/>
    <dgm:cxn modelId="{D5593364-6B0B-477D-962C-E84A734F76C2}" type="presParOf" srcId="{D43B0E63-632D-476F-918F-99BAD495789F}" destId="{2E0C2FE5-A1C2-43DA-BB04-9825E9023085}" srcOrd="2" destOrd="0" presId="urn:microsoft.com/office/officeart/2005/8/layout/process4"/>
    <dgm:cxn modelId="{C48F9D9A-F257-4849-B1CB-8DD508E526A2}" type="presParOf" srcId="{2E0C2FE5-A1C2-43DA-BB04-9825E9023085}" destId="{B4D91805-52CB-4DF7-AAA9-C2671ED2DDDA}" srcOrd="0" destOrd="0" presId="urn:microsoft.com/office/officeart/2005/8/layout/process4"/>
    <dgm:cxn modelId="{06217C5D-953E-44F8-BEA1-0A53349601B4}" type="presParOf" srcId="{D43B0E63-632D-476F-918F-99BAD495789F}" destId="{01EFF74A-BB2C-43FA-B106-73088BC4D0E3}" srcOrd="3" destOrd="0" presId="urn:microsoft.com/office/officeart/2005/8/layout/process4"/>
    <dgm:cxn modelId="{9804F219-B7B4-4F9F-AE7A-8191C4D9640C}" type="presParOf" srcId="{D43B0E63-632D-476F-918F-99BAD495789F}" destId="{54D8AF24-5215-4B6B-8B4D-F61B9697B66B}" srcOrd="4" destOrd="0" presId="urn:microsoft.com/office/officeart/2005/8/layout/process4"/>
    <dgm:cxn modelId="{43DE5DC7-009B-4AA8-A6CB-8D9DFAEBC837}" type="presParOf" srcId="{54D8AF24-5215-4B6B-8B4D-F61B9697B66B}" destId="{FE68FE72-B063-4E42-998D-40110307E4F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ABC593-EA4D-44C6-8273-B3A7D5FA4809}" type="doc">
      <dgm:prSet loTypeId="urn:microsoft.com/office/officeart/2005/8/layout/hChevron3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729BDB1-72D3-4D2F-8D2D-3B8C2B58C280}">
      <dgm:prSet/>
      <dgm:spPr/>
      <dgm:t>
        <a:bodyPr/>
        <a:lstStyle/>
        <a:p>
          <a:r>
            <a:rPr lang="en-IN"/>
            <a:t>Planned and designed to collect very specific information.</a:t>
          </a:r>
          <a:endParaRPr lang="en-US"/>
        </a:p>
      </dgm:t>
    </dgm:pt>
    <dgm:pt modelId="{8B7CCB42-9603-45B1-8B59-BC17E6F05B30}" type="parTrans" cxnId="{D7FDC7D4-81C3-4CAC-92A7-BE5A2A5CECC3}">
      <dgm:prSet/>
      <dgm:spPr/>
      <dgm:t>
        <a:bodyPr/>
        <a:lstStyle/>
        <a:p>
          <a:endParaRPr lang="en-US"/>
        </a:p>
      </dgm:t>
    </dgm:pt>
    <dgm:pt modelId="{8A94E1BF-D036-4393-98D4-CEFAB19FF3BA}" type="sibTrans" cxnId="{D7FDC7D4-81C3-4CAC-92A7-BE5A2A5CECC3}">
      <dgm:prSet/>
      <dgm:spPr/>
      <dgm:t>
        <a:bodyPr/>
        <a:lstStyle/>
        <a:p>
          <a:endParaRPr lang="en-US"/>
        </a:p>
      </dgm:t>
    </dgm:pt>
    <dgm:pt modelId="{83815EEC-D0F9-4D4D-A142-105BBB339757}">
      <dgm:prSet/>
      <dgm:spPr/>
      <dgm:t>
        <a:bodyPr/>
        <a:lstStyle/>
        <a:p>
          <a:r>
            <a:rPr lang="en-IN"/>
            <a:t>5 types</a:t>
          </a:r>
          <a:endParaRPr lang="en-US"/>
        </a:p>
      </dgm:t>
    </dgm:pt>
    <dgm:pt modelId="{3F7DDA18-B02E-4EFC-A631-BA0060BC4DCA}" type="parTrans" cxnId="{63BF0637-C37D-4A65-9C64-C6021FFA85FD}">
      <dgm:prSet/>
      <dgm:spPr/>
      <dgm:t>
        <a:bodyPr/>
        <a:lstStyle/>
        <a:p>
          <a:endParaRPr lang="en-US"/>
        </a:p>
      </dgm:t>
    </dgm:pt>
    <dgm:pt modelId="{9273DA5B-3B74-4690-8B11-7C107BD68D39}" type="sibTrans" cxnId="{63BF0637-C37D-4A65-9C64-C6021FFA85FD}">
      <dgm:prSet/>
      <dgm:spPr/>
      <dgm:t>
        <a:bodyPr/>
        <a:lstStyle/>
        <a:p>
          <a:endParaRPr lang="en-US"/>
        </a:p>
      </dgm:t>
    </dgm:pt>
    <dgm:pt modelId="{79F4F878-2B86-4986-9038-9A1BC3052473}">
      <dgm:prSet/>
      <dgm:spPr/>
      <dgm:t>
        <a:bodyPr/>
        <a:lstStyle/>
        <a:p>
          <a:r>
            <a:rPr lang="en-IN"/>
            <a:t>Dichotomous (two category)</a:t>
          </a:r>
          <a:endParaRPr lang="en-US"/>
        </a:p>
      </dgm:t>
    </dgm:pt>
    <dgm:pt modelId="{DAA5EB46-8A28-4B6C-9E69-9B10D8A38774}" type="parTrans" cxnId="{37CB4676-8F59-46E1-8FF2-9343DA149679}">
      <dgm:prSet/>
      <dgm:spPr/>
      <dgm:t>
        <a:bodyPr/>
        <a:lstStyle/>
        <a:p>
          <a:endParaRPr lang="en-US"/>
        </a:p>
      </dgm:t>
    </dgm:pt>
    <dgm:pt modelId="{EB497973-4BAA-42B5-8F77-F714A4D5459B}" type="sibTrans" cxnId="{37CB4676-8F59-46E1-8FF2-9343DA149679}">
      <dgm:prSet/>
      <dgm:spPr/>
      <dgm:t>
        <a:bodyPr/>
        <a:lstStyle/>
        <a:p>
          <a:endParaRPr lang="en-US"/>
        </a:p>
      </dgm:t>
    </dgm:pt>
    <dgm:pt modelId="{C72F0443-C1FA-4F9F-A3D9-9DCB437F800D}">
      <dgm:prSet/>
      <dgm:spPr/>
      <dgm:t>
        <a:bodyPr/>
        <a:lstStyle/>
        <a:p>
          <a:r>
            <a:rPr lang="en-IN"/>
            <a:t>Multiple Choice</a:t>
          </a:r>
          <a:endParaRPr lang="en-US"/>
        </a:p>
      </dgm:t>
    </dgm:pt>
    <dgm:pt modelId="{0209EB6A-7AB3-49E4-8507-FC23D14FC169}" type="parTrans" cxnId="{77255AF5-9FEE-4F80-9AE5-37F844FB1468}">
      <dgm:prSet/>
      <dgm:spPr/>
      <dgm:t>
        <a:bodyPr/>
        <a:lstStyle/>
        <a:p>
          <a:endParaRPr lang="en-US"/>
        </a:p>
      </dgm:t>
    </dgm:pt>
    <dgm:pt modelId="{F04DAA5F-7986-4AD7-B7B0-01D56CC47FE3}" type="sibTrans" cxnId="{77255AF5-9FEE-4F80-9AE5-37F844FB1468}">
      <dgm:prSet/>
      <dgm:spPr/>
      <dgm:t>
        <a:bodyPr/>
        <a:lstStyle/>
        <a:p>
          <a:endParaRPr lang="en-US"/>
        </a:p>
      </dgm:t>
    </dgm:pt>
    <dgm:pt modelId="{BC374FA7-5FBE-44D2-8D88-64400418358B}">
      <dgm:prSet/>
      <dgm:spPr/>
      <dgm:t>
        <a:bodyPr/>
        <a:lstStyle/>
        <a:p>
          <a:r>
            <a:rPr lang="en-IN"/>
            <a:t>Scale Questions</a:t>
          </a:r>
          <a:endParaRPr lang="en-US"/>
        </a:p>
      </dgm:t>
    </dgm:pt>
    <dgm:pt modelId="{11D15104-D40A-4E22-8787-51371A20C05E}" type="parTrans" cxnId="{CDB51AF6-81E7-4B0A-A693-803377F36549}">
      <dgm:prSet/>
      <dgm:spPr/>
      <dgm:t>
        <a:bodyPr/>
        <a:lstStyle/>
        <a:p>
          <a:endParaRPr lang="en-US"/>
        </a:p>
      </dgm:t>
    </dgm:pt>
    <dgm:pt modelId="{786C6320-AC1C-4DD2-BC44-2E6707BEF8E3}" type="sibTrans" cxnId="{CDB51AF6-81E7-4B0A-A693-803377F36549}">
      <dgm:prSet/>
      <dgm:spPr/>
      <dgm:t>
        <a:bodyPr/>
        <a:lstStyle/>
        <a:p>
          <a:endParaRPr lang="en-US"/>
        </a:p>
      </dgm:t>
    </dgm:pt>
    <dgm:pt modelId="{6622CE00-6AFD-4E3F-B76C-4869E568F0A9}">
      <dgm:prSet/>
      <dgm:spPr/>
      <dgm:t>
        <a:bodyPr/>
        <a:lstStyle/>
        <a:p>
          <a:r>
            <a:rPr lang="en-IN"/>
            <a:t>Matrix</a:t>
          </a:r>
          <a:endParaRPr lang="en-US"/>
        </a:p>
      </dgm:t>
    </dgm:pt>
    <dgm:pt modelId="{1A59A2FB-0071-470F-92DB-7EEE78645EDD}" type="parTrans" cxnId="{FFA6F265-B416-4A5D-B53A-4F258818EAEF}">
      <dgm:prSet/>
      <dgm:spPr/>
      <dgm:t>
        <a:bodyPr/>
        <a:lstStyle/>
        <a:p>
          <a:endParaRPr lang="en-US"/>
        </a:p>
      </dgm:t>
    </dgm:pt>
    <dgm:pt modelId="{62143B30-8700-4AC5-9CA2-4044AA631343}" type="sibTrans" cxnId="{FFA6F265-B416-4A5D-B53A-4F258818EAEF}">
      <dgm:prSet/>
      <dgm:spPr/>
      <dgm:t>
        <a:bodyPr/>
        <a:lstStyle/>
        <a:p>
          <a:endParaRPr lang="en-US"/>
        </a:p>
      </dgm:t>
    </dgm:pt>
    <dgm:pt modelId="{CE3513B3-8598-4FC9-AF62-5A459ADE24FD}">
      <dgm:prSet/>
      <dgm:spPr/>
      <dgm:t>
        <a:bodyPr/>
        <a:lstStyle/>
        <a:p>
          <a:r>
            <a:rPr lang="en-IN"/>
            <a:t>contingency</a:t>
          </a:r>
          <a:endParaRPr lang="en-US"/>
        </a:p>
      </dgm:t>
    </dgm:pt>
    <dgm:pt modelId="{E98F3526-BFE0-4509-90D8-7B3D67A2432C}" type="parTrans" cxnId="{B4129FC4-22BF-415C-A789-AC3DACEA0C63}">
      <dgm:prSet/>
      <dgm:spPr/>
      <dgm:t>
        <a:bodyPr/>
        <a:lstStyle/>
        <a:p>
          <a:endParaRPr lang="en-US"/>
        </a:p>
      </dgm:t>
    </dgm:pt>
    <dgm:pt modelId="{9A9CE9AB-8AC1-4FB2-9B3D-F667C2ABB0CE}" type="sibTrans" cxnId="{B4129FC4-22BF-415C-A789-AC3DACEA0C63}">
      <dgm:prSet/>
      <dgm:spPr/>
      <dgm:t>
        <a:bodyPr/>
        <a:lstStyle/>
        <a:p>
          <a:endParaRPr lang="en-US"/>
        </a:p>
      </dgm:t>
    </dgm:pt>
    <dgm:pt modelId="{E54185FC-4FFB-404F-A0D1-4CDDC7FF3A43}" type="pres">
      <dgm:prSet presAssocID="{65ABC593-EA4D-44C6-8273-B3A7D5FA4809}" presName="Name0" presStyleCnt="0">
        <dgm:presLayoutVars>
          <dgm:dir/>
          <dgm:resizeHandles val="exact"/>
        </dgm:presLayoutVars>
      </dgm:prSet>
      <dgm:spPr/>
    </dgm:pt>
    <dgm:pt modelId="{605D2702-0273-41A0-B36D-8F0F5C5FF270}" type="pres">
      <dgm:prSet presAssocID="{8729BDB1-72D3-4D2F-8D2D-3B8C2B58C280}" presName="parAndChTx" presStyleLbl="node1" presStyleIdx="0" presStyleCnt="2">
        <dgm:presLayoutVars>
          <dgm:bulletEnabled val="1"/>
        </dgm:presLayoutVars>
      </dgm:prSet>
      <dgm:spPr/>
    </dgm:pt>
    <dgm:pt modelId="{E66CDC6D-0764-4243-8C95-F50C5D924B46}" type="pres">
      <dgm:prSet presAssocID="{8A94E1BF-D036-4393-98D4-CEFAB19FF3BA}" presName="parAndChSpace" presStyleCnt="0"/>
      <dgm:spPr/>
    </dgm:pt>
    <dgm:pt modelId="{2A9BC6C4-9BF6-4836-B07D-DA86A1120F8F}" type="pres">
      <dgm:prSet presAssocID="{83815EEC-D0F9-4D4D-A142-105BBB339757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14881021-BDAB-4537-98A1-B4724182AB87}" type="presOf" srcId="{CE3513B3-8598-4FC9-AF62-5A459ADE24FD}" destId="{2A9BC6C4-9BF6-4836-B07D-DA86A1120F8F}" srcOrd="0" destOrd="5" presId="urn:microsoft.com/office/officeart/2005/8/layout/hChevron3"/>
    <dgm:cxn modelId="{F9E0F12E-3E64-4804-B703-31725ABD86D5}" type="presOf" srcId="{BC374FA7-5FBE-44D2-8D88-64400418358B}" destId="{2A9BC6C4-9BF6-4836-B07D-DA86A1120F8F}" srcOrd="0" destOrd="3" presId="urn:microsoft.com/office/officeart/2005/8/layout/hChevron3"/>
    <dgm:cxn modelId="{75063A35-03C1-4F60-B0AE-BB7D34ADF307}" type="presOf" srcId="{65ABC593-EA4D-44C6-8273-B3A7D5FA4809}" destId="{E54185FC-4FFB-404F-A0D1-4CDDC7FF3A43}" srcOrd="0" destOrd="0" presId="urn:microsoft.com/office/officeart/2005/8/layout/hChevron3"/>
    <dgm:cxn modelId="{63BF0637-C37D-4A65-9C64-C6021FFA85FD}" srcId="{65ABC593-EA4D-44C6-8273-B3A7D5FA4809}" destId="{83815EEC-D0F9-4D4D-A142-105BBB339757}" srcOrd="1" destOrd="0" parTransId="{3F7DDA18-B02E-4EFC-A631-BA0060BC4DCA}" sibTransId="{9273DA5B-3B74-4690-8B11-7C107BD68D39}"/>
    <dgm:cxn modelId="{FFA6F265-B416-4A5D-B53A-4F258818EAEF}" srcId="{83815EEC-D0F9-4D4D-A142-105BBB339757}" destId="{6622CE00-6AFD-4E3F-B76C-4869E568F0A9}" srcOrd="3" destOrd="0" parTransId="{1A59A2FB-0071-470F-92DB-7EEE78645EDD}" sibTransId="{62143B30-8700-4AC5-9CA2-4044AA631343}"/>
    <dgm:cxn modelId="{8DA8B970-5ABB-4D82-A39C-C9573A46EBE1}" type="presOf" srcId="{C72F0443-C1FA-4F9F-A3D9-9DCB437F800D}" destId="{2A9BC6C4-9BF6-4836-B07D-DA86A1120F8F}" srcOrd="0" destOrd="2" presId="urn:microsoft.com/office/officeart/2005/8/layout/hChevron3"/>
    <dgm:cxn modelId="{37CB4676-8F59-46E1-8FF2-9343DA149679}" srcId="{83815EEC-D0F9-4D4D-A142-105BBB339757}" destId="{79F4F878-2B86-4986-9038-9A1BC3052473}" srcOrd="0" destOrd="0" parTransId="{DAA5EB46-8A28-4B6C-9E69-9B10D8A38774}" sibTransId="{EB497973-4BAA-42B5-8F77-F714A4D5459B}"/>
    <dgm:cxn modelId="{1A7B7AB9-3957-46C4-B9A8-91F4785C6E25}" type="presOf" srcId="{8729BDB1-72D3-4D2F-8D2D-3B8C2B58C280}" destId="{605D2702-0273-41A0-B36D-8F0F5C5FF270}" srcOrd="0" destOrd="0" presId="urn:microsoft.com/office/officeart/2005/8/layout/hChevron3"/>
    <dgm:cxn modelId="{B4129FC4-22BF-415C-A789-AC3DACEA0C63}" srcId="{83815EEC-D0F9-4D4D-A142-105BBB339757}" destId="{CE3513B3-8598-4FC9-AF62-5A459ADE24FD}" srcOrd="4" destOrd="0" parTransId="{E98F3526-BFE0-4509-90D8-7B3D67A2432C}" sibTransId="{9A9CE9AB-8AC1-4FB2-9B3D-F667C2ABB0CE}"/>
    <dgm:cxn modelId="{B46494CB-FA96-4AF8-9939-6733A2943E6F}" type="presOf" srcId="{83815EEC-D0F9-4D4D-A142-105BBB339757}" destId="{2A9BC6C4-9BF6-4836-B07D-DA86A1120F8F}" srcOrd="0" destOrd="0" presId="urn:microsoft.com/office/officeart/2005/8/layout/hChevron3"/>
    <dgm:cxn modelId="{121416D2-FE63-4CA9-BC4A-B28A2C972C54}" type="presOf" srcId="{6622CE00-6AFD-4E3F-B76C-4869E568F0A9}" destId="{2A9BC6C4-9BF6-4836-B07D-DA86A1120F8F}" srcOrd="0" destOrd="4" presId="urn:microsoft.com/office/officeart/2005/8/layout/hChevron3"/>
    <dgm:cxn modelId="{D7FDC7D4-81C3-4CAC-92A7-BE5A2A5CECC3}" srcId="{65ABC593-EA4D-44C6-8273-B3A7D5FA4809}" destId="{8729BDB1-72D3-4D2F-8D2D-3B8C2B58C280}" srcOrd="0" destOrd="0" parTransId="{8B7CCB42-9603-45B1-8B59-BC17E6F05B30}" sibTransId="{8A94E1BF-D036-4393-98D4-CEFAB19FF3BA}"/>
    <dgm:cxn modelId="{3EFD1CF5-401F-4080-B0FB-0A46D43076F0}" type="presOf" srcId="{79F4F878-2B86-4986-9038-9A1BC3052473}" destId="{2A9BC6C4-9BF6-4836-B07D-DA86A1120F8F}" srcOrd="0" destOrd="1" presId="urn:microsoft.com/office/officeart/2005/8/layout/hChevron3"/>
    <dgm:cxn modelId="{77255AF5-9FEE-4F80-9AE5-37F844FB1468}" srcId="{83815EEC-D0F9-4D4D-A142-105BBB339757}" destId="{C72F0443-C1FA-4F9F-A3D9-9DCB437F800D}" srcOrd="1" destOrd="0" parTransId="{0209EB6A-7AB3-49E4-8507-FC23D14FC169}" sibTransId="{F04DAA5F-7986-4AD7-B7B0-01D56CC47FE3}"/>
    <dgm:cxn modelId="{CDB51AF6-81E7-4B0A-A693-803377F36549}" srcId="{83815EEC-D0F9-4D4D-A142-105BBB339757}" destId="{BC374FA7-5FBE-44D2-8D88-64400418358B}" srcOrd="2" destOrd="0" parTransId="{11D15104-D40A-4E22-8787-51371A20C05E}" sibTransId="{786C6320-AC1C-4DD2-BC44-2E6707BEF8E3}"/>
    <dgm:cxn modelId="{B0E3B294-6B90-445D-BF6F-B426B97B8C27}" type="presParOf" srcId="{E54185FC-4FFB-404F-A0D1-4CDDC7FF3A43}" destId="{605D2702-0273-41A0-B36D-8F0F5C5FF270}" srcOrd="0" destOrd="0" presId="urn:microsoft.com/office/officeart/2005/8/layout/hChevron3"/>
    <dgm:cxn modelId="{18159474-815B-4661-AB44-B89BDE12A2E4}" type="presParOf" srcId="{E54185FC-4FFB-404F-A0D1-4CDDC7FF3A43}" destId="{E66CDC6D-0764-4243-8C95-F50C5D924B46}" srcOrd="1" destOrd="0" presId="urn:microsoft.com/office/officeart/2005/8/layout/hChevron3"/>
    <dgm:cxn modelId="{5C3E59A0-BD0A-4995-BFEF-4AE77A4DBA09}" type="presParOf" srcId="{E54185FC-4FFB-404F-A0D1-4CDDC7FF3A43}" destId="{2A9BC6C4-9BF6-4836-B07D-DA86A1120F8F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26CA36-0B46-431C-A8DA-AD85C4880185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94E62FC-7D07-4C89-914C-58E2BB2262F4}">
      <dgm:prSet/>
      <dgm:spPr/>
      <dgm:t>
        <a:bodyPr/>
        <a:lstStyle/>
        <a:p>
          <a:r>
            <a:rPr lang="en-IN"/>
            <a:t>Specify the information needed.</a:t>
          </a:r>
          <a:endParaRPr lang="en-US"/>
        </a:p>
      </dgm:t>
    </dgm:pt>
    <dgm:pt modelId="{D7ED513F-87FF-4FEC-B39D-49565347A7BD}" type="parTrans" cxnId="{2D595040-FA1A-4109-AA9E-15B85561D6F6}">
      <dgm:prSet/>
      <dgm:spPr/>
      <dgm:t>
        <a:bodyPr/>
        <a:lstStyle/>
        <a:p>
          <a:endParaRPr lang="en-US"/>
        </a:p>
      </dgm:t>
    </dgm:pt>
    <dgm:pt modelId="{E62F5D9F-26E9-4B01-84EC-450B7D820B82}" type="sibTrans" cxnId="{2D595040-FA1A-4109-AA9E-15B85561D6F6}">
      <dgm:prSet/>
      <dgm:spPr/>
      <dgm:t>
        <a:bodyPr/>
        <a:lstStyle/>
        <a:p>
          <a:endParaRPr lang="en-US"/>
        </a:p>
      </dgm:t>
    </dgm:pt>
    <dgm:pt modelId="{5106BEDC-F567-4758-953E-2E23017F1EF1}">
      <dgm:prSet/>
      <dgm:spPr/>
      <dgm:t>
        <a:bodyPr/>
        <a:lstStyle/>
        <a:p>
          <a:r>
            <a:rPr lang="en-IN"/>
            <a:t>Type of interviewing method.</a:t>
          </a:r>
          <a:endParaRPr lang="en-US"/>
        </a:p>
      </dgm:t>
    </dgm:pt>
    <dgm:pt modelId="{406A8BD3-4017-4B56-84A0-C082A810D56C}" type="parTrans" cxnId="{6CAE877D-210B-480B-9AED-17A1DCA18BDB}">
      <dgm:prSet/>
      <dgm:spPr/>
      <dgm:t>
        <a:bodyPr/>
        <a:lstStyle/>
        <a:p>
          <a:endParaRPr lang="en-US"/>
        </a:p>
      </dgm:t>
    </dgm:pt>
    <dgm:pt modelId="{D2FBC612-A70A-413C-BFEE-81401EFA7E41}" type="sibTrans" cxnId="{6CAE877D-210B-480B-9AED-17A1DCA18BDB}">
      <dgm:prSet/>
      <dgm:spPr/>
      <dgm:t>
        <a:bodyPr/>
        <a:lstStyle/>
        <a:p>
          <a:endParaRPr lang="en-US"/>
        </a:p>
      </dgm:t>
    </dgm:pt>
    <dgm:pt modelId="{CBA89BED-5EC3-4039-B926-03A874A7BB3E}">
      <dgm:prSet/>
      <dgm:spPr/>
      <dgm:t>
        <a:bodyPr/>
        <a:lstStyle/>
        <a:p>
          <a:r>
            <a:rPr lang="en-IN"/>
            <a:t>Individual question content.</a:t>
          </a:r>
          <a:endParaRPr lang="en-US"/>
        </a:p>
      </dgm:t>
    </dgm:pt>
    <dgm:pt modelId="{0048F1A8-0C8F-40B8-9058-E65846736F7D}" type="parTrans" cxnId="{089281E6-88F6-4487-9EB0-B025CC248EB5}">
      <dgm:prSet/>
      <dgm:spPr/>
      <dgm:t>
        <a:bodyPr/>
        <a:lstStyle/>
        <a:p>
          <a:endParaRPr lang="en-US"/>
        </a:p>
      </dgm:t>
    </dgm:pt>
    <dgm:pt modelId="{7A5522E7-9820-4534-AE72-1D9CEF026C98}" type="sibTrans" cxnId="{089281E6-88F6-4487-9EB0-B025CC248EB5}">
      <dgm:prSet/>
      <dgm:spPr/>
      <dgm:t>
        <a:bodyPr/>
        <a:lstStyle/>
        <a:p>
          <a:endParaRPr lang="en-US"/>
        </a:p>
      </dgm:t>
    </dgm:pt>
    <dgm:pt modelId="{A403E561-C19F-4EAA-9FC1-C1F2A14D0DB4}">
      <dgm:prSet/>
      <dgm:spPr/>
      <dgm:t>
        <a:bodyPr/>
        <a:lstStyle/>
        <a:p>
          <a:r>
            <a:rPr lang="en-IN"/>
            <a:t>Overcoming inability to answer.</a:t>
          </a:r>
          <a:endParaRPr lang="en-US"/>
        </a:p>
      </dgm:t>
    </dgm:pt>
    <dgm:pt modelId="{D19DE9F4-40FD-4397-885A-888FF3C6D282}" type="parTrans" cxnId="{8952FE2B-AB43-410A-87C5-841B920801CE}">
      <dgm:prSet/>
      <dgm:spPr/>
      <dgm:t>
        <a:bodyPr/>
        <a:lstStyle/>
        <a:p>
          <a:endParaRPr lang="en-US"/>
        </a:p>
      </dgm:t>
    </dgm:pt>
    <dgm:pt modelId="{AE7E205E-1FE6-4FCA-81C5-283FF8CCD3DE}" type="sibTrans" cxnId="{8952FE2B-AB43-410A-87C5-841B920801CE}">
      <dgm:prSet/>
      <dgm:spPr/>
      <dgm:t>
        <a:bodyPr/>
        <a:lstStyle/>
        <a:p>
          <a:endParaRPr lang="en-US"/>
        </a:p>
      </dgm:t>
    </dgm:pt>
    <dgm:pt modelId="{7675F5F0-3B33-4200-9EDE-C3E4D406CE58}">
      <dgm:prSet/>
      <dgm:spPr/>
      <dgm:t>
        <a:bodyPr/>
        <a:lstStyle/>
        <a:p>
          <a:r>
            <a:rPr lang="en-IN"/>
            <a:t>Overcoming unwillingness to answer.</a:t>
          </a:r>
          <a:endParaRPr lang="en-US"/>
        </a:p>
      </dgm:t>
    </dgm:pt>
    <dgm:pt modelId="{B5FDFF4D-BEF9-4833-853D-9DA374473242}" type="parTrans" cxnId="{C74A10CB-1413-4CA4-AADC-3D167F81FA5E}">
      <dgm:prSet/>
      <dgm:spPr/>
      <dgm:t>
        <a:bodyPr/>
        <a:lstStyle/>
        <a:p>
          <a:endParaRPr lang="en-US"/>
        </a:p>
      </dgm:t>
    </dgm:pt>
    <dgm:pt modelId="{C6F637AB-04D1-4C62-BFAC-89D7AFB48906}" type="sibTrans" cxnId="{C74A10CB-1413-4CA4-AADC-3D167F81FA5E}">
      <dgm:prSet/>
      <dgm:spPr/>
      <dgm:t>
        <a:bodyPr/>
        <a:lstStyle/>
        <a:p>
          <a:endParaRPr lang="en-US"/>
        </a:p>
      </dgm:t>
    </dgm:pt>
    <dgm:pt modelId="{6E57B0EC-9235-4975-A85E-660FAD114E2B}">
      <dgm:prSet/>
      <dgm:spPr/>
      <dgm:t>
        <a:bodyPr/>
        <a:lstStyle/>
        <a:p>
          <a:r>
            <a:rPr lang="en-IN"/>
            <a:t>Choosing question structure.</a:t>
          </a:r>
          <a:endParaRPr lang="en-US"/>
        </a:p>
      </dgm:t>
    </dgm:pt>
    <dgm:pt modelId="{7FAB3082-8988-4E6C-A90C-35369CC25877}" type="parTrans" cxnId="{A46F263C-1C65-4DE5-A67A-41B55B146D6A}">
      <dgm:prSet/>
      <dgm:spPr/>
      <dgm:t>
        <a:bodyPr/>
        <a:lstStyle/>
        <a:p>
          <a:endParaRPr lang="en-US"/>
        </a:p>
      </dgm:t>
    </dgm:pt>
    <dgm:pt modelId="{D0BFAD38-4CA4-46E7-BB5E-C47E3E2A7212}" type="sibTrans" cxnId="{A46F263C-1C65-4DE5-A67A-41B55B146D6A}">
      <dgm:prSet/>
      <dgm:spPr/>
      <dgm:t>
        <a:bodyPr/>
        <a:lstStyle/>
        <a:p>
          <a:endParaRPr lang="en-US"/>
        </a:p>
      </dgm:t>
    </dgm:pt>
    <dgm:pt modelId="{07B1686C-5A2D-4145-A916-E6EB581B42A9}">
      <dgm:prSet/>
      <dgm:spPr/>
      <dgm:t>
        <a:bodyPr/>
        <a:lstStyle/>
        <a:p>
          <a:r>
            <a:rPr lang="en-IN"/>
            <a:t>Choosing question wording.</a:t>
          </a:r>
          <a:endParaRPr lang="en-US"/>
        </a:p>
      </dgm:t>
    </dgm:pt>
    <dgm:pt modelId="{E0EE12AE-05FF-4F8A-86AD-B01ED03374F7}" type="parTrans" cxnId="{F1A82E3C-3805-4127-9CA8-98C2DD232EF1}">
      <dgm:prSet/>
      <dgm:spPr/>
      <dgm:t>
        <a:bodyPr/>
        <a:lstStyle/>
        <a:p>
          <a:endParaRPr lang="en-US"/>
        </a:p>
      </dgm:t>
    </dgm:pt>
    <dgm:pt modelId="{540E2075-0BCB-434B-8A7F-B956145BC24F}" type="sibTrans" cxnId="{F1A82E3C-3805-4127-9CA8-98C2DD232EF1}">
      <dgm:prSet/>
      <dgm:spPr/>
      <dgm:t>
        <a:bodyPr/>
        <a:lstStyle/>
        <a:p>
          <a:endParaRPr lang="en-US"/>
        </a:p>
      </dgm:t>
    </dgm:pt>
    <dgm:pt modelId="{B0944E72-D8C8-407B-92FA-52797DE090D1}">
      <dgm:prSet/>
      <dgm:spPr/>
      <dgm:t>
        <a:bodyPr/>
        <a:lstStyle/>
        <a:p>
          <a:r>
            <a:rPr lang="en-IN"/>
            <a:t>Determining the order of questions.</a:t>
          </a:r>
          <a:endParaRPr lang="en-US"/>
        </a:p>
      </dgm:t>
    </dgm:pt>
    <dgm:pt modelId="{56505D7E-56B1-43AC-BAE9-B25C7D00446A}" type="parTrans" cxnId="{94624682-22FB-4028-A3DE-A3CA0B20C5F7}">
      <dgm:prSet/>
      <dgm:spPr/>
      <dgm:t>
        <a:bodyPr/>
        <a:lstStyle/>
        <a:p>
          <a:endParaRPr lang="en-US"/>
        </a:p>
      </dgm:t>
    </dgm:pt>
    <dgm:pt modelId="{CEC3EA2A-2AC5-4B19-8852-536F1EF60A34}" type="sibTrans" cxnId="{94624682-22FB-4028-A3DE-A3CA0B20C5F7}">
      <dgm:prSet/>
      <dgm:spPr/>
      <dgm:t>
        <a:bodyPr/>
        <a:lstStyle/>
        <a:p>
          <a:endParaRPr lang="en-US"/>
        </a:p>
      </dgm:t>
    </dgm:pt>
    <dgm:pt modelId="{99E24BB9-29E7-4709-97B8-7671FFB217C4}" type="pres">
      <dgm:prSet presAssocID="{8E26CA36-0B46-431C-A8DA-AD85C4880185}" presName="Name0" presStyleCnt="0">
        <dgm:presLayoutVars>
          <dgm:dir/>
          <dgm:resizeHandles val="exact"/>
        </dgm:presLayoutVars>
      </dgm:prSet>
      <dgm:spPr/>
    </dgm:pt>
    <dgm:pt modelId="{F1FE520B-2047-4233-B4CB-5052AB1F0AEA}" type="pres">
      <dgm:prSet presAssocID="{494E62FC-7D07-4C89-914C-58E2BB2262F4}" presName="node" presStyleLbl="node1" presStyleIdx="0" presStyleCnt="8">
        <dgm:presLayoutVars>
          <dgm:bulletEnabled val="1"/>
        </dgm:presLayoutVars>
      </dgm:prSet>
      <dgm:spPr/>
    </dgm:pt>
    <dgm:pt modelId="{46352A55-5CA8-4834-8915-EF06E3BD8EDC}" type="pres">
      <dgm:prSet presAssocID="{E62F5D9F-26E9-4B01-84EC-450B7D820B82}" presName="sibTrans" presStyleLbl="sibTrans1D1" presStyleIdx="0" presStyleCnt="7"/>
      <dgm:spPr/>
    </dgm:pt>
    <dgm:pt modelId="{D5988F9D-492A-4A9F-807A-E2F5B5216D15}" type="pres">
      <dgm:prSet presAssocID="{E62F5D9F-26E9-4B01-84EC-450B7D820B82}" presName="connectorText" presStyleLbl="sibTrans1D1" presStyleIdx="0" presStyleCnt="7"/>
      <dgm:spPr/>
    </dgm:pt>
    <dgm:pt modelId="{7AA6A029-E0EA-4EFE-9D10-A52A2FAE7551}" type="pres">
      <dgm:prSet presAssocID="{5106BEDC-F567-4758-953E-2E23017F1EF1}" presName="node" presStyleLbl="node1" presStyleIdx="1" presStyleCnt="8">
        <dgm:presLayoutVars>
          <dgm:bulletEnabled val="1"/>
        </dgm:presLayoutVars>
      </dgm:prSet>
      <dgm:spPr/>
    </dgm:pt>
    <dgm:pt modelId="{CF9D53E1-DDD1-484C-8966-3C83FEDE6BB7}" type="pres">
      <dgm:prSet presAssocID="{D2FBC612-A70A-413C-BFEE-81401EFA7E41}" presName="sibTrans" presStyleLbl="sibTrans1D1" presStyleIdx="1" presStyleCnt="7"/>
      <dgm:spPr/>
    </dgm:pt>
    <dgm:pt modelId="{D63EC2B1-5507-4C5E-8AF4-C580903156B7}" type="pres">
      <dgm:prSet presAssocID="{D2FBC612-A70A-413C-BFEE-81401EFA7E41}" presName="connectorText" presStyleLbl="sibTrans1D1" presStyleIdx="1" presStyleCnt="7"/>
      <dgm:spPr/>
    </dgm:pt>
    <dgm:pt modelId="{68292988-16EB-404E-9203-C75C58E07634}" type="pres">
      <dgm:prSet presAssocID="{CBA89BED-5EC3-4039-B926-03A874A7BB3E}" presName="node" presStyleLbl="node1" presStyleIdx="2" presStyleCnt="8">
        <dgm:presLayoutVars>
          <dgm:bulletEnabled val="1"/>
        </dgm:presLayoutVars>
      </dgm:prSet>
      <dgm:spPr/>
    </dgm:pt>
    <dgm:pt modelId="{D5BFA47E-32C1-4839-AB3F-70532F887E00}" type="pres">
      <dgm:prSet presAssocID="{7A5522E7-9820-4534-AE72-1D9CEF026C98}" presName="sibTrans" presStyleLbl="sibTrans1D1" presStyleIdx="2" presStyleCnt="7"/>
      <dgm:spPr/>
    </dgm:pt>
    <dgm:pt modelId="{9FAA8740-C374-4BB4-96DA-866EEA49F2F6}" type="pres">
      <dgm:prSet presAssocID="{7A5522E7-9820-4534-AE72-1D9CEF026C98}" presName="connectorText" presStyleLbl="sibTrans1D1" presStyleIdx="2" presStyleCnt="7"/>
      <dgm:spPr/>
    </dgm:pt>
    <dgm:pt modelId="{C639BE3C-C3FC-4FB6-B47C-B81C68947D29}" type="pres">
      <dgm:prSet presAssocID="{A403E561-C19F-4EAA-9FC1-C1F2A14D0DB4}" presName="node" presStyleLbl="node1" presStyleIdx="3" presStyleCnt="8">
        <dgm:presLayoutVars>
          <dgm:bulletEnabled val="1"/>
        </dgm:presLayoutVars>
      </dgm:prSet>
      <dgm:spPr/>
    </dgm:pt>
    <dgm:pt modelId="{9CC9471A-5CEA-4207-93CD-2F4A7DBE3F94}" type="pres">
      <dgm:prSet presAssocID="{AE7E205E-1FE6-4FCA-81C5-283FF8CCD3DE}" presName="sibTrans" presStyleLbl="sibTrans1D1" presStyleIdx="3" presStyleCnt="7"/>
      <dgm:spPr/>
    </dgm:pt>
    <dgm:pt modelId="{AE97AB9B-D39D-4D08-8BD0-7187D24275F0}" type="pres">
      <dgm:prSet presAssocID="{AE7E205E-1FE6-4FCA-81C5-283FF8CCD3DE}" presName="connectorText" presStyleLbl="sibTrans1D1" presStyleIdx="3" presStyleCnt="7"/>
      <dgm:spPr/>
    </dgm:pt>
    <dgm:pt modelId="{F91019E5-AEA6-41A2-97C1-5CAD82D39795}" type="pres">
      <dgm:prSet presAssocID="{7675F5F0-3B33-4200-9EDE-C3E4D406CE58}" presName="node" presStyleLbl="node1" presStyleIdx="4" presStyleCnt="8">
        <dgm:presLayoutVars>
          <dgm:bulletEnabled val="1"/>
        </dgm:presLayoutVars>
      </dgm:prSet>
      <dgm:spPr/>
    </dgm:pt>
    <dgm:pt modelId="{FF7C75E4-13F7-4C12-A3E8-06F2DA0CA8B4}" type="pres">
      <dgm:prSet presAssocID="{C6F637AB-04D1-4C62-BFAC-89D7AFB48906}" presName="sibTrans" presStyleLbl="sibTrans1D1" presStyleIdx="4" presStyleCnt="7"/>
      <dgm:spPr/>
    </dgm:pt>
    <dgm:pt modelId="{743692BD-68FC-4B77-B01A-4C721664ACFF}" type="pres">
      <dgm:prSet presAssocID="{C6F637AB-04D1-4C62-BFAC-89D7AFB48906}" presName="connectorText" presStyleLbl="sibTrans1D1" presStyleIdx="4" presStyleCnt="7"/>
      <dgm:spPr/>
    </dgm:pt>
    <dgm:pt modelId="{29242B4A-E3E0-4E0F-9073-977F4C3FAA38}" type="pres">
      <dgm:prSet presAssocID="{6E57B0EC-9235-4975-A85E-660FAD114E2B}" presName="node" presStyleLbl="node1" presStyleIdx="5" presStyleCnt="8">
        <dgm:presLayoutVars>
          <dgm:bulletEnabled val="1"/>
        </dgm:presLayoutVars>
      </dgm:prSet>
      <dgm:spPr/>
    </dgm:pt>
    <dgm:pt modelId="{942CD260-4013-46B7-861D-D1F4DA4D33CD}" type="pres">
      <dgm:prSet presAssocID="{D0BFAD38-4CA4-46E7-BB5E-C47E3E2A7212}" presName="sibTrans" presStyleLbl="sibTrans1D1" presStyleIdx="5" presStyleCnt="7"/>
      <dgm:spPr/>
    </dgm:pt>
    <dgm:pt modelId="{EE497296-E8D6-4829-8E1A-35201674F369}" type="pres">
      <dgm:prSet presAssocID="{D0BFAD38-4CA4-46E7-BB5E-C47E3E2A7212}" presName="connectorText" presStyleLbl="sibTrans1D1" presStyleIdx="5" presStyleCnt="7"/>
      <dgm:spPr/>
    </dgm:pt>
    <dgm:pt modelId="{F7BDDE36-6C91-4F36-8D3A-96B687DA914C}" type="pres">
      <dgm:prSet presAssocID="{07B1686C-5A2D-4145-A916-E6EB581B42A9}" presName="node" presStyleLbl="node1" presStyleIdx="6" presStyleCnt="8">
        <dgm:presLayoutVars>
          <dgm:bulletEnabled val="1"/>
        </dgm:presLayoutVars>
      </dgm:prSet>
      <dgm:spPr/>
    </dgm:pt>
    <dgm:pt modelId="{1988E1D4-2CBD-4596-A9F8-BC483E122A8E}" type="pres">
      <dgm:prSet presAssocID="{540E2075-0BCB-434B-8A7F-B956145BC24F}" presName="sibTrans" presStyleLbl="sibTrans1D1" presStyleIdx="6" presStyleCnt="7"/>
      <dgm:spPr/>
    </dgm:pt>
    <dgm:pt modelId="{B3162AE9-80C5-428D-8514-2A9193125579}" type="pres">
      <dgm:prSet presAssocID="{540E2075-0BCB-434B-8A7F-B956145BC24F}" presName="connectorText" presStyleLbl="sibTrans1D1" presStyleIdx="6" presStyleCnt="7"/>
      <dgm:spPr/>
    </dgm:pt>
    <dgm:pt modelId="{BF1148C8-1C08-423F-AD7A-69B02E64B5CD}" type="pres">
      <dgm:prSet presAssocID="{B0944E72-D8C8-407B-92FA-52797DE090D1}" presName="node" presStyleLbl="node1" presStyleIdx="7" presStyleCnt="8">
        <dgm:presLayoutVars>
          <dgm:bulletEnabled val="1"/>
        </dgm:presLayoutVars>
      </dgm:prSet>
      <dgm:spPr/>
    </dgm:pt>
  </dgm:ptLst>
  <dgm:cxnLst>
    <dgm:cxn modelId="{6EF23202-7A97-4693-B383-FA87D0FFC651}" type="presOf" srcId="{E62F5D9F-26E9-4B01-84EC-450B7D820B82}" destId="{46352A55-5CA8-4834-8915-EF06E3BD8EDC}" srcOrd="0" destOrd="0" presId="urn:microsoft.com/office/officeart/2016/7/layout/RepeatingBendingProcessNew"/>
    <dgm:cxn modelId="{2BE0DF0B-E34C-4F51-B499-63557418376B}" type="presOf" srcId="{D0BFAD38-4CA4-46E7-BB5E-C47E3E2A7212}" destId="{EE497296-E8D6-4829-8E1A-35201674F369}" srcOrd="1" destOrd="0" presId="urn:microsoft.com/office/officeart/2016/7/layout/RepeatingBendingProcessNew"/>
    <dgm:cxn modelId="{F1B01913-A8BF-48E3-AB6A-8D5C138C1D96}" type="presOf" srcId="{6E57B0EC-9235-4975-A85E-660FAD114E2B}" destId="{29242B4A-E3E0-4E0F-9073-977F4C3FAA38}" srcOrd="0" destOrd="0" presId="urn:microsoft.com/office/officeart/2016/7/layout/RepeatingBendingProcessNew"/>
    <dgm:cxn modelId="{E46D0B16-0608-4281-9383-AC82F7F4BDC1}" type="presOf" srcId="{AE7E205E-1FE6-4FCA-81C5-283FF8CCD3DE}" destId="{AE97AB9B-D39D-4D08-8BD0-7187D24275F0}" srcOrd="1" destOrd="0" presId="urn:microsoft.com/office/officeart/2016/7/layout/RepeatingBendingProcessNew"/>
    <dgm:cxn modelId="{59F03A2B-6C12-4B1D-920B-3EEB31354796}" type="presOf" srcId="{540E2075-0BCB-434B-8A7F-B956145BC24F}" destId="{B3162AE9-80C5-428D-8514-2A9193125579}" srcOrd="1" destOrd="0" presId="urn:microsoft.com/office/officeart/2016/7/layout/RepeatingBendingProcessNew"/>
    <dgm:cxn modelId="{8952FE2B-AB43-410A-87C5-841B920801CE}" srcId="{8E26CA36-0B46-431C-A8DA-AD85C4880185}" destId="{A403E561-C19F-4EAA-9FC1-C1F2A14D0DB4}" srcOrd="3" destOrd="0" parTransId="{D19DE9F4-40FD-4397-885A-888FF3C6D282}" sibTransId="{AE7E205E-1FE6-4FCA-81C5-283FF8CCD3DE}"/>
    <dgm:cxn modelId="{52ABCE2C-F19C-4D36-88B3-85C00BB6E2A4}" type="presOf" srcId="{540E2075-0BCB-434B-8A7F-B956145BC24F}" destId="{1988E1D4-2CBD-4596-A9F8-BC483E122A8E}" srcOrd="0" destOrd="0" presId="urn:microsoft.com/office/officeart/2016/7/layout/RepeatingBendingProcessNew"/>
    <dgm:cxn modelId="{ED5F6836-DF54-41A7-92A0-F3421A60452C}" type="presOf" srcId="{7A5522E7-9820-4534-AE72-1D9CEF026C98}" destId="{9FAA8740-C374-4BB4-96DA-866EEA49F2F6}" srcOrd="1" destOrd="0" presId="urn:microsoft.com/office/officeart/2016/7/layout/RepeatingBendingProcessNew"/>
    <dgm:cxn modelId="{D3185B38-4461-4E94-93CA-D98C27933152}" type="presOf" srcId="{D2FBC612-A70A-413C-BFEE-81401EFA7E41}" destId="{CF9D53E1-DDD1-484C-8966-3C83FEDE6BB7}" srcOrd="0" destOrd="0" presId="urn:microsoft.com/office/officeart/2016/7/layout/RepeatingBendingProcessNew"/>
    <dgm:cxn modelId="{A46F263C-1C65-4DE5-A67A-41B55B146D6A}" srcId="{8E26CA36-0B46-431C-A8DA-AD85C4880185}" destId="{6E57B0EC-9235-4975-A85E-660FAD114E2B}" srcOrd="5" destOrd="0" parTransId="{7FAB3082-8988-4E6C-A90C-35369CC25877}" sibTransId="{D0BFAD38-4CA4-46E7-BB5E-C47E3E2A7212}"/>
    <dgm:cxn modelId="{F1A82E3C-3805-4127-9CA8-98C2DD232EF1}" srcId="{8E26CA36-0B46-431C-A8DA-AD85C4880185}" destId="{07B1686C-5A2D-4145-A916-E6EB581B42A9}" srcOrd="6" destOrd="0" parTransId="{E0EE12AE-05FF-4F8A-86AD-B01ED03374F7}" sibTransId="{540E2075-0BCB-434B-8A7F-B956145BC24F}"/>
    <dgm:cxn modelId="{2D595040-FA1A-4109-AA9E-15B85561D6F6}" srcId="{8E26CA36-0B46-431C-A8DA-AD85C4880185}" destId="{494E62FC-7D07-4C89-914C-58E2BB2262F4}" srcOrd="0" destOrd="0" parTransId="{D7ED513F-87FF-4FEC-B39D-49565347A7BD}" sibTransId="{E62F5D9F-26E9-4B01-84EC-450B7D820B82}"/>
    <dgm:cxn modelId="{6FD56D61-694B-4809-B44C-3CC73585EAFE}" type="presOf" srcId="{7A5522E7-9820-4534-AE72-1D9CEF026C98}" destId="{D5BFA47E-32C1-4839-AB3F-70532F887E00}" srcOrd="0" destOrd="0" presId="urn:microsoft.com/office/officeart/2016/7/layout/RepeatingBendingProcessNew"/>
    <dgm:cxn modelId="{7BCB1E42-8ED1-4946-9B38-1E2A592F1D53}" type="presOf" srcId="{C6F637AB-04D1-4C62-BFAC-89D7AFB48906}" destId="{743692BD-68FC-4B77-B01A-4C721664ACFF}" srcOrd="1" destOrd="0" presId="urn:microsoft.com/office/officeart/2016/7/layout/RepeatingBendingProcessNew"/>
    <dgm:cxn modelId="{41D28B76-5E25-464F-BEA9-627FBA87E0D4}" type="presOf" srcId="{CBA89BED-5EC3-4039-B926-03A874A7BB3E}" destId="{68292988-16EB-404E-9203-C75C58E07634}" srcOrd="0" destOrd="0" presId="urn:microsoft.com/office/officeart/2016/7/layout/RepeatingBendingProcessNew"/>
    <dgm:cxn modelId="{574DC07A-4621-4B7D-B9FE-64940022E231}" type="presOf" srcId="{D2FBC612-A70A-413C-BFEE-81401EFA7E41}" destId="{D63EC2B1-5507-4C5E-8AF4-C580903156B7}" srcOrd="1" destOrd="0" presId="urn:microsoft.com/office/officeart/2016/7/layout/RepeatingBendingProcessNew"/>
    <dgm:cxn modelId="{6CAE877D-210B-480B-9AED-17A1DCA18BDB}" srcId="{8E26CA36-0B46-431C-A8DA-AD85C4880185}" destId="{5106BEDC-F567-4758-953E-2E23017F1EF1}" srcOrd="1" destOrd="0" parTransId="{406A8BD3-4017-4B56-84A0-C082A810D56C}" sibTransId="{D2FBC612-A70A-413C-BFEE-81401EFA7E41}"/>
    <dgm:cxn modelId="{94624682-22FB-4028-A3DE-A3CA0B20C5F7}" srcId="{8E26CA36-0B46-431C-A8DA-AD85C4880185}" destId="{B0944E72-D8C8-407B-92FA-52797DE090D1}" srcOrd="7" destOrd="0" parTransId="{56505D7E-56B1-43AC-BAE9-B25C7D00446A}" sibTransId="{CEC3EA2A-2AC5-4B19-8852-536F1EF60A34}"/>
    <dgm:cxn modelId="{B53F7989-0714-4159-8B98-D379A48E7B21}" type="presOf" srcId="{5106BEDC-F567-4758-953E-2E23017F1EF1}" destId="{7AA6A029-E0EA-4EFE-9D10-A52A2FAE7551}" srcOrd="0" destOrd="0" presId="urn:microsoft.com/office/officeart/2016/7/layout/RepeatingBendingProcessNew"/>
    <dgm:cxn modelId="{7BA9E28C-2F09-42FD-8E5C-1CA7CD6DD020}" type="presOf" srcId="{B0944E72-D8C8-407B-92FA-52797DE090D1}" destId="{BF1148C8-1C08-423F-AD7A-69B02E64B5CD}" srcOrd="0" destOrd="0" presId="urn:microsoft.com/office/officeart/2016/7/layout/RepeatingBendingProcessNew"/>
    <dgm:cxn modelId="{0C5E7AA2-C0C5-4C28-AF8E-7A5A5FBD034D}" type="presOf" srcId="{AE7E205E-1FE6-4FCA-81C5-283FF8CCD3DE}" destId="{9CC9471A-5CEA-4207-93CD-2F4A7DBE3F94}" srcOrd="0" destOrd="0" presId="urn:microsoft.com/office/officeart/2016/7/layout/RepeatingBendingProcessNew"/>
    <dgm:cxn modelId="{8248BCA6-D887-4EEC-9576-0A950F6977AD}" type="presOf" srcId="{8E26CA36-0B46-431C-A8DA-AD85C4880185}" destId="{99E24BB9-29E7-4709-97B8-7671FFB217C4}" srcOrd="0" destOrd="0" presId="urn:microsoft.com/office/officeart/2016/7/layout/RepeatingBendingProcessNew"/>
    <dgm:cxn modelId="{751929A8-BC43-450B-BE98-742ED74F3D76}" type="presOf" srcId="{07B1686C-5A2D-4145-A916-E6EB581B42A9}" destId="{F7BDDE36-6C91-4F36-8D3A-96B687DA914C}" srcOrd="0" destOrd="0" presId="urn:microsoft.com/office/officeart/2016/7/layout/RepeatingBendingProcessNew"/>
    <dgm:cxn modelId="{E811A4B4-FB4D-4654-BE32-F14AD702836B}" type="presOf" srcId="{A403E561-C19F-4EAA-9FC1-C1F2A14D0DB4}" destId="{C639BE3C-C3FC-4FB6-B47C-B81C68947D29}" srcOrd="0" destOrd="0" presId="urn:microsoft.com/office/officeart/2016/7/layout/RepeatingBendingProcessNew"/>
    <dgm:cxn modelId="{49D226B5-93F9-4D3C-B91A-606A7456BF0C}" type="presOf" srcId="{D0BFAD38-4CA4-46E7-BB5E-C47E3E2A7212}" destId="{942CD260-4013-46B7-861D-D1F4DA4D33CD}" srcOrd="0" destOrd="0" presId="urn:microsoft.com/office/officeart/2016/7/layout/RepeatingBendingProcessNew"/>
    <dgm:cxn modelId="{AED854BC-7800-497C-A46A-0D3E8206134E}" type="presOf" srcId="{494E62FC-7D07-4C89-914C-58E2BB2262F4}" destId="{F1FE520B-2047-4233-B4CB-5052AB1F0AEA}" srcOrd="0" destOrd="0" presId="urn:microsoft.com/office/officeart/2016/7/layout/RepeatingBendingProcessNew"/>
    <dgm:cxn modelId="{BC7CF4BD-E379-48E0-87E2-11C84B0C2F9C}" type="presOf" srcId="{E62F5D9F-26E9-4B01-84EC-450B7D820B82}" destId="{D5988F9D-492A-4A9F-807A-E2F5B5216D15}" srcOrd="1" destOrd="0" presId="urn:microsoft.com/office/officeart/2016/7/layout/RepeatingBendingProcessNew"/>
    <dgm:cxn modelId="{C74A10CB-1413-4CA4-AADC-3D167F81FA5E}" srcId="{8E26CA36-0B46-431C-A8DA-AD85C4880185}" destId="{7675F5F0-3B33-4200-9EDE-C3E4D406CE58}" srcOrd="4" destOrd="0" parTransId="{B5FDFF4D-BEF9-4833-853D-9DA374473242}" sibTransId="{C6F637AB-04D1-4C62-BFAC-89D7AFB48906}"/>
    <dgm:cxn modelId="{BA387ED8-3D7D-41E1-970B-126E176F3968}" type="presOf" srcId="{7675F5F0-3B33-4200-9EDE-C3E4D406CE58}" destId="{F91019E5-AEA6-41A2-97C1-5CAD82D39795}" srcOrd="0" destOrd="0" presId="urn:microsoft.com/office/officeart/2016/7/layout/RepeatingBendingProcessNew"/>
    <dgm:cxn modelId="{089281E6-88F6-4487-9EB0-B025CC248EB5}" srcId="{8E26CA36-0B46-431C-A8DA-AD85C4880185}" destId="{CBA89BED-5EC3-4039-B926-03A874A7BB3E}" srcOrd="2" destOrd="0" parTransId="{0048F1A8-0C8F-40B8-9058-E65846736F7D}" sibTransId="{7A5522E7-9820-4534-AE72-1D9CEF026C98}"/>
    <dgm:cxn modelId="{43B668EC-B008-4B7C-A5F2-68C318C81893}" type="presOf" srcId="{C6F637AB-04D1-4C62-BFAC-89D7AFB48906}" destId="{FF7C75E4-13F7-4C12-A3E8-06F2DA0CA8B4}" srcOrd="0" destOrd="0" presId="urn:microsoft.com/office/officeart/2016/7/layout/RepeatingBendingProcessNew"/>
    <dgm:cxn modelId="{DDF0F55C-4150-4841-B42C-E8306A27C42E}" type="presParOf" srcId="{99E24BB9-29E7-4709-97B8-7671FFB217C4}" destId="{F1FE520B-2047-4233-B4CB-5052AB1F0AEA}" srcOrd="0" destOrd="0" presId="urn:microsoft.com/office/officeart/2016/7/layout/RepeatingBendingProcessNew"/>
    <dgm:cxn modelId="{14004E65-731C-4615-BBEB-37452107A3C4}" type="presParOf" srcId="{99E24BB9-29E7-4709-97B8-7671FFB217C4}" destId="{46352A55-5CA8-4834-8915-EF06E3BD8EDC}" srcOrd="1" destOrd="0" presId="urn:microsoft.com/office/officeart/2016/7/layout/RepeatingBendingProcessNew"/>
    <dgm:cxn modelId="{642A6935-1426-43B6-90F2-0B719F98B976}" type="presParOf" srcId="{46352A55-5CA8-4834-8915-EF06E3BD8EDC}" destId="{D5988F9D-492A-4A9F-807A-E2F5B5216D15}" srcOrd="0" destOrd="0" presId="urn:microsoft.com/office/officeart/2016/7/layout/RepeatingBendingProcessNew"/>
    <dgm:cxn modelId="{7416F4FB-D3FB-42BD-975C-8048EEC7F232}" type="presParOf" srcId="{99E24BB9-29E7-4709-97B8-7671FFB217C4}" destId="{7AA6A029-E0EA-4EFE-9D10-A52A2FAE7551}" srcOrd="2" destOrd="0" presId="urn:microsoft.com/office/officeart/2016/7/layout/RepeatingBendingProcessNew"/>
    <dgm:cxn modelId="{FB07C838-1774-45DB-8A24-74F6754656EA}" type="presParOf" srcId="{99E24BB9-29E7-4709-97B8-7671FFB217C4}" destId="{CF9D53E1-DDD1-484C-8966-3C83FEDE6BB7}" srcOrd="3" destOrd="0" presId="urn:microsoft.com/office/officeart/2016/7/layout/RepeatingBendingProcessNew"/>
    <dgm:cxn modelId="{92F68710-98B5-4936-99C3-CB3BF9CCCACB}" type="presParOf" srcId="{CF9D53E1-DDD1-484C-8966-3C83FEDE6BB7}" destId="{D63EC2B1-5507-4C5E-8AF4-C580903156B7}" srcOrd="0" destOrd="0" presId="urn:microsoft.com/office/officeart/2016/7/layout/RepeatingBendingProcessNew"/>
    <dgm:cxn modelId="{D97F8B30-F5C1-4230-8C87-91874DCBC34B}" type="presParOf" srcId="{99E24BB9-29E7-4709-97B8-7671FFB217C4}" destId="{68292988-16EB-404E-9203-C75C58E07634}" srcOrd="4" destOrd="0" presId="urn:microsoft.com/office/officeart/2016/7/layout/RepeatingBendingProcessNew"/>
    <dgm:cxn modelId="{B9EF8B7C-129B-44E6-B7F5-2FB5ECE78F28}" type="presParOf" srcId="{99E24BB9-29E7-4709-97B8-7671FFB217C4}" destId="{D5BFA47E-32C1-4839-AB3F-70532F887E00}" srcOrd="5" destOrd="0" presId="urn:microsoft.com/office/officeart/2016/7/layout/RepeatingBendingProcessNew"/>
    <dgm:cxn modelId="{362AC310-E8C5-4CEE-A9A5-BC5131AC0F7E}" type="presParOf" srcId="{D5BFA47E-32C1-4839-AB3F-70532F887E00}" destId="{9FAA8740-C374-4BB4-96DA-866EEA49F2F6}" srcOrd="0" destOrd="0" presId="urn:microsoft.com/office/officeart/2016/7/layout/RepeatingBendingProcessNew"/>
    <dgm:cxn modelId="{1812A55A-5E92-45A9-93EC-630BD6302CB0}" type="presParOf" srcId="{99E24BB9-29E7-4709-97B8-7671FFB217C4}" destId="{C639BE3C-C3FC-4FB6-B47C-B81C68947D29}" srcOrd="6" destOrd="0" presId="urn:microsoft.com/office/officeart/2016/7/layout/RepeatingBendingProcessNew"/>
    <dgm:cxn modelId="{EA463804-14EF-42C2-9564-EEF56ED307F1}" type="presParOf" srcId="{99E24BB9-29E7-4709-97B8-7671FFB217C4}" destId="{9CC9471A-5CEA-4207-93CD-2F4A7DBE3F94}" srcOrd="7" destOrd="0" presId="urn:microsoft.com/office/officeart/2016/7/layout/RepeatingBendingProcessNew"/>
    <dgm:cxn modelId="{4EA8EDD4-B548-4F91-A558-4E23F8F42152}" type="presParOf" srcId="{9CC9471A-5CEA-4207-93CD-2F4A7DBE3F94}" destId="{AE97AB9B-D39D-4D08-8BD0-7187D24275F0}" srcOrd="0" destOrd="0" presId="urn:microsoft.com/office/officeart/2016/7/layout/RepeatingBendingProcessNew"/>
    <dgm:cxn modelId="{CD9A6352-0230-4130-A1D7-B5302B1CCFA9}" type="presParOf" srcId="{99E24BB9-29E7-4709-97B8-7671FFB217C4}" destId="{F91019E5-AEA6-41A2-97C1-5CAD82D39795}" srcOrd="8" destOrd="0" presId="urn:microsoft.com/office/officeart/2016/7/layout/RepeatingBendingProcessNew"/>
    <dgm:cxn modelId="{9E0EDF3D-2551-4826-BF47-2FA3CFE81CD1}" type="presParOf" srcId="{99E24BB9-29E7-4709-97B8-7671FFB217C4}" destId="{FF7C75E4-13F7-4C12-A3E8-06F2DA0CA8B4}" srcOrd="9" destOrd="0" presId="urn:microsoft.com/office/officeart/2016/7/layout/RepeatingBendingProcessNew"/>
    <dgm:cxn modelId="{CC270CE8-EA17-4778-9A3D-A36825D0B92F}" type="presParOf" srcId="{FF7C75E4-13F7-4C12-A3E8-06F2DA0CA8B4}" destId="{743692BD-68FC-4B77-B01A-4C721664ACFF}" srcOrd="0" destOrd="0" presId="urn:microsoft.com/office/officeart/2016/7/layout/RepeatingBendingProcessNew"/>
    <dgm:cxn modelId="{626597FF-68AB-40C9-98A2-721284A38B73}" type="presParOf" srcId="{99E24BB9-29E7-4709-97B8-7671FFB217C4}" destId="{29242B4A-E3E0-4E0F-9073-977F4C3FAA38}" srcOrd="10" destOrd="0" presId="urn:microsoft.com/office/officeart/2016/7/layout/RepeatingBendingProcessNew"/>
    <dgm:cxn modelId="{CAF3274E-66D5-4C39-B2BA-C42175FDFE38}" type="presParOf" srcId="{99E24BB9-29E7-4709-97B8-7671FFB217C4}" destId="{942CD260-4013-46B7-861D-D1F4DA4D33CD}" srcOrd="11" destOrd="0" presId="urn:microsoft.com/office/officeart/2016/7/layout/RepeatingBendingProcessNew"/>
    <dgm:cxn modelId="{8EDF4416-8E5B-48DE-89AD-57FCED29756B}" type="presParOf" srcId="{942CD260-4013-46B7-861D-D1F4DA4D33CD}" destId="{EE497296-E8D6-4829-8E1A-35201674F369}" srcOrd="0" destOrd="0" presId="urn:microsoft.com/office/officeart/2016/7/layout/RepeatingBendingProcessNew"/>
    <dgm:cxn modelId="{E244CC59-0E28-4FD2-8777-B0B65B005512}" type="presParOf" srcId="{99E24BB9-29E7-4709-97B8-7671FFB217C4}" destId="{F7BDDE36-6C91-4F36-8D3A-96B687DA914C}" srcOrd="12" destOrd="0" presId="urn:microsoft.com/office/officeart/2016/7/layout/RepeatingBendingProcessNew"/>
    <dgm:cxn modelId="{5AD63C44-FB72-4208-AE40-551F7FD14CC3}" type="presParOf" srcId="{99E24BB9-29E7-4709-97B8-7671FFB217C4}" destId="{1988E1D4-2CBD-4596-A9F8-BC483E122A8E}" srcOrd="13" destOrd="0" presId="urn:microsoft.com/office/officeart/2016/7/layout/RepeatingBendingProcessNew"/>
    <dgm:cxn modelId="{2E485F62-27E4-4E16-BB7F-4E1BFA9E30B4}" type="presParOf" srcId="{1988E1D4-2CBD-4596-A9F8-BC483E122A8E}" destId="{B3162AE9-80C5-428D-8514-2A9193125579}" srcOrd="0" destOrd="0" presId="urn:microsoft.com/office/officeart/2016/7/layout/RepeatingBendingProcessNew"/>
    <dgm:cxn modelId="{F48AC852-53E7-4CEB-91DC-EBB890B86065}" type="presParOf" srcId="{99E24BB9-29E7-4709-97B8-7671FFB217C4}" destId="{BF1148C8-1C08-423F-AD7A-69B02E64B5CD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F15311-8C17-4266-8C93-25E4AE7530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8997893-CC3E-401B-9B51-AC951849AFD3}">
      <dgm:prSet/>
      <dgm:spPr/>
      <dgm:t>
        <a:bodyPr/>
        <a:lstStyle/>
        <a:p>
          <a:pPr>
            <a:defRPr cap="all"/>
          </a:pPr>
          <a:r>
            <a:rPr lang="en-IN"/>
            <a:t>Computer Questionnaire</a:t>
          </a:r>
          <a:endParaRPr lang="en-US"/>
        </a:p>
      </dgm:t>
    </dgm:pt>
    <dgm:pt modelId="{66333113-ADCA-49B8-9B2C-6C68B16111A2}" type="parTrans" cxnId="{39F87005-2156-4474-ADE2-3E31B8A68FBB}">
      <dgm:prSet/>
      <dgm:spPr/>
      <dgm:t>
        <a:bodyPr/>
        <a:lstStyle/>
        <a:p>
          <a:endParaRPr lang="en-US"/>
        </a:p>
      </dgm:t>
    </dgm:pt>
    <dgm:pt modelId="{003CA646-EAAB-4B65-9AAC-928B7A0DF587}" type="sibTrans" cxnId="{39F87005-2156-4474-ADE2-3E31B8A68FBB}">
      <dgm:prSet/>
      <dgm:spPr/>
      <dgm:t>
        <a:bodyPr/>
        <a:lstStyle/>
        <a:p>
          <a:endParaRPr lang="en-US"/>
        </a:p>
      </dgm:t>
    </dgm:pt>
    <dgm:pt modelId="{E40D83FC-B5D2-4E07-882C-FEE8001D231B}">
      <dgm:prSet/>
      <dgm:spPr/>
      <dgm:t>
        <a:bodyPr/>
        <a:lstStyle/>
        <a:p>
          <a:pPr>
            <a:defRPr cap="all"/>
          </a:pPr>
          <a:r>
            <a:rPr lang="en-IN"/>
            <a:t>Telephone questionnaire</a:t>
          </a:r>
          <a:endParaRPr lang="en-US"/>
        </a:p>
      </dgm:t>
    </dgm:pt>
    <dgm:pt modelId="{D5681EBC-5849-41F5-A429-F55AE2AB8299}" type="parTrans" cxnId="{52DDD84E-8E35-4287-9EB1-7D7E34B83E97}">
      <dgm:prSet/>
      <dgm:spPr/>
      <dgm:t>
        <a:bodyPr/>
        <a:lstStyle/>
        <a:p>
          <a:endParaRPr lang="en-US"/>
        </a:p>
      </dgm:t>
    </dgm:pt>
    <dgm:pt modelId="{8CB06212-20C6-4241-936E-A368690EDCF9}" type="sibTrans" cxnId="{52DDD84E-8E35-4287-9EB1-7D7E34B83E97}">
      <dgm:prSet/>
      <dgm:spPr/>
      <dgm:t>
        <a:bodyPr/>
        <a:lstStyle/>
        <a:p>
          <a:endParaRPr lang="en-US"/>
        </a:p>
      </dgm:t>
    </dgm:pt>
    <dgm:pt modelId="{93DAA15C-3821-4C66-9817-1427D5CA8D96}">
      <dgm:prSet/>
      <dgm:spPr/>
      <dgm:t>
        <a:bodyPr/>
        <a:lstStyle/>
        <a:p>
          <a:pPr>
            <a:defRPr cap="all"/>
          </a:pPr>
          <a:r>
            <a:rPr lang="en-IN"/>
            <a:t>Mail Questionnaire</a:t>
          </a:r>
          <a:endParaRPr lang="en-US"/>
        </a:p>
      </dgm:t>
    </dgm:pt>
    <dgm:pt modelId="{2F4DD3A7-BF67-4012-AFBF-E368F3D16114}" type="parTrans" cxnId="{46CDB48D-FBD7-43C1-8E60-49E69FAF2944}">
      <dgm:prSet/>
      <dgm:spPr/>
      <dgm:t>
        <a:bodyPr/>
        <a:lstStyle/>
        <a:p>
          <a:endParaRPr lang="en-US"/>
        </a:p>
      </dgm:t>
    </dgm:pt>
    <dgm:pt modelId="{8E32F1F4-66CA-4679-8650-DB344805092F}" type="sibTrans" cxnId="{46CDB48D-FBD7-43C1-8E60-49E69FAF2944}">
      <dgm:prSet/>
      <dgm:spPr/>
      <dgm:t>
        <a:bodyPr/>
        <a:lstStyle/>
        <a:p>
          <a:endParaRPr lang="en-US"/>
        </a:p>
      </dgm:t>
    </dgm:pt>
    <dgm:pt modelId="{5A7B2479-5161-41B0-ADEF-2782E6DFED75}">
      <dgm:prSet/>
      <dgm:spPr/>
      <dgm:t>
        <a:bodyPr/>
        <a:lstStyle/>
        <a:p>
          <a:pPr>
            <a:defRPr cap="all"/>
          </a:pPr>
          <a:r>
            <a:rPr lang="en-IN"/>
            <a:t>In – House Questionnaire</a:t>
          </a:r>
          <a:endParaRPr lang="en-US"/>
        </a:p>
      </dgm:t>
    </dgm:pt>
    <dgm:pt modelId="{BBEB812A-11A8-4A8F-9124-3759767EAACE}" type="parTrans" cxnId="{4D88190A-ECB2-47FA-AE52-A30773D6CC38}">
      <dgm:prSet/>
      <dgm:spPr/>
      <dgm:t>
        <a:bodyPr/>
        <a:lstStyle/>
        <a:p>
          <a:endParaRPr lang="en-US"/>
        </a:p>
      </dgm:t>
    </dgm:pt>
    <dgm:pt modelId="{D521CB0F-7FCB-4387-9D32-07022CBE8C0A}" type="sibTrans" cxnId="{4D88190A-ECB2-47FA-AE52-A30773D6CC38}">
      <dgm:prSet/>
      <dgm:spPr/>
      <dgm:t>
        <a:bodyPr/>
        <a:lstStyle/>
        <a:p>
          <a:endParaRPr lang="en-US"/>
        </a:p>
      </dgm:t>
    </dgm:pt>
    <dgm:pt modelId="{5EAF6813-7CD7-43E5-80AE-CE228FCF1107}" type="pres">
      <dgm:prSet presAssocID="{95F15311-8C17-4266-8C93-25E4AE753069}" presName="root" presStyleCnt="0">
        <dgm:presLayoutVars>
          <dgm:dir/>
          <dgm:resizeHandles val="exact"/>
        </dgm:presLayoutVars>
      </dgm:prSet>
      <dgm:spPr/>
    </dgm:pt>
    <dgm:pt modelId="{50863550-74F9-4A83-851B-5C2EBCAEA49F}" type="pres">
      <dgm:prSet presAssocID="{D8997893-CC3E-401B-9B51-AC951849AFD3}" presName="compNode" presStyleCnt="0"/>
      <dgm:spPr/>
    </dgm:pt>
    <dgm:pt modelId="{2A317834-DB79-414B-863A-903C0BCE5B0A}" type="pres">
      <dgm:prSet presAssocID="{D8997893-CC3E-401B-9B51-AC951849AFD3}" presName="iconBgRect" presStyleLbl="bgShp" presStyleIdx="0" presStyleCnt="4"/>
      <dgm:spPr/>
    </dgm:pt>
    <dgm:pt modelId="{EE78A3CB-4CDB-40DA-988F-59AA4B408222}" type="pres">
      <dgm:prSet presAssocID="{D8997893-CC3E-401B-9B51-AC951849AF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ABFC28D-C4E8-485C-A203-88A34F649889}" type="pres">
      <dgm:prSet presAssocID="{D8997893-CC3E-401B-9B51-AC951849AFD3}" presName="spaceRect" presStyleCnt="0"/>
      <dgm:spPr/>
    </dgm:pt>
    <dgm:pt modelId="{B618523F-573A-45B7-8748-BFC70CD169BF}" type="pres">
      <dgm:prSet presAssocID="{D8997893-CC3E-401B-9B51-AC951849AFD3}" presName="textRect" presStyleLbl="revTx" presStyleIdx="0" presStyleCnt="4">
        <dgm:presLayoutVars>
          <dgm:chMax val="1"/>
          <dgm:chPref val="1"/>
        </dgm:presLayoutVars>
      </dgm:prSet>
      <dgm:spPr/>
    </dgm:pt>
    <dgm:pt modelId="{00010661-6784-44AA-A245-DA68750369E2}" type="pres">
      <dgm:prSet presAssocID="{003CA646-EAAB-4B65-9AAC-928B7A0DF587}" presName="sibTrans" presStyleCnt="0"/>
      <dgm:spPr/>
    </dgm:pt>
    <dgm:pt modelId="{2D1F9F86-DE2A-47B8-ABB8-46DE947B468E}" type="pres">
      <dgm:prSet presAssocID="{E40D83FC-B5D2-4E07-882C-FEE8001D231B}" presName="compNode" presStyleCnt="0"/>
      <dgm:spPr/>
    </dgm:pt>
    <dgm:pt modelId="{9FDF0F37-C861-447B-89C0-39E5426F8D53}" type="pres">
      <dgm:prSet presAssocID="{E40D83FC-B5D2-4E07-882C-FEE8001D231B}" presName="iconBgRect" presStyleLbl="bgShp" presStyleIdx="1" presStyleCnt="4"/>
      <dgm:spPr/>
    </dgm:pt>
    <dgm:pt modelId="{D92D302A-397A-4F2C-92B1-838E0AC92AC7}" type="pres">
      <dgm:prSet presAssocID="{E40D83FC-B5D2-4E07-882C-FEE8001D231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phone"/>
        </a:ext>
      </dgm:extLst>
    </dgm:pt>
    <dgm:pt modelId="{4EBB2A84-9BB7-4949-8B46-20A8590F744D}" type="pres">
      <dgm:prSet presAssocID="{E40D83FC-B5D2-4E07-882C-FEE8001D231B}" presName="spaceRect" presStyleCnt="0"/>
      <dgm:spPr/>
    </dgm:pt>
    <dgm:pt modelId="{2E3EDE57-641C-4B3F-BBFE-717DB9F27A8E}" type="pres">
      <dgm:prSet presAssocID="{E40D83FC-B5D2-4E07-882C-FEE8001D231B}" presName="textRect" presStyleLbl="revTx" presStyleIdx="1" presStyleCnt="4">
        <dgm:presLayoutVars>
          <dgm:chMax val="1"/>
          <dgm:chPref val="1"/>
        </dgm:presLayoutVars>
      </dgm:prSet>
      <dgm:spPr/>
    </dgm:pt>
    <dgm:pt modelId="{0ADEB107-69B6-4B41-ACA0-E9ED638E81C3}" type="pres">
      <dgm:prSet presAssocID="{8CB06212-20C6-4241-936E-A368690EDCF9}" presName="sibTrans" presStyleCnt="0"/>
      <dgm:spPr/>
    </dgm:pt>
    <dgm:pt modelId="{263BE830-43BD-4DB9-9448-0C5910221F90}" type="pres">
      <dgm:prSet presAssocID="{93DAA15C-3821-4C66-9817-1427D5CA8D96}" presName="compNode" presStyleCnt="0"/>
      <dgm:spPr/>
    </dgm:pt>
    <dgm:pt modelId="{71296F1C-9DB5-440E-B1A6-35F6B5E9101A}" type="pres">
      <dgm:prSet presAssocID="{93DAA15C-3821-4C66-9817-1427D5CA8D96}" presName="iconBgRect" presStyleLbl="bgShp" presStyleIdx="2" presStyleCnt="4"/>
      <dgm:spPr/>
    </dgm:pt>
    <dgm:pt modelId="{A35C1559-BA84-40CF-8C8B-FDB93469DE85}" type="pres">
      <dgm:prSet presAssocID="{93DAA15C-3821-4C66-9817-1427D5CA8D9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B2E7F67E-7DC0-4BF9-B81A-DF98ED1DB5E2}" type="pres">
      <dgm:prSet presAssocID="{93DAA15C-3821-4C66-9817-1427D5CA8D96}" presName="spaceRect" presStyleCnt="0"/>
      <dgm:spPr/>
    </dgm:pt>
    <dgm:pt modelId="{0C7255E1-2283-494F-B4E0-618A72800E59}" type="pres">
      <dgm:prSet presAssocID="{93DAA15C-3821-4C66-9817-1427D5CA8D96}" presName="textRect" presStyleLbl="revTx" presStyleIdx="2" presStyleCnt="4">
        <dgm:presLayoutVars>
          <dgm:chMax val="1"/>
          <dgm:chPref val="1"/>
        </dgm:presLayoutVars>
      </dgm:prSet>
      <dgm:spPr/>
    </dgm:pt>
    <dgm:pt modelId="{D7F6D273-92F1-4929-8506-D962730F13E6}" type="pres">
      <dgm:prSet presAssocID="{8E32F1F4-66CA-4679-8650-DB344805092F}" presName="sibTrans" presStyleCnt="0"/>
      <dgm:spPr/>
    </dgm:pt>
    <dgm:pt modelId="{57F92A28-83E5-49EE-8F57-6C42EACA54BF}" type="pres">
      <dgm:prSet presAssocID="{5A7B2479-5161-41B0-ADEF-2782E6DFED75}" presName="compNode" presStyleCnt="0"/>
      <dgm:spPr/>
    </dgm:pt>
    <dgm:pt modelId="{0D68ACA6-D026-44E6-AAB6-829866AAD3A5}" type="pres">
      <dgm:prSet presAssocID="{5A7B2479-5161-41B0-ADEF-2782E6DFED75}" presName="iconBgRect" presStyleLbl="bgShp" presStyleIdx="3" presStyleCnt="4"/>
      <dgm:spPr/>
    </dgm:pt>
    <dgm:pt modelId="{87AFEA2A-F872-4D2E-85EF-5DC77A5F5231}" type="pres">
      <dgm:prSet presAssocID="{5A7B2479-5161-41B0-ADEF-2782E6DFED7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8017DA8-E91B-436E-93E4-D3A3B5217ED9}" type="pres">
      <dgm:prSet presAssocID="{5A7B2479-5161-41B0-ADEF-2782E6DFED75}" presName="spaceRect" presStyleCnt="0"/>
      <dgm:spPr/>
    </dgm:pt>
    <dgm:pt modelId="{E732CE8D-C10A-47F2-9317-72BD15F9F062}" type="pres">
      <dgm:prSet presAssocID="{5A7B2479-5161-41B0-ADEF-2782E6DFED7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9F87005-2156-4474-ADE2-3E31B8A68FBB}" srcId="{95F15311-8C17-4266-8C93-25E4AE753069}" destId="{D8997893-CC3E-401B-9B51-AC951849AFD3}" srcOrd="0" destOrd="0" parTransId="{66333113-ADCA-49B8-9B2C-6C68B16111A2}" sibTransId="{003CA646-EAAB-4B65-9AAC-928B7A0DF587}"/>
    <dgm:cxn modelId="{4D88190A-ECB2-47FA-AE52-A30773D6CC38}" srcId="{95F15311-8C17-4266-8C93-25E4AE753069}" destId="{5A7B2479-5161-41B0-ADEF-2782E6DFED75}" srcOrd="3" destOrd="0" parTransId="{BBEB812A-11A8-4A8F-9124-3759767EAACE}" sibTransId="{D521CB0F-7FCB-4387-9D32-07022CBE8C0A}"/>
    <dgm:cxn modelId="{48760A41-7EBC-4EAE-B287-C2E3A20DFF92}" type="presOf" srcId="{95F15311-8C17-4266-8C93-25E4AE753069}" destId="{5EAF6813-7CD7-43E5-80AE-CE228FCF1107}" srcOrd="0" destOrd="0" presId="urn:microsoft.com/office/officeart/2018/5/layout/IconCircleLabelList"/>
    <dgm:cxn modelId="{52DDD84E-8E35-4287-9EB1-7D7E34B83E97}" srcId="{95F15311-8C17-4266-8C93-25E4AE753069}" destId="{E40D83FC-B5D2-4E07-882C-FEE8001D231B}" srcOrd="1" destOrd="0" parTransId="{D5681EBC-5849-41F5-A429-F55AE2AB8299}" sibTransId="{8CB06212-20C6-4241-936E-A368690EDCF9}"/>
    <dgm:cxn modelId="{92EE9574-B825-4524-8CC5-9158CF97F985}" type="presOf" srcId="{D8997893-CC3E-401B-9B51-AC951849AFD3}" destId="{B618523F-573A-45B7-8748-BFC70CD169BF}" srcOrd="0" destOrd="0" presId="urn:microsoft.com/office/officeart/2018/5/layout/IconCircleLabelList"/>
    <dgm:cxn modelId="{098BA08D-9860-449F-809E-8D98A3F3CAC6}" type="presOf" srcId="{5A7B2479-5161-41B0-ADEF-2782E6DFED75}" destId="{E732CE8D-C10A-47F2-9317-72BD15F9F062}" srcOrd="0" destOrd="0" presId="urn:microsoft.com/office/officeart/2018/5/layout/IconCircleLabelList"/>
    <dgm:cxn modelId="{46CDB48D-FBD7-43C1-8E60-49E69FAF2944}" srcId="{95F15311-8C17-4266-8C93-25E4AE753069}" destId="{93DAA15C-3821-4C66-9817-1427D5CA8D96}" srcOrd="2" destOrd="0" parTransId="{2F4DD3A7-BF67-4012-AFBF-E368F3D16114}" sibTransId="{8E32F1F4-66CA-4679-8650-DB344805092F}"/>
    <dgm:cxn modelId="{5988E4B6-8238-463B-B28A-A5F4028A091E}" type="presOf" srcId="{93DAA15C-3821-4C66-9817-1427D5CA8D96}" destId="{0C7255E1-2283-494F-B4E0-618A72800E59}" srcOrd="0" destOrd="0" presId="urn:microsoft.com/office/officeart/2018/5/layout/IconCircleLabelList"/>
    <dgm:cxn modelId="{8D42AAD8-F170-4C12-B0CC-CFE21CC4D037}" type="presOf" srcId="{E40D83FC-B5D2-4E07-882C-FEE8001D231B}" destId="{2E3EDE57-641C-4B3F-BBFE-717DB9F27A8E}" srcOrd="0" destOrd="0" presId="urn:microsoft.com/office/officeart/2018/5/layout/IconCircleLabelList"/>
    <dgm:cxn modelId="{5319871A-F953-403A-895C-3084B36D39F2}" type="presParOf" srcId="{5EAF6813-7CD7-43E5-80AE-CE228FCF1107}" destId="{50863550-74F9-4A83-851B-5C2EBCAEA49F}" srcOrd="0" destOrd="0" presId="urn:microsoft.com/office/officeart/2018/5/layout/IconCircleLabelList"/>
    <dgm:cxn modelId="{DC8C72CD-CDAC-4EC4-B1A6-F0840D78F4ED}" type="presParOf" srcId="{50863550-74F9-4A83-851B-5C2EBCAEA49F}" destId="{2A317834-DB79-414B-863A-903C0BCE5B0A}" srcOrd="0" destOrd="0" presId="urn:microsoft.com/office/officeart/2018/5/layout/IconCircleLabelList"/>
    <dgm:cxn modelId="{28D05367-DAEA-4B9F-9DA7-DD9F9EA71C7B}" type="presParOf" srcId="{50863550-74F9-4A83-851B-5C2EBCAEA49F}" destId="{EE78A3CB-4CDB-40DA-988F-59AA4B408222}" srcOrd="1" destOrd="0" presId="urn:microsoft.com/office/officeart/2018/5/layout/IconCircleLabelList"/>
    <dgm:cxn modelId="{670A595F-0CE2-40A3-8A1F-59721A3D1D0A}" type="presParOf" srcId="{50863550-74F9-4A83-851B-5C2EBCAEA49F}" destId="{4ABFC28D-C4E8-485C-A203-88A34F649889}" srcOrd="2" destOrd="0" presId="urn:microsoft.com/office/officeart/2018/5/layout/IconCircleLabelList"/>
    <dgm:cxn modelId="{3CC6E379-8F91-4746-A064-FB8561E14185}" type="presParOf" srcId="{50863550-74F9-4A83-851B-5C2EBCAEA49F}" destId="{B618523F-573A-45B7-8748-BFC70CD169BF}" srcOrd="3" destOrd="0" presId="urn:microsoft.com/office/officeart/2018/5/layout/IconCircleLabelList"/>
    <dgm:cxn modelId="{5506BD9D-C2E1-4E1A-9A41-818283E186CE}" type="presParOf" srcId="{5EAF6813-7CD7-43E5-80AE-CE228FCF1107}" destId="{00010661-6784-44AA-A245-DA68750369E2}" srcOrd="1" destOrd="0" presId="urn:microsoft.com/office/officeart/2018/5/layout/IconCircleLabelList"/>
    <dgm:cxn modelId="{0789E85B-295E-4ADD-8CE9-FE5BC0236559}" type="presParOf" srcId="{5EAF6813-7CD7-43E5-80AE-CE228FCF1107}" destId="{2D1F9F86-DE2A-47B8-ABB8-46DE947B468E}" srcOrd="2" destOrd="0" presId="urn:microsoft.com/office/officeart/2018/5/layout/IconCircleLabelList"/>
    <dgm:cxn modelId="{E62B6D37-0E05-4FD1-9339-04F779EA5635}" type="presParOf" srcId="{2D1F9F86-DE2A-47B8-ABB8-46DE947B468E}" destId="{9FDF0F37-C861-447B-89C0-39E5426F8D53}" srcOrd="0" destOrd="0" presId="urn:microsoft.com/office/officeart/2018/5/layout/IconCircleLabelList"/>
    <dgm:cxn modelId="{E81159C1-43F9-45C7-A29F-AB1C5A54A9C6}" type="presParOf" srcId="{2D1F9F86-DE2A-47B8-ABB8-46DE947B468E}" destId="{D92D302A-397A-4F2C-92B1-838E0AC92AC7}" srcOrd="1" destOrd="0" presId="urn:microsoft.com/office/officeart/2018/5/layout/IconCircleLabelList"/>
    <dgm:cxn modelId="{EEBE1E84-9C2A-40BC-8385-AC3B4F73D614}" type="presParOf" srcId="{2D1F9F86-DE2A-47B8-ABB8-46DE947B468E}" destId="{4EBB2A84-9BB7-4949-8B46-20A8590F744D}" srcOrd="2" destOrd="0" presId="urn:microsoft.com/office/officeart/2018/5/layout/IconCircleLabelList"/>
    <dgm:cxn modelId="{8DFE87ED-A384-4B78-AD2C-B58B6F9AB4A4}" type="presParOf" srcId="{2D1F9F86-DE2A-47B8-ABB8-46DE947B468E}" destId="{2E3EDE57-641C-4B3F-BBFE-717DB9F27A8E}" srcOrd="3" destOrd="0" presId="urn:microsoft.com/office/officeart/2018/5/layout/IconCircleLabelList"/>
    <dgm:cxn modelId="{B836AB73-7061-4A3E-BFFF-A109B17C73F4}" type="presParOf" srcId="{5EAF6813-7CD7-43E5-80AE-CE228FCF1107}" destId="{0ADEB107-69B6-4B41-ACA0-E9ED638E81C3}" srcOrd="3" destOrd="0" presId="urn:microsoft.com/office/officeart/2018/5/layout/IconCircleLabelList"/>
    <dgm:cxn modelId="{C3532A05-49E6-4CCF-99EB-BDE981289ECA}" type="presParOf" srcId="{5EAF6813-7CD7-43E5-80AE-CE228FCF1107}" destId="{263BE830-43BD-4DB9-9448-0C5910221F90}" srcOrd="4" destOrd="0" presId="urn:microsoft.com/office/officeart/2018/5/layout/IconCircleLabelList"/>
    <dgm:cxn modelId="{873B0A77-7E18-4152-8C78-3D3C456BC2A0}" type="presParOf" srcId="{263BE830-43BD-4DB9-9448-0C5910221F90}" destId="{71296F1C-9DB5-440E-B1A6-35F6B5E9101A}" srcOrd="0" destOrd="0" presId="urn:microsoft.com/office/officeart/2018/5/layout/IconCircleLabelList"/>
    <dgm:cxn modelId="{A4E28208-31EA-4AA1-A6B4-9CE21A1724D5}" type="presParOf" srcId="{263BE830-43BD-4DB9-9448-0C5910221F90}" destId="{A35C1559-BA84-40CF-8C8B-FDB93469DE85}" srcOrd="1" destOrd="0" presId="urn:microsoft.com/office/officeart/2018/5/layout/IconCircleLabelList"/>
    <dgm:cxn modelId="{BB770303-0A43-4EC4-BA09-95A96C964BC7}" type="presParOf" srcId="{263BE830-43BD-4DB9-9448-0C5910221F90}" destId="{B2E7F67E-7DC0-4BF9-B81A-DF98ED1DB5E2}" srcOrd="2" destOrd="0" presId="urn:microsoft.com/office/officeart/2018/5/layout/IconCircleLabelList"/>
    <dgm:cxn modelId="{2618E031-F623-40AB-B45B-7976227D7FDE}" type="presParOf" srcId="{263BE830-43BD-4DB9-9448-0C5910221F90}" destId="{0C7255E1-2283-494F-B4E0-618A72800E59}" srcOrd="3" destOrd="0" presId="urn:microsoft.com/office/officeart/2018/5/layout/IconCircleLabelList"/>
    <dgm:cxn modelId="{01BEBF47-8AE0-47BC-9B90-0DE179138717}" type="presParOf" srcId="{5EAF6813-7CD7-43E5-80AE-CE228FCF1107}" destId="{D7F6D273-92F1-4929-8506-D962730F13E6}" srcOrd="5" destOrd="0" presId="urn:microsoft.com/office/officeart/2018/5/layout/IconCircleLabelList"/>
    <dgm:cxn modelId="{96FA4F71-802E-496F-9219-83BB379CAF03}" type="presParOf" srcId="{5EAF6813-7CD7-43E5-80AE-CE228FCF1107}" destId="{57F92A28-83E5-49EE-8F57-6C42EACA54BF}" srcOrd="6" destOrd="0" presId="urn:microsoft.com/office/officeart/2018/5/layout/IconCircleLabelList"/>
    <dgm:cxn modelId="{443D9A40-3FB3-4682-A270-3722060A7B71}" type="presParOf" srcId="{57F92A28-83E5-49EE-8F57-6C42EACA54BF}" destId="{0D68ACA6-D026-44E6-AAB6-829866AAD3A5}" srcOrd="0" destOrd="0" presId="urn:microsoft.com/office/officeart/2018/5/layout/IconCircleLabelList"/>
    <dgm:cxn modelId="{AAC06B8D-A337-496E-8BF6-41A42E5F0505}" type="presParOf" srcId="{57F92A28-83E5-49EE-8F57-6C42EACA54BF}" destId="{87AFEA2A-F872-4D2E-85EF-5DC77A5F5231}" srcOrd="1" destOrd="0" presId="urn:microsoft.com/office/officeart/2018/5/layout/IconCircleLabelList"/>
    <dgm:cxn modelId="{F46B6A4F-C1BC-45B8-89B8-8F0512378813}" type="presParOf" srcId="{57F92A28-83E5-49EE-8F57-6C42EACA54BF}" destId="{78017DA8-E91B-436E-93E4-D3A3B5217ED9}" srcOrd="2" destOrd="0" presId="urn:microsoft.com/office/officeart/2018/5/layout/IconCircleLabelList"/>
    <dgm:cxn modelId="{F60FF340-5F6F-42F7-AEBA-471967C84BAC}" type="presParOf" srcId="{57F92A28-83E5-49EE-8F57-6C42EACA54BF}" destId="{E732CE8D-C10A-47F2-9317-72BD15F9F06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2749805-87CA-4354-9CF4-0BF8BAE7AA2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D72B34-D61A-4479-8CC1-5A637E73BB08}">
      <dgm:prSet/>
      <dgm:spPr/>
      <dgm:t>
        <a:bodyPr/>
        <a:lstStyle/>
        <a:p>
          <a:r>
            <a:rPr lang="en-GB"/>
            <a:t>It is economical. </a:t>
          </a:r>
          <a:endParaRPr lang="en-US"/>
        </a:p>
      </dgm:t>
    </dgm:pt>
    <dgm:pt modelId="{D87536FF-A652-4551-827D-157F1D8F9CAD}" type="parTrans" cxnId="{7E9500CD-2DB2-43D9-9430-B69B9CFD29E9}">
      <dgm:prSet/>
      <dgm:spPr/>
      <dgm:t>
        <a:bodyPr/>
        <a:lstStyle/>
        <a:p>
          <a:endParaRPr lang="en-US"/>
        </a:p>
      </dgm:t>
    </dgm:pt>
    <dgm:pt modelId="{8E5A1663-23E1-496D-9D7B-E1DE4A2E4185}" type="sibTrans" cxnId="{7E9500CD-2DB2-43D9-9430-B69B9CFD29E9}">
      <dgm:prSet/>
      <dgm:spPr/>
      <dgm:t>
        <a:bodyPr/>
        <a:lstStyle/>
        <a:p>
          <a:endParaRPr lang="en-US"/>
        </a:p>
      </dgm:t>
    </dgm:pt>
    <dgm:pt modelId="{8640AA78-29A1-4CFA-BFED-FF6ADD36B2B7}">
      <dgm:prSet/>
      <dgm:spPr/>
      <dgm:t>
        <a:bodyPr/>
        <a:lstStyle/>
        <a:p>
          <a:r>
            <a:rPr lang="en-GB"/>
            <a:t>Wide coverage is possible.</a:t>
          </a:r>
          <a:endParaRPr lang="en-US"/>
        </a:p>
      </dgm:t>
    </dgm:pt>
    <dgm:pt modelId="{19203A24-E63F-4F01-850A-2B0683234703}" type="parTrans" cxnId="{655DC9B0-6092-4EEF-8412-2F6F08DE520F}">
      <dgm:prSet/>
      <dgm:spPr/>
      <dgm:t>
        <a:bodyPr/>
        <a:lstStyle/>
        <a:p>
          <a:endParaRPr lang="en-US"/>
        </a:p>
      </dgm:t>
    </dgm:pt>
    <dgm:pt modelId="{6BEAC20A-6E5B-47F9-B662-84DE8FCAD2E0}" type="sibTrans" cxnId="{655DC9B0-6092-4EEF-8412-2F6F08DE520F}">
      <dgm:prSet/>
      <dgm:spPr/>
      <dgm:t>
        <a:bodyPr/>
        <a:lstStyle/>
        <a:p>
          <a:endParaRPr lang="en-US"/>
        </a:p>
      </dgm:t>
    </dgm:pt>
    <dgm:pt modelId="{EFEBDD60-61AD-49A3-A1C6-EE352F5E762A}">
      <dgm:prSet/>
      <dgm:spPr/>
      <dgm:t>
        <a:bodyPr/>
        <a:lstStyle/>
        <a:p>
          <a:r>
            <a:rPr lang="en-GB"/>
            <a:t>In short period of time valid information can be collected.</a:t>
          </a:r>
          <a:endParaRPr lang="en-US"/>
        </a:p>
      </dgm:t>
    </dgm:pt>
    <dgm:pt modelId="{65F559A0-17F5-43B8-BCC5-583975873E51}" type="parTrans" cxnId="{A6DEC733-5E63-4CAE-826E-BE96ABC868E3}">
      <dgm:prSet/>
      <dgm:spPr/>
      <dgm:t>
        <a:bodyPr/>
        <a:lstStyle/>
        <a:p>
          <a:endParaRPr lang="en-US"/>
        </a:p>
      </dgm:t>
    </dgm:pt>
    <dgm:pt modelId="{81C8CB0F-7C2D-40C4-A3B7-B5AB90603255}" type="sibTrans" cxnId="{A6DEC733-5E63-4CAE-826E-BE96ABC868E3}">
      <dgm:prSet/>
      <dgm:spPr/>
      <dgm:t>
        <a:bodyPr/>
        <a:lstStyle/>
        <a:p>
          <a:endParaRPr lang="en-US"/>
        </a:p>
      </dgm:t>
    </dgm:pt>
    <dgm:pt modelId="{8AE27BCF-B3B4-4075-A0D3-0A1D842FDDD0}">
      <dgm:prSet/>
      <dgm:spPr/>
      <dgm:t>
        <a:bodyPr/>
        <a:lstStyle/>
        <a:p>
          <a:r>
            <a:rPr lang="en-GB"/>
            <a:t>Respondents have enough time to think and answer.</a:t>
          </a:r>
          <a:endParaRPr lang="en-US"/>
        </a:p>
      </dgm:t>
    </dgm:pt>
    <dgm:pt modelId="{D39004A1-EDFA-4D3C-B6F9-B9F4F1939492}" type="parTrans" cxnId="{ADFA11BC-6B03-42FA-AD90-A62A79CA7C94}">
      <dgm:prSet/>
      <dgm:spPr/>
      <dgm:t>
        <a:bodyPr/>
        <a:lstStyle/>
        <a:p>
          <a:endParaRPr lang="en-US"/>
        </a:p>
      </dgm:t>
    </dgm:pt>
    <dgm:pt modelId="{7A11E302-1973-4773-B8C0-C4F87509B76E}" type="sibTrans" cxnId="{ADFA11BC-6B03-42FA-AD90-A62A79CA7C94}">
      <dgm:prSet/>
      <dgm:spPr/>
      <dgm:t>
        <a:bodyPr/>
        <a:lstStyle/>
        <a:p>
          <a:endParaRPr lang="en-US"/>
        </a:p>
      </dgm:t>
    </dgm:pt>
    <dgm:pt modelId="{4B332148-9BE4-48BD-AAE1-17CFA6AA10DE}">
      <dgm:prSet/>
      <dgm:spPr/>
      <dgm:t>
        <a:bodyPr/>
        <a:lstStyle/>
        <a:p>
          <a:r>
            <a:rPr lang="en-GB"/>
            <a:t>Free from the bias of the interviewer.</a:t>
          </a:r>
          <a:endParaRPr lang="en-US"/>
        </a:p>
      </dgm:t>
    </dgm:pt>
    <dgm:pt modelId="{CBF22E44-3537-481B-8E41-AF9476BD6EF8}" type="parTrans" cxnId="{D9F66787-F2C7-402E-BE84-393AB8330E5D}">
      <dgm:prSet/>
      <dgm:spPr/>
      <dgm:t>
        <a:bodyPr/>
        <a:lstStyle/>
        <a:p>
          <a:endParaRPr lang="en-US"/>
        </a:p>
      </dgm:t>
    </dgm:pt>
    <dgm:pt modelId="{5DCBFC24-051F-4D98-95B5-565EFFF5EA06}" type="sibTrans" cxnId="{D9F66787-F2C7-402E-BE84-393AB8330E5D}">
      <dgm:prSet/>
      <dgm:spPr/>
      <dgm:t>
        <a:bodyPr/>
        <a:lstStyle/>
        <a:p>
          <a:endParaRPr lang="en-US"/>
        </a:p>
      </dgm:t>
    </dgm:pt>
    <dgm:pt modelId="{32BF86E6-BCA9-41A6-8508-7503287FDB1C}">
      <dgm:prSet/>
      <dgm:spPr/>
      <dgm:t>
        <a:bodyPr/>
        <a:lstStyle/>
        <a:p>
          <a:r>
            <a:rPr lang="en-GB"/>
            <a:t>It puts less pressure on the respondents</a:t>
          </a:r>
          <a:endParaRPr lang="en-US"/>
        </a:p>
      </dgm:t>
    </dgm:pt>
    <dgm:pt modelId="{90EF758A-AFF7-431F-ACB8-4731463384EB}" type="parTrans" cxnId="{2480D941-AB76-4076-AF6E-80A45266CA06}">
      <dgm:prSet/>
      <dgm:spPr/>
      <dgm:t>
        <a:bodyPr/>
        <a:lstStyle/>
        <a:p>
          <a:endParaRPr lang="en-US"/>
        </a:p>
      </dgm:t>
    </dgm:pt>
    <dgm:pt modelId="{03C41754-EF1F-433A-815A-83EB4524F045}" type="sibTrans" cxnId="{2480D941-AB76-4076-AF6E-80A45266CA06}">
      <dgm:prSet/>
      <dgm:spPr/>
      <dgm:t>
        <a:bodyPr/>
        <a:lstStyle/>
        <a:p>
          <a:endParaRPr lang="en-US"/>
        </a:p>
      </dgm:t>
    </dgm:pt>
    <dgm:pt modelId="{5EF9DF7A-3613-4A1D-A9F0-6B9CB80D7408}" type="pres">
      <dgm:prSet presAssocID="{E2749805-87CA-4354-9CF4-0BF8BAE7AA24}" presName="vert0" presStyleCnt="0">
        <dgm:presLayoutVars>
          <dgm:dir/>
          <dgm:animOne val="branch"/>
          <dgm:animLvl val="lvl"/>
        </dgm:presLayoutVars>
      </dgm:prSet>
      <dgm:spPr/>
    </dgm:pt>
    <dgm:pt modelId="{7187B721-3F99-4FC5-A2BA-AA83FCFD3411}" type="pres">
      <dgm:prSet presAssocID="{71D72B34-D61A-4479-8CC1-5A637E73BB08}" presName="thickLine" presStyleLbl="alignNode1" presStyleIdx="0" presStyleCnt="6"/>
      <dgm:spPr/>
    </dgm:pt>
    <dgm:pt modelId="{551224ED-257F-40ED-85B9-AA16BE21D6E4}" type="pres">
      <dgm:prSet presAssocID="{71D72B34-D61A-4479-8CC1-5A637E73BB08}" presName="horz1" presStyleCnt="0"/>
      <dgm:spPr/>
    </dgm:pt>
    <dgm:pt modelId="{790190D2-456B-4DF9-AE33-452EBAFD3477}" type="pres">
      <dgm:prSet presAssocID="{71D72B34-D61A-4479-8CC1-5A637E73BB08}" presName="tx1" presStyleLbl="revTx" presStyleIdx="0" presStyleCnt="6"/>
      <dgm:spPr/>
    </dgm:pt>
    <dgm:pt modelId="{B723C0A6-F019-4811-9DC2-D6D98E3D8A46}" type="pres">
      <dgm:prSet presAssocID="{71D72B34-D61A-4479-8CC1-5A637E73BB08}" presName="vert1" presStyleCnt="0"/>
      <dgm:spPr/>
    </dgm:pt>
    <dgm:pt modelId="{9387808B-450C-40DD-9521-E8ABD6EC5E69}" type="pres">
      <dgm:prSet presAssocID="{8640AA78-29A1-4CFA-BFED-FF6ADD36B2B7}" presName="thickLine" presStyleLbl="alignNode1" presStyleIdx="1" presStyleCnt="6"/>
      <dgm:spPr/>
    </dgm:pt>
    <dgm:pt modelId="{F241CCC2-9497-413D-ABFD-B383AA7FC1BE}" type="pres">
      <dgm:prSet presAssocID="{8640AA78-29A1-4CFA-BFED-FF6ADD36B2B7}" presName="horz1" presStyleCnt="0"/>
      <dgm:spPr/>
    </dgm:pt>
    <dgm:pt modelId="{034BD945-F0A4-4D1A-8CC7-D548652C8496}" type="pres">
      <dgm:prSet presAssocID="{8640AA78-29A1-4CFA-BFED-FF6ADD36B2B7}" presName="tx1" presStyleLbl="revTx" presStyleIdx="1" presStyleCnt="6"/>
      <dgm:spPr/>
    </dgm:pt>
    <dgm:pt modelId="{E64E2DCB-5E88-4939-95A5-FA37D252ECB6}" type="pres">
      <dgm:prSet presAssocID="{8640AA78-29A1-4CFA-BFED-FF6ADD36B2B7}" presName="vert1" presStyleCnt="0"/>
      <dgm:spPr/>
    </dgm:pt>
    <dgm:pt modelId="{ADA2D6E9-E30F-45CE-B609-5372036A883B}" type="pres">
      <dgm:prSet presAssocID="{EFEBDD60-61AD-49A3-A1C6-EE352F5E762A}" presName="thickLine" presStyleLbl="alignNode1" presStyleIdx="2" presStyleCnt="6"/>
      <dgm:spPr/>
    </dgm:pt>
    <dgm:pt modelId="{DA6FF146-F683-446F-88FD-55A8B889A061}" type="pres">
      <dgm:prSet presAssocID="{EFEBDD60-61AD-49A3-A1C6-EE352F5E762A}" presName="horz1" presStyleCnt="0"/>
      <dgm:spPr/>
    </dgm:pt>
    <dgm:pt modelId="{931921AC-CE5D-488B-9F77-F8E074130674}" type="pres">
      <dgm:prSet presAssocID="{EFEBDD60-61AD-49A3-A1C6-EE352F5E762A}" presName="tx1" presStyleLbl="revTx" presStyleIdx="2" presStyleCnt="6"/>
      <dgm:spPr/>
    </dgm:pt>
    <dgm:pt modelId="{1C72F13E-12BF-4ECA-B63D-4DDE419B51AF}" type="pres">
      <dgm:prSet presAssocID="{EFEBDD60-61AD-49A3-A1C6-EE352F5E762A}" presName="vert1" presStyleCnt="0"/>
      <dgm:spPr/>
    </dgm:pt>
    <dgm:pt modelId="{A52968CE-11DF-4EA1-A536-E77223A69390}" type="pres">
      <dgm:prSet presAssocID="{8AE27BCF-B3B4-4075-A0D3-0A1D842FDDD0}" presName="thickLine" presStyleLbl="alignNode1" presStyleIdx="3" presStyleCnt="6"/>
      <dgm:spPr/>
    </dgm:pt>
    <dgm:pt modelId="{2313C369-7F56-4C67-90DA-CEE439D65833}" type="pres">
      <dgm:prSet presAssocID="{8AE27BCF-B3B4-4075-A0D3-0A1D842FDDD0}" presName="horz1" presStyleCnt="0"/>
      <dgm:spPr/>
    </dgm:pt>
    <dgm:pt modelId="{17A1C498-8B3C-4164-913B-FE8C69F7ED9D}" type="pres">
      <dgm:prSet presAssocID="{8AE27BCF-B3B4-4075-A0D3-0A1D842FDDD0}" presName="tx1" presStyleLbl="revTx" presStyleIdx="3" presStyleCnt="6"/>
      <dgm:spPr/>
    </dgm:pt>
    <dgm:pt modelId="{0C5C942D-9B7B-4C4A-905A-0E2B22450EF5}" type="pres">
      <dgm:prSet presAssocID="{8AE27BCF-B3B4-4075-A0D3-0A1D842FDDD0}" presName="vert1" presStyleCnt="0"/>
      <dgm:spPr/>
    </dgm:pt>
    <dgm:pt modelId="{D2921260-12D0-4582-865F-A8804394EC04}" type="pres">
      <dgm:prSet presAssocID="{4B332148-9BE4-48BD-AAE1-17CFA6AA10DE}" presName="thickLine" presStyleLbl="alignNode1" presStyleIdx="4" presStyleCnt="6"/>
      <dgm:spPr/>
    </dgm:pt>
    <dgm:pt modelId="{93F9112E-FD53-442D-8F0D-E4DFF0511E16}" type="pres">
      <dgm:prSet presAssocID="{4B332148-9BE4-48BD-AAE1-17CFA6AA10DE}" presName="horz1" presStyleCnt="0"/>
      <dgm:spPr/>
    </dgm:pt>
    <dgm:pt modelId="{CA9B6AF6-4D28-42B7-B4A7-28658DD91D64}" type="pres">
      <dgm:prSet presAssocID="{4B332148-9BE4-48BD-AAE1-17CFA6AA10DE}" presName="tx1" presStyleLbl="revTx" presStyleIdx="4" presStyleCnt="6"/>
      <dgm:spPr/>
    </dgm:pt>
    <dgm:pt modelId="{BECE8633-4591-4864-9881-DC47DEE63C63}" type="pres">
      <dgm:prSet presAssocID="{4B332148-9BE4-48BD-AAE1-17CFA6AA10DE}" presName="vert1" presStyleCnt="0"/>
      <dgm:spPr/>
    </dgm:pt>
    <dgm:pt modelId="{7C4815FA-640E-49FB-A7FE-9D8EF0EC52A4}" type="pres">
      <dgm:prSet presAssocID="{32BF86E6-BCA9-41A6-8508-7503287FDB1C}" presName="thickLine" presStyleLbl="alignNode1" presStyleIdx="5" presStyleCnt="6"/>
      <dgm:spPr/>
    </dgm:pt>
    <dgm:pt modelId="{0791EBB8-BF62-467C-A18E-3F9A56D9F14F}" type="pres">
      <dgm:prSet presAssocID="{32BF86E6-BCA9-41A6-8508-7503287FDB1C}" presName="horz1" presStyleCnt="0"/>
      <dgm:spPr/>
    </dgm:pt>
    <dgm:pt modelId="{E556A44E-0373-4E35-BACE-AF9E14D1B54E}" type="pres">
      <dgm:prSet presAssocID="{32BF86E6-BCA9-41A6-8508-7503287FDB1C}" presName="tx1" presStyleLbl="revTx" presStyleIdx="5" presStyleCnt="6"/>
      <dgm:spPr/>
    </dgm:pt>
    <dgm:pt modelId="{E2D0E8B7-C277-4432-B5B5-897B1E2CDE74}" type="pres">
      <dgm:prSet presAssocID="{32BF86E6-BCA9-41A6-8508-7503287FDB1C}" presName="vert1" presStyleCnt="0"/>
      <dgm:spPr/>
    </dgm:pt>
  </dgm:ptLst>
  <dgm:cxnLst>
    <dgm:cxn modelId="{3671BD24-DDB0-4702-952D-6075EA98DDF2}" type="presOf" srcId="{8640AA78-29A1-4CFA-BFED-FF6ADD36B2B7}" destId="{034BD945-F0A4-4D1A-8CC7-D548652C8496}" srcOrd="0" destOrd="0" presId="urn:microsoft.com/office/officeart/2008/layout/LinedList"/>
    <dgm:cxn modelId="{A6DEC733-5E63-4CAE-826E-BE96ABC868E3}" srcId="{E2749805-87CA-4354-9CF4-0BF8BAE7AA24}" destId="{EFEBDD60-61AD-49A3-A1C6-EE352F5E762A}" srcOrd="2" destOrd="0" parTransId="{65F559A0-17F5-43B8-BCC5-583975873E51}" sibTransId="{81C8CB0F-7C2D-40C4-A3B7-B5AB90603255}"/>
    <dgm:cxn modelId="{EC7B553B-2EA0-4E0B-9903-3A0B97137B96}" type="presOf" srcId="{E2749805-87CA-4354-9CF4-0BF8BAE7AA24}" destId="{5EF9DF7A-3613-4A1D-A9F0-6B9CB80D7408}" srcOrd="0" destOrd="0" presId="urn:microsoft.com/office/officeart/2008/layout/LinedList"/>
    <dgm:cxn modelId="{2480D941-AB76-4076-AF6E-80A45266CA06}" srcId="{E2749805-87CA-4354-9CF4-0BF8BAE7AA24}" destId="{32BF86E6-BCA9-41A6-8508-7503287FDB1C}" srcOrd="5" destOrd="0" parTransId="{90EF758A-AFF7-431F-ACB8-4731463384EB}" sibTransId="{03C41754-EF1F-433A-815A-83EB4524F045}"/>
    <dgm:cxn modelId="{D853EA66-6463-4093-B2B3-07A6C1CFB84E}" type="presOf" srcId="{71D72B34-D61A-4479-8CC1-5A637E73BB08}" destId="{790190D2-456B-4DF9-AE33-452EBAFD3477}" srcOrd="0" destOrd="0" presId="urn:microsoft.com/office/officeart/2008/layout/LinedList"/>
    <dgm:cxn modelId="{D9F66787-F2C7-402E-BE84-393AB8330E5D}" srcId="{E2749805-87CA-4354-9CF4-0BF8BAE7AA24}" destId="{4B332148-9BE4-48BD-AAE1-17CFA6AA10DE}" srcOrd="4" destOrd="0" parTransId="{CBF22E44-3537-481B-8E41-AF9476BD6EF8}" sibTransId="{5DCBFC24-051F-4D98-95B5-565EFFF5EA06}"/>
    <dgm:cxn modelId="{E1097F94-4A98-4A71-B537-F7777182FF53}" type="presOf" srcId="{EFEBDD60-61AD-49A3-A1C6-EE352F5E762A}" destId="{931921AC-CE5D-488B-9F77-F8E074130674}" srcOrd="0" destOrd="0" presId="urn:microsoft.com/office/officeart/2008/layout/LinedList"/>
    <dgm:cxn modelId="{655DC9B0-6092-4EEF-8412-2F6F08DE520F}" srcId="{E2749805-87CA-4354-9CF4-0BF8BAE7AA24}" destId="{8640AA78-29A1-4CFA-BFED-FF6ADD36B2B7}" srcOrd="1" destOrd="0" parTransId="{19203A24-E63F-4F01-850A-2B0683234703}" sibTransId="{6BEAC20A-6E5B-47F9-B662-84DE8FCAD2E0}"/>
    <dgm:cxn modelId="{BD6155B4-368F-40B3-BDC4-C11BB93FC658}" type="presOf" srcId="{8AE27BCF-B3B4-4075-A0D3-0A1D842FDDD0}" destId="{17A1C498-8B3C-4164-913B-FE8C69F7ED9D}" srcOrd="0" destOrd="0" presId="urn:microsoft.com/office/officeart/2008/layout/LinedList"/>
    <dgm:cxn modelId="{ADFA11BC-6B03-42FA-AD90-A62A79CA7C94}" srcId="{E2749805-87CA-4354-9CF4-0BF8BAE7AA24}" destId="{8AE27BCF-B3B4-4075-A0D3-0A1D842FDDD0}" srcOrd="3" destOrd="0" parTransId="{D39004A1-EDFA-4D3C-B6F9-B9F4F1939492}" sibTransId="{7A11E302-1973-4773-B8C0-C4F87509B76E}"/>
    <dgm:cxn modelId="{7E9500CD-2DB2-43D9-9430-B69B9CFD29E9}" srcId="{E2749805-87CA-4354-9CF4-0BF8BAE7AA24}" destId="{71D72B34-D61A-4479-8CC1-5A637E73BB08}" srcOrd="0" destOrd="0" parTransId="{D87536FF-A652-4551-827D-157F1D8F9CAD}" sibTransId="{8E5A1663-23E1-496D-9D7B-E1DE4A2E4185}"/>
    <dgm:cxn modelId="{525616E9-55C9-41C3-B1D2-05A824B494F1}" type="presOf" srcId="{32BF86E6-BCA9-41A6-8508-7503287FDB1C}" destId="{E556A44E-0373-4E35-BACE-AF9E14D1B54E}" srcOrd="0" destOrd="0" presId="urn:microsoft.com/office/officeart/2008/layout/LinedList"/>
    <dgm:cxn modelId="{CC3592F2-D229-445E-9AA8-24F9B1C95CF7}" type="presOf" srcId="{4B332148-9BE4-48BD-AAE1-17CFA6AA10DE}" destId="{CA9B6AF6-4D28-42B7-B4A7-28658DD91D64}" srcOrd="0" destOrd="0" presId="urn:microsoft.com/office/officeart/2008/layout/LinedList"/>
    <dgm:cxn modelId="{8386C935-C300-48F4-9B4D-C13C97EEFF27}" type="presParOf" srcId="{5EF9DF7A-3613-4A1D-A9F0-6B9CB80D7408}" destId="{7187B721-3F99-4FC5-A2BA-AA83FCFD3411}" srcOrd="0" destOrd="0" presId="urn:microsoft.com/office/officeart/2008/layout/LinedList"/>
    <dgm:cxn modelId="{1AB763B3-CE68-472A-91D4-D3BF6A832DAD}" type="presParOf" srcId="{5EF9DF7A-3613-4A1D-A9F0-6B9CB80D7408}" destId="{551224ED-257F-40ED-85B9-AA16BE21D6E4}" srcOrd="1" destOrd="0" presId="urn:microsoft.com/office/officeart/2008/layout/LinedList"/>
    <dgm:cxn modelId="{CA09AB09-56BC-4109-A548-B5E5E2922336}" type="presParOf" srcId="{551224ED-257F-40ED-85B9-AA16BE21D6E4}" destId="{790190D2-456B-4DF9-AE33-452EBAFD3477}" srcOrd="0" destOrd="0" presId="urn:microsoft.com/office/officeart/2008/layout/LinedList"/>
    <dgm:cxn modelId="{E7C4A74C-F40A-49FD-9E5C-CBAC19C86DD8}" type="presParOf" srcId="{551224ED-257F-40ED-85B9-AA16BE21D6E4}" destId="{B723C0A6-F019-4811-9DC2-D6D98E3D8A46}" srcOrd="1" destOrd="0" presId="urn:microsoft.com/office/officeart/2008/layout/LinedList"/>
    <dgm:cxn modelId="{9C1A3DC7-18D8-4D5B-99D7-BCF10B7C8051}" type="presParOf" srcId="{5EF9DF7A-3613-4A1D-A9F0-6B9CB80D7408}" destId="{9387808B-450C-40DD-9521-E8ABD6EC5E69}" srcOrd="2" destOrd="0" presId="urn:microsoft.com/office/officeart/2008/layout/LinedList"/>
    <dgm:cxn modelId="{27F5F39E-996F-4C00-90D5-81C24AE7A559}" type="presParOf" srcId="{5EF9DF7A-3613-4A1D-A9F0-6B9CB80D7408}" destId="{F241CCC2-9497-413D-ABFD-B383AA7FC1BE}" srcOrd="3" destOrd="0" presId="urn:microsoft.com/office/officeart/2008/layout/LinedList"/>
    <dgm:cxn modelId="{E5365A43-C4DC-4396-B143-7B6993C7188D}" type="presParOf" srcId="{F241CCC2-9497-413D-ABFD-B383AA7FC1BE}" destId="{034BD945-F0A4-4D1A-8CC7-D548652C8496}" srcOrd="0" destOrd="0" presId="urn:microsoft.com/office/officeart/2008/layout/LinedList"/>
    <dgm:cxn modelId="{03DA34B9-05B5-48AD-8A6A-A6A922D31677}" type="presParOf" srcId="{F241CCC2-9497-413D-ABFD-B383AA7FC1BE}" destId="{E64E2DCB-5E88-4939-95A5-FA37D252ECB6}" srcOrd="1" destOrd="0" presId="urn:microsoft.com/office/officeart/2008/layout/LinedList"/>
    <dgm:cxn modelId="{1BC52F46-7768-4F18-87FC-17F53F555073}" type="presParOf" srcId="{5EF9DF7A-3613-4A1D-A9F0-6B9CB80D7408}" destId="{ADA2D6E9-E30F-45CE-B609-5372036A883B}" srcOrd="4" destOrd="0" presId="urn:microsoft.com/office/officeart/2008/layout/LinedList"/>
    <dgm:cxn modelId="{BC13F9EE-FFB3-46BB-913A-A7372FDB1179}" type="presParOf" srcId="{5EF9DF7A-3613-4A1D-A9F0-6B9CB80D7408}" destId="{DA6FF146-F683-446F-88FD-55A8B889A061}" srcOrd="5" destOrd="0" presId="urn:microsoft.com/office/officeart/2008/layout/LinedList"/>
    <dgm:cxn modelId="{B75D980A-A184-4549-8948-4D1D3C6F0EFF}" type="presParOf" srcId="{DA6FF146-F683-446F-88FD-55A8B889A061}" destId="{931921AC-CE5D-488B-9F77-F8E074130674}" srcOrd="0" destOrd="0" presId="urn:microsoft.com/office/officeart/2008/layout/LinedList"/>
    <dgm:cxn modelId="{13C7AAC8-9042-47D0-884C-BD7DC8EFFB53}" type="presParOf" srcId="{DA6FF146-F683-446F-88FD-55A8B889A061}" destId="{1C72F13E-12BF-4ECA-B63D-4DDE419B51AF}" srcOrd="1" destOrd="0" presId="urn:microsoft.com/office/officeart/2008/layout/LinedList"/>
    <dgm:cxn modelId="{0344C6B5-2F40-4E4E-86C4-4FB23B10C8AF}" type="presParOf" srcId="{5EF9DF7A-3613-4A1D-A9F0-6B9CB80D7408}" destId="{A52968CE-11DF-4EA1-A536-E77223A69390}" srcOrd="6" destOrd="0" presId="urn:microsoft.com/office/officeart/2008/layout/LinedList"/>
    <dgm:cxn modelId="{DE70D31D-8A32-4FED-8FF1-CEFBFB9FCB7F}" type="presParOf" srcId="{5EF9DF7A-3613-4A1D-A9F0-6B9CB80D7408}" destId="{2313C369-7F56-4C67-90DA-CEE439D65833}" srcOrd="7" destOrd="0" presId="urn:microsoft.com/office/officeart/2008/layout/LinedList"/>
    <dgm:cxn modelId="{D873CDEA-4CFE-4076-BF96-D3F37E20D890}" type="presParOf" srcId="{2313C369-7F56-4C67-90DA-CEE439D65833}" destId="{17A1C498-8B3C-4164-913B-FE8C69F7ED9D}" srcOrd="0" destOrd="0" presId="urn:microsoft.com/office/officeart/2008/layout/LinedList"/>
    <dgm:cxn modelId="{A2AE25DF-78BD-4C1E-B90D-8BC6D0C093E3}" type="presParOf" srcId="{2313C369-7F56-4C67-90DA-CEE439D65833}" destId="{0C5C942D-9B7B-4C4A-905A-0E2B22450EF5}" srcOrd="1" destOrd="0" presId="urn:microsoft.com/office/officeart/2008/layout/LinedList"/>
    <dgm:cxn modelId="{E04637D0-9A71-435B-B2F5-875D37E55E59}" type="presParOf" srcId="{5EF9DF7A-3613-4A1D-A9F0-6B9CB80D7408}" destId="{D2921260-12D0-4582-865F-A8804394EC04}" srcOrd="8" destOrd="0" presId="urn:microsoft.com/office/officeart/2008/layout/LinedList"/>
    <dgm:cxn modelId="{B2DDBACB-A9B0-4630-8534-4F19BC537E58}" type="presParOf" srcId="{5EF9DF7A-3613-4A1D-A9F0-6B9CB80D7408}" destId="{93F9112E-FD53-442D-8F0D-E4DFF0511E16}" srcOrd="9" destOrd="0" presId="urn:microsoft.com/office/officeart/2008/layout/LinedList"/>
    <dgm:cxn modelId="{6F069AAD-1B51-4CE0-8B8C-02A108AD0968}" type="presParOf" srcId="{93F9112E-FD53-442D-8F0D-E4DFF0511E16}" destId="{CA9B6AF6-4D28-42B7-B4A7-28658DD91D64}" srcOrd="0" destOrd="0" presId="urn:microsoft.com/office/officeart/2008/layout/LinedList"/>
    <dgm:cxn modelId="{7334BD92-15E5-4E54-92EE-38F6F61B5C4D}" type="presParOf" srcId="{93F9112E-FD53-442D-8F0D-E4DFF0511E16}" destId="{BECE8633-4591-4864-9881-DC47DEE63C63}" srcOrd="1" destOrd="0" presId="urn:microsoft.com/office/officeart/2008/layout/LinedList"/>
    <dgm:cxn modelId="{AFF38B0B-02D8-4381-A495-CE98BD3CF1EF}" type="presParOf" srcId="{5EF9DF7A-3613-4A1D-A9F0-6B9CB80D7408}" destId="{7C4815FA-640E-49FB-A7FE-9D8EF0EC52A4}" srcOrd="10" destOrd="0" presId="urn:microsoft.com/office/officeart/2008/layout/LinedList"/>
    <dgm:cxn modelId="{A06EDF76-E0A3-477D-BC35-4337D4B00BE7}" type="presParOf" srcId="{5EF9DF7A-3613-4A1D-A9F0-6B9CB80D7408}" destId="{0791EBB8-BF62-467C-A18E-3F9A56D9F14F}" srcOrd="11" destOrd="0" presId="urn:microsoft.com/office/officeart/2008/layout/LinedList"/>
    <dgm:cxn modelId="{D0B94190-266C-4EFF-A16D-3BBE487A69C9}" type="presParOf" srcId="{0791EBB8-BF62-467C-A18E-3F9A56D9F14F}" destId="{E556A44E-0373-4E35-BACE-AF9E14D1B54E}" srcOrd="0" destOrd="0" presId="urn:microsoft.com/office/officeart/2008/layout/LinedList"/>
    <dgm:cxn modelId="{C52096F1-1B85-442D-89D2-8D04F30130BD}" type="presParOf" srcId="{0791EBB8-BF62-467C-A18E-3F9A56D9F14F}" destId="{E2D0E8B7-C277-4432-B5B5-897B1E2CDE7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E39D5-3723-4FD2-B6C4-4EF266D421B2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902F7-FCE0-4C2B-BF3B-348A18083639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</a:t>
          </a:r>
          <a:r>
            <a:rPr lang="en-GB" sz="2200" b="0" i="0" kern="1200"/>
            <a:t> research tool consisting of a set of questions to collect data from a set of respondents.</a:t>
          </a:r>
          <a:endParaRPr lang="en-US" sz="2200" kern="1200"/>
        </a:p>
      </dsp:txBody>
      <dsp:txXfrm>
        <a:off x="0" y="531"/>
        <a:ext cx="10515600" cy="870055"/>
      </dsp:txXfrm>
    </dsp:sp>
    <dsp:sp modelId="{CFB6C339-C873-465A-8932-B1DD151083F2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EF6DE-0B87-4387-A2A9-F1904F5DA842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Invented by Sir Francis Galton.</a:t>
          </a:r>
          <a:endParaRPr lang="en-US" sz="2200" kern="1200"/>
        </a:p>
      </dsp:txBody>
      <dsp:txXfrm>
        <a:off x="0" y="870586"/>
        <a:ext cx="10515600" cy="870055"/>
      </dsp:txXfrm>
    </dsp:sp>
    <dsp:sp modelId="{A881F4A3-0BBB-4F45-B27F-4B80AE1950DB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A4270-C5AF-4C89-8E73-00C7555F3E0A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Questions are printed or typed in a definite order on a form or set of forms. </a:t>
          </a:r>
          <a:endParaRPr lang="en-US" sz="2200" kern="1200"/>
        </a:p>
      </dsp:txBody>
      <dsp:txXfrm>
        <a:off x="0" y="1740641"/>
        <a:ext cx="10515600" cy="870055"/>
      </dsp:txXfrm>
    </dsp:sp>
    <dsp:sp modelId="{92C07D94-E1CD-4871-883C-90DDB864A5AF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CB256-AFC6-4753-AFEA-9CEDFA038171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It is mailed to respondents who are expected to read and understand the questions and write down the reply in the space meant for the purpose in the questionnaire itself. </a:t>
          </a:r>
          <a:endParaRPr lang="en-US" sz="2200" kern="1200"/>
        </a:p>
      </dsp:txBody>
      <dsp:txXfrm>
        <a:off x="0" y="2610696"/>
        <a:ext cx="10515600" cy="870055"/>
      </dsp:txXfrm>
    </dsp:sp>
    <dsp:sp modelId="{2CF36229-7DB3-4FB9-B2E3-D062A0E3CEF7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32B8B-CC81-461F-B194-DD597188B41F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The respondents must answer the questions on their own.</a:t>
          </a:r>
          <a:endParaRPr lang="en-US" sz="2200" kern="1200"/>
        </a:p>
      </dsp:txBody>
      <dsp:txXfrm>
        <a:off x="0" y="3480751"/>
        <a:ext cx="10515600" cy="870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767C8-1167-44FD-A21F-3DC0DF550D7E}">
      <dsp:nvSpPr>
        <dsp:cNvPr id="0" name=""/>
        <dsp:cNvSpPr/>
      </dsp:nvSpPr>
      <dsp:spPr>
        <a:xfrm>
          <a:off x="2103120" y="1359"/>
          <a:ext cx="8412480" cy="139378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225" tIns="354022" rIns="163225" bIns="35402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 questionnaire is list of questions to a number of persons for them to answer.</a:t>
          </a:r>
          <a:endParaRPr lang="en-US" sz="1600" kern="1200"/>
        </a:p>
      </dsp:txBody>
      <dsp:txXfrm>
        <a:off x="2103120" y="1359"/>
        <a:ext cx="8412480" cy="1393787"/>
      </dsp:txXfrm>
    </dsp:sp>
    <dsp:sp modelId="{E34A5705-4160-4C7A-8645-9D1BD0B3C556}">
      <dsp:nvSpPr>
        <dsp:cNvPr id="0" name=""/>
        <dsp:cNvSpPr/>
      </dsp:nvSpPr>
      <dsp:spPr>
        <a:xfrm>
          <a:off x="0" y="1359"/>
          <a:ext cx="2103120" cy="139378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37675" rIns="111290" bIns="13767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Bogardus </a:t>
          </a:r>
          <a:endParaRPr lang="en-US" sz="2000" kern="1200"/>
        </a:p>
      </dsp:txBody>
      <dsp:txXfrm>
        <a:off x="0" y="1359"/>
        <a:ext cx="2103120" cy="1393787"/>
      </dsp:txXfrm>
    </dsp:sp>
    <dsp:sp modelId="{6FBBE050-CB9C-4BF0-8C14-9E7FC5D5D0FC}">
      <dsp:nvSpPr>
        <dsp:cNvPr id="0" name=""/>
        <dsp:cNvSpPr/>
      </dsp:nvSpPr>
      <dsp:spPr>
        <a:xfrm>
          <a:off x="2103120" y="1478775"/>
          <a:ext cx="8412480" cy="1393787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225" tIns="354022" rIns="163225" bIns="35402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In general, the word questionnaire refers to a device for securing answers to questions by using a form which the respondent fills in himself. </a:t>
          </a:r>
          <a:endParaRPr lang="en-US" sz="1600" kern="1200"/>
        </a:p>
      </dsp:txBody>
      <dsp:txXfrm>
        <a:off x="2103120" y="1478775"/>
        <a:ext cx="8412480" cy="1393787"/>
      </dsp:txXfrm>
    </dsp:sp>
    <dsp:sp modelId="{0358CE0C-9131-4E30-9CA8-816FE060F141}">
      <dsp:nvSpPr>
        <dsp:cNvPr id="0" name=""/>
        <dsp:cNvSpPr/>
      </dsp:nvSpPr>
      <dsp:spPr>
        <a:xfrm>
          <a:off x="0" y="1478775"/>
          <a:ext cx="2103120" cy="1393787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37675" rIns="111290" bIns="13767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Goode and Hatt </a:t>
          </a:r>
          <a:endParaRPr lang="en-US" sz="2000" kern="1200"/>
        </a:p>
      </dsp:txBody>
      <dsp:txXfrm>
        <a:off x="0" y="1478775"/>
        <a:ext cx="2103120" cy="1393787"/>
      </dsp:txXfrm>
    </dsp:sp>
    <dsp:sp modelId="{9398AD25-6AD7-48F4-8158-A0AA9E674DB0}">
      <dsp:nvSpPr>
        <dsp:cNvPr id="0" name=""/>
        <dsp:cNvSpPr/>
      </dsp:nvSpPr>
      <dsp:spPr>
        <a:xfrm>
          <a:off x="2103120" y="2956190"/>
          <a:ext cx="8412480" cy="1393787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225" tIns="354022" rIns="163225" bIns="35402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It does constitute a convenient method of obtaining a limited amount of information from a large number of persons or from a small selected group which is widely scattered. </a:t>
          </a:r>
          <a:endParaRPr lang="en-US" sz="1600" kern="1200"/>
        </a:p>
      </dsp:txBody>
      <dsp:txXfrm>
        <a:off x="2103120" y="2956190"/>
        <a:ext cx="8412480" cy="1393787"/>
      </dsp:txXfrm>
    </dsp:sp>
    <dsp:sp modelId="{AAE18FE2-3928-4107-8F3F-3F01BEB65D43}">
      <dsp:nvSpPr>
        <dsp:cNvPr id="0" name=""/>
        <dsp:cNvSpPr/>
      </dsp:nvSpPr>
      <dsp:spPr>
        <a:xfrm>
          <a:off x="0" y="2956190"/>
          <a:ext cx="2103120" cy="1393787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37675" rIns="111290" bIns="137675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Wilson Gee </a:t>
          </a:r>
          <a:endParaRPr lang="en-US" sz="2000" kern="1200"/>
        </a:p>
      </dsp:txBody>
      <dsp:txXfrm>
        <a:off x="0" y="2956190"/>
        <a:ext cx="2103120" cy="13937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7DEB85-8D5F-47C6-A1AA-84123D8DFFAF}">
      <dsp:nvSpPr>
        <dsp:cNvPr id="0" name=""/>
        <dsp:cNvSpPr/>
      </dsp:nvSpPr>
      <dsp:spPr>
        <a:xfrm>
          <a:off x="0" y="42440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A3F19-E8E0-4A97-95F5-2696407D2C76}">
      <dsp:nvSpPr>
        <dsp:cNvPr id="0" name=""/>
        <dsp:cNvSpPr/>
      </dsp:nvSpPr>
      <dsp:spPr>
        <a:xfrm>
          <a:off x="333341" y="70160"/>
          <a:ext cx="4666783" cy="7084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Title </a:t>
          </a:r>
          <a:endParaRPr lang="en-US" sz="2400" kern="1200"/>
        </a:p>
      </dsp:txBody>
      <dsp:txXfrm>
        <a:off x="367926" y="104745"/>
        <a:ext cx="4597613" cy="639310"/>
      </dsp:txXfrm>
    </dsp:sp>
    <dsp:sp modelId="{26F13622-8231-4840-9B5D-59EDBEA6F435}">
      <dsp:nvSpPr>
        <dsp:cNvPr id="0" name=""/>
        <dsp:cNvSpPr/>
      </dsp:nvSpPr>
      <dsp:spPr>
        <a:xfrm>
          <a:off x="0" y="151304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45357-3A59-4867-BD0A-D308F1604500}">
      <dsp:nvSpPr>
        <dsp:cNvPr id="0" name=""/>
        <dsp:cNvSpPr/>
      </dsp:nvSpPr>
      <dsp:spPr>
        <a:xfrm>
          <a:off x="333341" y="1158800"/>
          <a:ext cx="4666783" cy="70848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General introduction</a:t>
          </a:r>
          <a:endParaRPr lang="en-US" sz="2400" kern="1200"/>
        </a:p>
      </dsp:txBody>
      <dsp:txXfrm>
        <a:off x="367926" y="1193385"/>
        <a:ext cx="4597613" cy="639310"/>
      </dsp:txXfrm>
    </dsp:sp>
    <dsp:sp modelId="{89376B10-1203-40D6-B809-377104A57C7B}">
      <dsp:nvSpPr>
        <dsp:cNvPr id="0" name=""/>
        <dsp:cNvSpPr/>
      </dsp:nvSpPr>
      <dsp:spPr>
        <a:xfrm>
          <a:off x="0" y="2601680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09486-EA7D-4EE2-B2C9-0DD407FA97A3}">
      <dsp:nvSpPr>
        <dsp:cNvPr id="0" name=""/>
        <dsp:cNvSpPr/>
      </dsp:nvSpPr>
      <dsp:spPr>
        <a:xfrm>
          <a:off x="333341" y="2247440"/>
          <a:ext cx="4666783" cy="70848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Specific instructions</a:t>
          </a:r>
          <a:endParaRPr lang="en-US" sz="2400" kern="1200"/>
        </a:p>
      </dsp:txBody>
      <dsp:txXfrm>
        <a:off x="367926" y="2282025"/>
        <a:ext cx="4597613" cy="639310"/>
      </dsp:txXfrm>
    </dsp:sp>
    <dsp:sp modelId="{1B3C6F93-069C-41B0-B1CA-0A8B7FF25201}">
      <dsp:nvSpPr>
        <dsp:cNvPr id="0" name=""/>
        <dsp:cNvSpPr/>
      </dsp:nvSpPr>
      <dsp:spPr>
        <a:xfrm>
          <a:off x="0" y="369031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5D1E4-1881-4D0C-9143-FB14C0DDAD95}">
      <dsp:nvSpPr>
        <dsp:cNvPr id="0" name=""/>
        <dsp:cNvSpPr/>
      </dsp:nvSpPr>
      <dsp:spPr>
        <a:xfrm>
          <a:off x="333341" y="3336080"/>
          <a:ext cx="4666783" cy="70848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Questionnaire items</a:t>
          </a:r>
          <a:endParaRPr lang="en-US" sz="2400" kern="1200"/>
        </a:p>
      </dsp:txBody>
      <dsp:txXfrm>
        <a:off x="367926" y="3370665"/>
        <a:ext cx="4597613" cy="639310"/>
      </dsp:txXfrm>
    </dsp:sp>
    <dsp:sp modelId="{6697C033-3365-49B4-B178-2F4129A81A15}">
      <dsp:nvSpPr>
        <dsp:cNvPr id="0" name=""/>
        <dsp:cNvSpPr/>
      </dsp:nvSpPr>
      <dsp:spPr>
        <a:xfrm>
          <a:off x="0" y="4778959"/>
          <a:ext cx="6666833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96EC7-071E-4DFC-93FE-1918358759B6}">
      <dsp:nvSpPr>
        <dsp:cNvPr id="0" name=""/>
        <dsp:cNvSpPr/>
      </dsp:nvSpPr>
      <dsp:spPr>
        <a:xfrm>
          <a:off x="333341" y="4424719"/>
          <a:ext cx="4666783" cy="70848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Additional informations</a:t>
          </a:r>
          <a:endParaRPr lang="en-US" sz="2400" kern="1200"/>
        </a:p>
      </dsp:txBody>
      <dsp:txXfrm>
        <a:off x="367926" y="4459304"/>
        <a:ext cx="4597613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91F25F-E1B8-41F6-862A-7FE1C0C226AD}">
      <dsp:nvSpPr>
        <dsp:cNvPr id="0" name=""/>
        <dsp:cNvSpPr/>
      </dsp:nvSpPr>
      <dsp:spPr>
        <a:xfrm>
          <a:off x="0" y="4274295"/>
          <a:ext cx="5811128" cy="1402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4 types</a:t>
          </a:r>
          <a:endParaRPr lang="en-US" sz="2400" kern="1200"/>
        </a:p>
      </dsp:txBody>
      <dsp:txXfrm>
        <a:off x="0" y="4274295"/>
        <a:ext cx="5811128" cy="757576"/>
      </dsp:txXfrm>
    </dsp:sp>
    <dsp:sp modelId="{7B53D03C-D611-4730-B2CB-EE1DEEAA04EA}">
      <dsp:nvSpPr>
        <dsp:cNvPr id="0" name=""/>
        <dsp:cNvSpPr/>
      </dsp:nvSpPr>
      <dsp:spPr>
        <a:xfrm>
          <a:off x="0" y="5003814"/>
          <a:ext cx="1452782" cy="6453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Completely Unstructured</a:t>
          </a:r>
          <a:endParaRPr lang="en-US" sz="1400" kern="1200"/>
        </a:p>
      </dsp:txBody>
      <dsp:txXfrm>
        <a:off x="0" y="5003814"/>
        <a:ext cx="1452782" cy="645342"/>
      </dsp:txXfrm>
    </dsp:sp>
    <dsp:sp modelId="{F22EE462-6AD3-4634-9F98-989293AB630C}">
      <dsp:nvSpPr>
        <dsp:cNvPr id="0" name=""/>
        <dsp:cNvSpPr/>
      </dsp:nvSpPr>
      <dsp:spPr>
        <a:xfrm>
          <a:off x="1452781" y="5003814"/>
          <a:ext cx="1452782" cy="64534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Thematic Apperception Test</a:t>
          </a:r>
          <a:endParaRPr lang="en-US" sz="1400" kern="1200"/>
        </a:p>
      </dsp:txBody>
      <dsp:txXfrm>
        <a:off x="1452781" y="5003814"/>
        <a:ext cx="1452782" cy="645342"/>
      </dsp:txXfrm>
    </dsp:sp>
    <dsp:sp modelId="{73B0639C-DA2D-40FB-80E7-C9FDDC3C8A13}">
      <dsp:nvSpPr>
        <dsp:cNvPr id="0" name=""/>
        <dsp:cNvSpPr/>
      </dsp:nvSpPr>
      <dsp:spPr>
        <a:xfrm>
          <a:off x="2905564" y="5003814"/>
          <a:ext cx="1452782" cy="64534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Word Associate</a:t>
          </a:r>
          <a:endParaRPr lang="en-US" sz="1400" kern="1200"/>
        </a:p>
      </dsp:txBody>
      <dsp:txXfrm>
        <a:off x="2905564" y="5003814"/>
        <a:ext cx="1452782" cy="645342"/>
      </dsp:txXfrm>
    </dsp:sp>
    <dsp:sp modelId="{AB9BDF05-512E-4D11-9EFB-52FF76BAEA8F}">
      <dsp:nvSpPr>
        <dsp:cNvPr id="0" name=""/>
        <dsp:cNvSpPr/>
      </dsp:nvSpPr>
      <dsp:spPr>
        <a:xfrm>
          <a:off x="4358346" y="5003814"/>
          <a:ext cx="1452782" cy="64534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Sentence, Story or Picture Completion</a:t>
          </a:r>
          <a:endParaRPr lang="en-US" sz="1400" kern="1200"/>
        </a:p>
      </dsp:txBody>
      <dsp:txXfrm>
        <a:off x="4358346" y="5003814"/>
        <a:ext cx="1452782" cy="645342"/>
      </dsp:txXfrm>
    </dsp:sp>
    <dsp:sp modelId="{B4D91805-52CB-4DF7-AAA9-C2671ED2DDDA}">
      <dsp:nvSpPr>
        <dsp:cNvPr id="0" name=""/>
        <dsp:cNvSpPr/>
      </dsp:nvSpPr>
      <dsp:spPr>
        <a:xfrm rot="10800000">
          <a:off x="0" y="2137649"/>
          <a:ext cx="5811128" cy="2157689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Gives opportunity to the respondents to express their opinions in a free-flowing manner.</a:t>
          </a:r>
          <a:endParaRPr lang="en-US" sz="2400" kern="1200"/>
        </a:p>
      </dsp:txBody>
      <dsp:txXfrm rot="10800000">
        <a:off x="0" y="2137649"/>
        <a:ext cx="5811128" cy="1402002"/>
      </dsp:txXfrm>
    </dsp:sp>
    <dsp:sp modelId="{FE68FE72-B063-4E42-998D-40110307E4F0}">
      <dsp:nvSpPr>
        <dsp:cNvPr id="0" name=""/>
        <dsp:cNvSpPr/>
      </dsp:nvSpPr>
      <dsp:spPr>
        <a:xfrm rot="10800000">
          <a:off x="0" y="1003"/>
          <a:ext cx="5811128" cy="2157689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Don’t have predetermined set of responses.</a:t>
          </a:r>
          <a:endParaRPr lang="en-US" sz="2400" kern="1200"/>
        </a:p>
      </dsp:txBody>
      <dsp:txXfrm rot="10800000">
        <a:off x="0" y="1003"/>
        <a:ext cx="5811128" cy="1402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D2702-0273-41A0-B36D-8F0F5C5FF270}">
      <dsp:nvSpPr>
        <dsp:cNvPr id="0" name=""/>
        <dsp:cNvSpPr/>
      </dsp:nvSpPr>
      <dsp:spPr>
        <a:xfrm>
          <a:off x="8215" y="0"/>
          <a:ext cx="5832871" cy="4351338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71" tIns="106680" rIns="823083" bIns="10668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/>
            <a:t>Planned and designed to collect very specific information.</a:t>
          </a:r>
          <a:endParaRPr lang="en-US" sz="4200" kern="1200"/>
        </a:p>
      </dsp:txBody>
      <dsp:txXfrm>
        <a:off x="8215" y="0"/>
        <a:ext cx="5288954" cy="4351338"/>
      </dsp:txXfrm>
    </dsp:sp>
    <dsp:sp modelId="{2A9BC6C4-9BF6-4836-B07D-DA86A1120F8F}">
      <dsp:nvSpPr>
        <dsp:cNvPr id="0" name=""/>
        <dsp:cNvSpPr/>
      </dsp:nvSpPr>
      <dsp:spPr>
        <a:xfrm>
          <a:off x="4674512" y="0"/>
          <a:ext cx="5832871" cy="4351338"/>
        </a:xfrm>
        <a:prstGeom prst="chevron">
          <a:avLst>
            <a:gd name="adj" fmla="val 25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5771" tIns="106680" rIns="205771" bIns="10668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/>
            <a:t>5 types</a:t>
          </a:r>
          <a:endParaRPr lang="en-US" sz="42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Dichotomous (two category)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Multiple Choice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Scale Questions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Matrix</a:t>
          </a:r>
          <a:endParaRPr lang="en-US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300" kern="1200"/>
            <a:t>contingency</a:t>
          </a:r>
          <a:endParaRPr lang="en-US" sz="3300" kern="1200"/>
        </a:p>
      </dsp:txBody>
      <dsp:txXfrm>
        <a:off x="5762347" y="0"/>
        <a:ext cx="3657202" cy="435133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52A55-5CA8-4834-8915-EF06E3BD8EDC}">
      <dsp:nvSpPr>
        <dsp:cNvPr id="0" name=""/>
        <dsp:cNvSpPr/>
      </dsp:nvSpPr>
      <dsp:spPr>
        <a:xfrm>
          <a:off x="1927186" y="1084422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2070" y="1127930"/>
        <a:ext cx="22124" cy="4424"/>
      </dsp:txXfrm>
    </dsp:sp>
    <dsp:sp modelId="{F1FE520B-2047-4233-B4CB-5052AB1F0AEA}">
      <dsp:nvSpPr>
        <dsp:cNvPr id="0" name=""/>
        <dsp:cNvSpPr/>
      </dsp:nvSpPr>
      <dsp:spPr>
        <a:xfrm>
          <a:off x="5110" y="552979"/>
          <a:ext cx="1923876" cy="11543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Specify the information needed.</a:t>
          </a:r>
          <a:endParaRPr lang="en-US" sz="2200" kern="1200"/>
        </a:p>
      </dsp:txBody>
      <dsp:txXfrm>
        <a:off x="5110" y="552979"/>
        <a:ext cx="1923876" cy="1154325"/>
      </dsp:txXfrm>
    </dsp:sp>
    <dsp:sp modelId="{CF9D53E1-DDD1-484C-8966-3C83FEDE6BB7}">
      <dsp:nvSpPr>
        <dsp:cNvPr id="0" name=""/>
        <dsp:cNvSpPr/>
      </dsp:nvSpPr>
      <dsp:spPr>
        <a:xfrm>
          <a:off x="4293554" y="1084422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8438" y="1127930"/>
        <a:ext cx="22124" cy="4424"/>
      </dsp:txXfrm>
    </dsp:sp>
    <dsp:sp modelId="{7AA6A029-E0EA-4EFE-9D10-A52A2FAE7551}">
      <dsp:nvSpPr>
        <dsp:cNvPr id="0" name=""/>
        <dsp:cNvSpPr/>
      </dsp:nvSpPr>
      <dsp:spPr>
        <a:xfrm>
          <a:off x="2371478" y="552979"/>
          <a:ext cx="1923876" cy="11543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Type of interviewing method.</a:t>
          </a:r>
          <a:endParaRPr lang="en-US" sz="2200" kern="1200"/>
        </a:p>
      </dsp:txBody>
      <dsp:txXfrm>
        <a:off x="2371478" y="552979"/>
        <a:ext cx="1923876" cy="1154325"/>
      </dsp:txXfrm>
    </dsp:sp>
    <dsp:sp modelId="{D5BFA47E-32C1-4839-AB3F-70532F887E00}">
      <dsp:nvSpPr>
        <dsp:cNvPr id="0" name=""/>
        <dsp:cNvSpPr/>
      </dsp:nvSpPr>
      <dsp:spPr>
        <a:xfrm>
          <a:off x="967048" y="1705505"/>
          <a:ext cx="4732735" cy="411891"/>
        </a:xfrm>
        <a:custGeom>
          <a:avLst/>
          <a:gdLst/>
          <a:ahLst/>
          <a:cxnLst/>
          <a:rect l="0" t="0" r="0" b="0"/>
          <a:pathLst>
            <a:path>
              <a:moveTo>
                <a:pt x="4732735" y="0"/>
              </a:moveTo>
              <a:lnTo>
                <a:pt x="4732735" y="223045"/>
              </a:lnTo>
              <a:lnTo>
                <a:pt x="0" y="223045"/>
              </a:lnTo>
              <a:lnTo>
                <a:pt x="0" y="41189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4582" y="1909238"/>
        <a:ext cx="237668" cy="4424"/>
      </dsp:txXfrm>
    </dsp:sp>
    <dsp:sp modelId="{68292988-16EB-404E-9203-C75C58E07634}">
      <dsp:nvSpPr>
        <dsp:cNvPr id="0" name=""/>
        <dsp:cNvSpPr/>
      </dsp:nvSpPr>
      <dsp:spPr>
        <a:xfrm>
          <a:off x="4737846" y="552979"/>
          <a:ext cx="1923876" cy="115432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Individual question content.</a:t>
          </a:r>
          <a:endParaRPr lang="en-US" sz="2200" kern="1200"/>
        </a:p>
      </dsp:txBody>
      <dsp:txXfrm>
        <a:off x="4737846" y="552979"/>
        <a:ext cx="1923876" cy="1154325"/>
      </dsp:txXfrm>
    </dsp:sp>
    <dsp:sp modelId="{9CC9471A-5CEA-4207-93CD-2F4A7DBE3F94}">
      <dsp:nvSpPr>
        <dsp:cNvPr id="0" name=""/>
        <dsp:cNvSpPr/>
      </dsp:nvSpPr>
      <dsp:spPr>
        <a:xfrm>
          <a:off x="1927186" y="2681239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2070" y="2724747"/>
        <a:ext cx="22124" cy="4424"/>
      </dsp:txXfrm>
    </dsp:sp>
    <dsp:sp modelId="{C639BE3C-C3FC-4FB6-B47C-B81C68947D29}">
      <dsp:nvSpPr>
        <dsp:cNvPr id="0" name=""/>
        <dsp:cNvSpPr/>
      </dsp:nvSpPr>
      <dsp:spPr>
        <a:xfrm>
          <a:off x="5110" y="2149797"/>
          <a:ext cx="1923876" cy="115432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Overcoming inability to answer.</a:t>
          </a:r>
          <a:endParaRPr lang="en-US" sz="2200" kern="1200"/>
        </a:p>
      </dsp:txBody>
      <dsp:txXfrm>
        <a:off x="5110" y="2149797"/>
        <a:ext cx="1923876" cy="1154325"/>
      </dsp:txXfrm>
    </dsp:sp>
    <dsp:sp modelId="{FF7C75E4-13F7-4C12-A3E8-06F2DA0CA8B4}">
      <dsp:nvSpPr>
        <dsp:cNvPr id="0" name=""/>
        <dsp:cNvSpPr/>
      </dsp:nvSpPr>
      <dsp:spPr>
        <a:xfrm>
          <a:off x="4293554" y="2681239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8438" y="2724747"/>
        <a:ext cx="22124" cy="4424"/>
      </dsp:txXfrm>
    </dsp:sp>
    <dsp:sp modelId="{F91019E5-AEA6-41A2-97C1-5CAD82D39795}">
      <dsp:nvSpPr>
        <dsp:cNvPr id="0" name=""/>
        <dsp:cNvSpPr/>
      </dsp:nvSpPr>
      <dsp:spPr>
        <a:xfrm>
          <a:off x="2371478" y="2149797"/>
          <a:ext cx="1923876" cy="115432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Overcoming unwillingness to answer.</a:t>
          </a:r>
          <a:endParaRPr lang="en-US" sz="2200" kern="1200"/>
        </a:p>
      </dsp:txBody>
      <dsp:txXfrm>
        <a:off x="2371478" y="2149797"/>
        <a:ext cx="1923876" cy="1154325"/>
      </dsp:txXfrm>
    </dsp:sp>
    <dsp:sp modelId="{942CD260-4013-46B7-861D-D1F4DA4D33CD}">
      <dsp:nvSpPr>
        <dsp:cNvPr id="0" name=""/>
        <dsp:cNvSpPr/>
      </dsp:nvSpPr>
      <dsp:spPr>
        <a:xfrm>
          <a:off x="967048" y="3302322"/>
          <a:ext cx="4732735" cy="411891"/>
        </a:xfrm>
        <a:custGeom>
          <a:avLst/>
          <a:gdLst/>
          <a:ahLst/>
          <a:cxnLst/>
          <a:rect l="0" t="0" r="0" b="0"/>
          <a:pathLst>
            <a:path>
              <a:moveTo>
                <a:pt x="4732735" y="0"/>
              </a:moveTo>
              <a:lnTo>
                <a:pt x="4732735" y="223045"/>
              </a:lnTo>
              <a:lnTo>
                <a:pt x="0" y="223045"/>
              </a:lnTo>
              <a:lnTo>
                <a:pt x="0" y="41189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14582" y="3506056"/>
        <a:ext cx="237668" cy="4424"/>
      </dsp:txXfrm>
    </dsp:sp>
    <dsp:sp modelId="{29242B4A-E3E0-4E0F-9073-977F4C3FAA38}">
      <dsp:nvSpPr>
        <dsp:cNvPr id="0" name=""/>
        <dsp:cNvSpPr/>
      </dsp:nvSpPr>
      <dsp:spPr>
        <a:xfrm>
          <a:off x="4737846" y="2149797"/>
          <a:ext cx="1923876" cy="115432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Choosing question structure.</a:t>
          </a:r>
          <a:endParaRPr lang="en-US" sz="2200" kern="1200"/>
        </a:p>
      </dsp:txBody>
      <dsp:txXfrm>
        <a:off x="4737846" y="2149797"/>
        <a:ext cx="1923876" cy="1154325"/>
      </dsp:txXfrm>
    </dsp:sp>
    <dsp:sp modelId="{1988E1D4-2CBD-4596-A9F8-BC483E122A8E}">
      <dsp:nvSpPr>
        <dsp:cNvPr id="0" name=""/>
        <dsp:cNvSpPr/>
      </dsp:nvSpPr>
      <dsp:spPr>
        <a:xfrm>
          <a:off x="1927186" y="4278057"/>
          <a:ext cx="411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89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22070" y="4321564"/>
        <a:ext cx="22124" cy="4424"/>
      </dsp:txXfrm>
    </dsp:sp>
    <dsp:sp modelId="{F7BDDE36-6C91-4F36-8D3A-96B687DA914C}">
      <dsp:nvSpPr>
        <dsp:cNvPr id="0" name=""/>
        <dsp:cNvSpPr/>
      </dsp:nvSpPr>
      <dsp:spPr>
        <a:xfrm>
          <a:off x="5110" y="3746614"/>
          <a:ext cx="1923876" cy="115432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Choosing question wording.</a:t>
          </a:r>
          <a:endParaRPr lang="en-US" sz="2200" kern="1200"/>
        </a:p>
      </dsp:txBody>
      <dsp:txXfrm>
        <a:off x="5110" y="3746614"/>
        <a:ext cx="1923876" cy="1154325"/>
      </dsp:txXfrm>
    </dsp:sp>
    <dsp:sp modelId="{BF1148C8-1C08-423F-AD7A-69B02E64B5CD}">
      <dsp:nvSpPr>
        <dsp:cNvPr id="0" name=""/>
        <dsp:cNvSpPr/>
      </dsp:nvSpPr>
      <dsp:spPr>
        <a:xfrm>
          <a:off x="2371478" y="3746614"/>
          <a:ext cx="1923876" cy="115432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72" tIns="98955" rIns="94272" bIns="9895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Determining the order of questions.</a:t>
          </a:r>
          <a:endParaRPr lang="en-US" sz="2200" kern="1200"/>
        </a:p>
      </dsp:txBody>
      <dsp:txXfrm>
        <a:off x="2371478" y="3746614"/>
        <a:ext cx="1923876" cy="11543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17834-DB79-414B-863A-903C0BCE5B0A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8A3CB-4CDB-40DA-988F-59AA4B408222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8523F-573A-45B7-8748-BFC70CD169BF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500" kern="1200"/>
            <a:t>Computer Questionnaire</a:t>
          </a:r>
          <a:endParaRPr lang="en-US" sz="2500" kern="1200"/>
        </a:p>
      </dsp:txBody>
      <dsp:txXfrm>
        <a:off x="100682" y="2684598"/>
        <a:ext cx="2370489" cy="720000"/>
      </dsp:txXfrm>
    </dsp:sp>
    <dsp:sp modelId="{9FDF0F37-C861-447B-89C0-39E5426F8D53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2D302A-397A-4F2C-92B1-838E0AC92AC7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EDE57-641C-4B3F-BBFE-717DB9F27A8E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500" kern="1200"/>
            <a:t>Telephone questionnaire</a:t>
          </a:r>
          <a:endParaRPr lang="en-US" sz="2500" kern="1200"/>
        </a:p>
      </dsp:txBody>
      <dsp:txXfrm>
        <a:off x="2886007" y="2684598"/>
        <a:ext cx="2370489" cy="720000"/>
      </dsp:txXfrm>
    </dsp:sp>
    <dsp:sp modelId="{71296F1C-9DB5-440E-B1A6-35F6B5E9101A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5C1559-BA84-40CF-8C8B-FDB93469DE85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7255E1-2283-494F-B4E0-618A72800E59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500" kern="1200"/>
            <a:t>Mail Questionnaire</a:t>
          </a:r>
          <a:endParaRPr lang="en-US" sz="2500" kern="1200"/>
        </a:p>
      </dsp:txBody>
      <dsp:txXfrm>
        <a:off x="5671332" y="2684598"/>
        <a:ext cx="2370489" cy="720000"/>
      </dsp:txXfrm>
    </dsp:sp>
    <dsp:sp modelId="{0D68ACA6-D026-44E6-AAB6-829866AAD3A5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FEA2A-F872-4D2E-85EF-5DC77A5F5231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2CE8D-C10A-47F2-9317-72BD15F9F062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500" kern="1200"/>
            <a:t>In – House Questionnaire</a:t>
          </a:r>
          <a:endParaRPr lang="en-US" sz="2500" kern="1200"/>
        </a:p>
      </dsp:txBody>
      <dsp:txXfrm>
        <a:off x="8456657" y="2684598"/>
        <a:ext cx="2370489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7B721-3F99-4FC5-A2BA-AA83FCFD3411}">
      <dsp:nvSpPr>
        <dsp:cNvPr id="0" name=""/>
        <dsp:cNvSpPr/>
      </dsp:nvSpPr>
      <dsp:spPr>
        <a:xfrm>
          <a:off x="0" y="3099"/>
          <a:ext cx="528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190D2-456B-4DF9-AE33-452EBAFD3477}">
      <dsp:nvSpPr>
        <dsp:cNvPr id="0" name=""/>
        <dsp:cNvSpPr/>
      </dsp:nvSpPr>
      <dsp:spPr>
        <a:xfrm>
          <a:off x="0" y="3099"/>
          <a:ext cx="5288929" cy="1056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It is economical. </a:t>
          </a:r>
          <a:endParaRPr lang="en-US" sz="2900" kern="1200"/>
        </a:p>
      </dsp:txBody>
      <dsp:txXfrm>
        <a:off x="0" y="3099"/>
        <a:ext cx="5288929" cy="1056878"/>
      </dsp:txXfrm>
    </dsp:sp>
    <dsp:sp modelId="{9387808B-450C-40DD-9521-E8ABD6EC5E69}">
      <dsp:nvSpPr>
        <dsp:cNvPr id="0" name=""/>
        <dsp:cNvSpPr/>
      </dsp:nvSpPr>
      <dsp:spPr>
        <a:xfrm>
          <a:off x="0" y="1059978"/>
          <a:ext cx="528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4BD945-F0A4-4D1A-8CC7-D548652C8496}">
      <dsp:nvSpPr>
        <dsp:cNvPr id="0" name=""/>
        <dsp:cNvSpPr/>
      </dsp:nvSpPr>
      <dsp:spPr>
        <a:xfrm>
          <a:off x="0" y="1059978"/>
          <a:ext cx="5288929" cy="1056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Wide coverage is possible.</a:t>
          </a:r>
          <a:endParaRPr lang="en-US" sz="2900" kern="1200"/>
        </a:p>
      </dsp:txBody>
      <dsp:txXfrm>
        <a:off x="0" y="1059978"/>
        <a:ext cx="5288929" cy="1056878"/>
      </dsp:txXfrm>
    </dsp:sp>
    <dsp:sp modelId="{ADA2D6E9-E30F-45CE-B609-5372036A883B}">
      <dsp:nvSpPr>
        <dsp:cNvPr id="0" name=""/>
        <dsp:cNvSpPr/>
      </dsp:nvSpPr>
      <dsp:spPr>
        <a:xfrm>
          <a:off x="0" y="2116856"/>
          <a:ext cx="528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921AC-CE5D-488B-9F77-F8E074130674}">
      <dsp:nvSpPr>
        <dsp:cNvPr id="0" name=""/>
        <dsp:cNvSpPr/>
      </dsp:nvSpPr>
      <dsp:spPr>
        <a:xfrm>
          <a:off x="0" y="2116856"/>
          <a:ext cx="5288929" cy="1056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In short period of time valid information can be collected.</a:t>
          </a:r>
          <a:endParaRPr lang="en-US" sz="2900" kern="1200"/>
        </a:p>
      </dsp:txBody>
      <dsp:txXfrm>
        <a:off x="0" y="2116856"/>
        <a:ext cx="5288929" cy="1056878"/>
      </dsp:txXfrm>
    </dsp:sp>
    <dsp:sp modelId="{A52968CE-11DF-4EA1-A536-E77223A69390}">
      <dsp:nvSpPr>
        <dsp:cNvPr id="0" name=""/>
        <dsp:cNvSpPr/>
      </dsp:nvSpPr>
      <dsp:spPr>
        <a:xfrm>
          <a:off x="0" y="3173735"/>
          <a:ext cx="528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1C498-8B3C-4164-913B-FE8C69F7ED9D}">
      <dsp:nvSpPr>
        <dsp:cNvPr id="0" name=""/>
        <dsp:cNvSpPr/>
      </dsp:nvSpPr>
      <dsp:spPr>
        <a:xfrm>
          <a:off x="0" y="3173735"/>
          <a:ext cx="5288929" cy="1056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Respondents have enough time to think and answer.</a:t>
          </a:r>
          <a:endParaRPr lang="en-US" sz="2900" kern="1200"/>
        </a:p>
      </dsp:txBody>
      <dsp:txXfrm>
        <a:off x="0" y="3173735"/>
        <a:ext cx="5288929" cy="1056878"/>
      </dsp:txXfrm>
    </dsp:sp>
    <dsp:sp modelId="{D2921260-12D0-4582-865F-A8804394EC04}">
      <dsp:nvSpPr>
        <dsp:cNvPr id="0" name=""/>
        <dsp:cNvSpPr/>
      </dsp:nvSpPr>
      <dsp:spPr>
        <a:xfrm>
          <a:off x="0" y="4230614"/>
          <a:ext cx="528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B6AF6-4D28-42B7-B4A7-28658DD91D64}">
      <dsp:nvSpPr>
        <dsp:cNvPr id="0" name=""/>
        <dsp:cNvSpPr/>
      </dsp:nvSpPr>
      <dsp:spPr>
        <a:xfrm>
          <a:off x="0" y="4230614"/>
          <a:ext cx="5288929" cy="1056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Free from the bias of the interviewer.</a:t>
          </a:r>
          <a:endParaRPr lang="en-US" sz="2900" kern="1200"/>
        </a:p>
      </dsp:txBody>
      <dsp:txXfrm>
        <a:off x="0" y="4230614"/>
        <a:ext cx="5288929" cy="1056878"/>
      </dsp:txXfrm>
    </dsp:sp>
    <dsp:sp modelId="{7C4815FA-640E-49FB-A7FE-9D8EF0EC52A4}">
      <dsp:nvSpPr>
        <dsp:cNvPr id="0" name=""/>
        <dsp:cNvSpPr/>
      </dsp:nvSpPr>
      <dsp:spPr>
        <a:xfrm>
          <a:off x="0" y="5287492"/>
          <a:ext cx="528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6A44E-0373-4E35-BACE-AF9E14D1B54E}">
      <dsp:nvSpPr>
        <dsp:cNvPr id="0" name=""/>
        <dsp:cNvSpPr/>
      </dsp:nvSpPr>
      <dsp:spPr>
        <a:xfrm>
          <a:off x="0" y="5287492"/>
          <a:ext cx="5288929" cy="1056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It puts less pressure on the respondents</a:t>
          </a:r>
          <a:endParaRPr lang="en-US" sz="2900" kern="1200"/>
        </a:p>
      </dsp:txBody>
      <dsp:txXfrm>
        <a:off x="0" y="5287492"/>
        <a:ext cx="5288929" cy="10568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8189-5F57-A470-9F24-CD7A0EA03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83333-8507-0BB8-D626-8B803A055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24523-ED34-3269-90B7-ED165214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995D2-55B7-FD91-F6FF-B2ADA98BD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14186-6BC8-E695-F82A-3690E7A36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45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2355C-3763-FE04-1DAF-DFF4E940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41103-C2A8-3483-DA59-40F9B538C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9C58F-39E7-AA58-F6BC-F668789B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75C4B-2814-07B3-D6B2-79BED062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AA35F-DFAC-2568-344F-9FE1FBFE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400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810E-9374-F52D-47B6-03E4A1CB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033A2-E754-144F-C3DF-7DD39F81C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5AB7E-CC16-5C81-3957-D06998C8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37E10-9752-1E14-BBFF-0410DB28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A2771-9B47-8F72-E700-9C0E7BD4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989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51DF1-8760-EDF0-9ED3-0B3AF74F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AB36C-E196-6678-3524-5BACE7563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54467-74A7-FD26-9C91-9E79FDF7A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D5EF2-5B33-80DB-52E6-AD7DFD67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6D14E-25BD-2E07-59FA-891ADDB6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8D44D-E330-B718-6FDE-FC607782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22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A67A-21DB-D8DE-4476-E5CABB66E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CDF13-0D53-2BB8-FEBC-969F3DE65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E73E8-32B3-D4CE-CF26-909A4CBB1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29493-0088-D10F-FF1B-FBFED6842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46AA7E-D353-0AAA-27AD-9FCE5A84F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87286-D85F-AF4F-F7A7-2B94ADBA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A12AA3-38F8-3AB3-7326-84BF5F6E8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90B1B4-7C4A-51AD-D1AA-4974BB72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19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9190-9813-2673-5B8E-C9F479B5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0514C-47E6-70B6-EA18-D99A8A67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2484E-359B-5AC3-56B5-C8925A04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8FBF4-1674-E4A6-31D8-EA6B3643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68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F70572-E4A1-D9C1-562D-A35BCF60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94982-D73B-5A68-AE59-3A4C43B05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85EB2-8C2E-D967-3714-18E163FF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52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732C-3E2B-AAC5-13AA-FA7B067EE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140F8-DD51-6CD6-7F66-269A76AA4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A9DFA-3E20-794F-43D9-F67F667BD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B9FEF-3249-4AF0-704C-F9989DAB1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E3A04-F8CD-7679-DDF1-47183F38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AAE4E-E7BC-2575-1476-CA843D07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67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88F35-3ECC-D9EC-53F2-F52BB9C7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22DB62-53B0-685E-C783-307DA047C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B1050-E1FC-C398-2733-D5E442F7D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61E76-2BD9-B2EE-9989-17D76D63D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8C5B2-0928-5F02-C8F8-537890E8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04D9A-FCD6-5286-97CF-BC4334B70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6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56E1-5861-1704-B908-06D831A5A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B468B-5251-9263-64B4-00778A6D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DAD5A-554B-A76E-033C-4BC0A1AC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03FC8-F808-F3B9-D8BE-B97BE316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89CB3-5090-E087-E0A4-AA01636A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8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450AC-C63E-C3C5-254E-175B8F6F1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2809E-D63C-2380-6170-CA2551036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9B73-0DA0-9BA6-19B8-3461CCB98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B3F96-7428-9554-324E-02C2C5D0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D2ADE-EBF3-6449-6D0D-1E1A88E6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3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C9ADED-A194-6FCB-19F6-ABD1EFEF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B7484-31AC-60E5-D76E-16BFEBCFB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099DE-7AA9-BAC7-7D31-A229CEDB3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7FF3C-F2C0-43B6-B5CE-45E3BB7BDCD7}" type="datetimeFigureOut">
              <a:rPr lang="en-IN" smtClean="0"/>
              <a:t>20-10-2024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75405-696B-C3E1-AD95-6EEC8EDD4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A7E1-BA82-07C8-665B-677B871EA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69403-EDAA-48A4-852D-D1C23DD3EB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98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C3E1F-532A-70CB-3C5B-CC05D0197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3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SS855 – Research Methodology In Applied Sciences</a:t>
            </a:r>
            <a:br>
              <a:rPr lang="en-IN" sz="3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4C277-DB89-8C08-4A10-F0056B2CC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877824"/>
            <a:ext cx="12192002" cy="598017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 on</a:t>
            </a:r>
          </a:p>
          <a:p>
            <a:pPr marL="0" indent="0"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Methods In Preparing A Questionnaire</a:t>
            </a:r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r>
              <a:rPr lang="en-IN" sz="1400" dirty="0">
                <a:latin typeface="+mj-lt"/>
                <a:cs typeface="Times New Roman" panose="02020603050405020304" pitchFamily="18" charset="0"/>
              </a:rPr>
              <a:t>                Submitted to,                                                                                                                                                                                                                                  Submitted by,</a:t>
            </a:r>
          </a:p>
          <a:p>
            <a:pPr marL="0" indent="0">
              <a:buNone/>
            </a:pPr>
            <a:r>
              <a:rPr lang="en-IN" sz="1400" dirty="0">
                <a:latin typeface="+mj-lt"/>
                <a:cs typeface="Times New Roman" panose="02020603050405020304" pitchFamily="18" charset="0"/>
              </a:rPr>
              <a:t>                        </a:t>
            </a:r>
            <a:r>
              <a:rPr lang="en-IN" sz="1400" dirty="0" err="1">
                <a:latin typeface="+mj-lt"/>
                <a:cs typeface="Times New Roman" panose="02020603050405020304" pitchFamily="18" charset="0"/>
              </a:rPr>
              <a:t>Dr.</a:t>
            </a:r>
            <a:r>
              <a:rPr lang="en-IN" sz="1400" dirty="0">
                <a:latin typeface="+mj-lt"/>
                <a:cs typeface="Times New Roman" panose="02020603050405020304" pitchFamily="18" charset="0"/>
              </a:rPr>
              <a:t> Smitha Chandran S.,                                                                                                                                                                                                                            Anju Ramachandran,</a:t>
            </a:r>
          </a:p>
          <a:p>
            <a:pPr marL="0" indent="0">
              <a:buNone/>
            </a:pPr>
            <a:r>
              <a:rPr lang="en-IN" sz="1400" dirty="0">
                <a:latin typeface="+mj-lt"/>
                <a:cs typeface="Times New Roman" panose="02020603050405020304" pitchFamily="18" charset="0"/>
              </a:rPr>
              <a:t>                        Assistant Professor,                                                                                                                                                                                                                                    AM.PS.R4PHY24002,</a:t>
            </a:r>
          </a:p>
          <a:p>
            <a:pPr marL="0" indent="0">
              <a:buNone/>
            </a:pPr>
            <a:r>
              <a:rPr lang="en-IN" sz="1400" dirty="0">
                <a:latin typeface="+mj-lt"/>
                <a:cs typeface="Times New Roman" panose="02020603050405020304" pitchFamily="18" charset="0"/>
              </a:rPr>
              <a:t>                        Department of Chemistry.                                                                                                                                                                                                                        Department of Physics.</a:t>
            </a: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688107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2EEB5-2FC6-A9A0-BDBC-BDD85D82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IN" sz="4800"/>
              <a:t>Contents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424F-64DC-4245-F1F2-E809D214B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7034" y="784683"/>
            <a:ext cx="6505299" cy="5287998"/>
          </a:xfrm>
        </p:spPr>
        <p:txBody>
          <a:bodyPr anchor="t">
            <a:normAutofit/>
          </a:bodyPr>
          <a:lstStyle/>
          <a:p>
            <a:r>
              <a:rPr lang="en-IN" sz="2200" dirty="0"/>
              <a:t>Introduction </a:t>
            </a:r>
          </a:p>
          <a:p>
            <a:r>
              <a:rPr lang="en-IN" sz="2200" dirty="0"/>
              <a:t>Definitions</a:t>
            </a:r>
          </a:p>
          <a:p>
            <a:r>
              <a:rPr lang="en-IN" sz="2200" dirty="0"/>
              <a:t>Characteristics of a Good Questionnaire</a:t>
            </a:r>
          </a:p>
          <a:p>
            <a:r>
              <a:rPr lang="en-IN" sz="2200" dirty="0"/>
              <a:t>Sample Questionnaire</a:t>
            </a:r>
          </a:p>
          <a:p>
            <a:r>
              <a:rPr lang="en-IN" sz="2200" dirty="0"/>
              <a:t>Elements of a Questionnaire</a:t>
            </a:r>
          </a:p>
          <a:p>
            <a:r>
              <a:rPr lang="en-IN" sz="2200" dirty="0"/>
              <a:t>Types of Questionnaire</a:t>
            </a:r>
          </a:p>
          <a:p>
            <a:r>
              <a:rPr lang="en-IN" sz="2200" dirty="0"/>
              <a:t>Standard methods in Preparing a Questionnaire</a:t>
            </a:r>
          </a:p>
          <a:p>
            <a:r>
              <a:rPr lang="en-IN" sz="2200" dirty="0"/>
              <a:t>Distributing Questionnaires</a:t>
            </a:r>
          </a:p>
          <a:p>
            <a:r>
              <a:rPr lang="en-IN" sz="2200" dirty="0"/>
              <a:t>Advantages</a:t>
            </a:r>
          </a:p>
          <a:p>
            <a:r>
              <a:rPr lang="en-IN" sz="2200" dirty="0"/>
              <a:t>Disadvantages </a:t>
            </a:r>
          </a:p>
          <a:p>
            <a:endParaRPr lang="en-IN" sz="2200" dirty="0"/>
          </a:p>
          <a:p>
            <a:endParaRPr lang="en-IN" sz="2200" dirty="0"/>
          </a:p>
          <a:p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93870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green and white background&#10;&#10;Description automatically generated">
            <a:extLst>
              <a:ext uri="{FF2B5EF4-FFF2-40B4-BE49-F238E27FC236}">
                <a16:creationId xmlns:a16="http://schemas.microsoft.com/office/drawing/2014/main" id="{7BD65197-97D5-FD7F-00BB-7AFED196711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4389" b="1881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83C7FD-D2F7-4214-43E9-BC52876D5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Questionnaire 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74DAB5-A494-2C63-DBD0-E5A4017F6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8186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03073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circular lines in the sky&#10;&#10;Description automatically generated with medium confidence">
            <a:extLst>
              <a:ext uri="{FF2B5EF4-FFF2-40B4-BE49-F238E27FC236}">
                <a16:creationId xmlns:a16="http://schemas.microsoft.com/office/drawing/2014/main" id="{8093B65C-11E2-A2CC-74E1-0B3C3A84F8B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62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59B0D0-7288-B301-90B2-6629F4333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/>
              <a:t>Definitions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1493A4EF-3F74-FCAC-7EA0-3D7E59BEB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2183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8029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D99F3-F7EF-D512-C238-1421A5EE4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Characteristics of a Good Questionnaire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6700E-F63A-B8F5-523C-EBC1477B7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IN" sz="2000"/>
              <a:t>Should be concerned with specific and relevant topic.</a:t>
            </a:r>
          </a:p>
          <a:p>
            <a:r>
              <a:rPr lang="en-IN" sz="2000"/>
              <a:t>Should be short.</a:t>
            </a:r>
          </a:p>
          <a:p>
            <a:r>
              <a:rPr lang="en-IN" sz="2000"/>
              <a:t>Directions and wording should be simple and clear.</a:t>
            </a:r>
          </a:p>
          <a:p>
            <a:r>
              <a:rPr lang="en-IN" sz="2000"/>
              <a:t>Questions should be objective.</a:t>
            </a:r>
          </a:p>
          <a:p>
            <a:r>
              <a:rPr lang="en-GB" sz="2000"/>
              <a:t>There should always be provision for indications of uncertainty, e.g., “do not know,” “no preference” and so on.</a:t>
            </a:r>
            <a:endParaRPr lang="en-IN" sz="2000"/>
          </a:p>
          <a:p>
            <a:r>
              <a:rPr lang="en-IN" sz="2000"/>
              <a:t>Embarrassing and hypothetical questions should be avoided.</a:t>
            </a:r>
          </a:p>
          <a:p>
            <a:r>
              <a:rPr lang="en-IN" sz="2000"/>
              <a:t>Should be presented in a good order.</a:t>
            </a:r>
          </a:p>
          <a:p>
            <a:r>
              <a:rPr lang="en-IN" sz="2000"/>
              <a:t>Should be attractive and neatly printed.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914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7" name="Rectangle 105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5" name="Freeform: Shape 106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6B21B-2441-25D2-19B6-18EE31D3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Questionnaire</a:t>
            </a:r>
          </a:p>
        </p:txBody>
      </p:sp>
      <p:pic>
        <p:nvPicPr>
          <p:cNvPr id="10" name="Content Placeholder 9" descr="A questionnaire with many questions&#10;&#10;Description automatically generated">
            <a:extLst>
              <a:ext uri="{FF2B5EF4-FFF2-40B4-BE49-F238E27FC236}">
                <a16:creationId xmlns:a16="http://schemas.microsoft.com/office/drawing/2014/main" id="{9C931DAD-EFAB-B6D5-F780-186A74CC4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529669"/>
            <a:ext cx="7225748" cy="579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55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9BDC8-59BF-55A0-3D20-EDA0D7A8C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Elements of a Questionnaire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CA52DC-ACA3-6E20-08D2-1948A5FCA8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607001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558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D57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071C9-0668-C4DF-4399-A79F51CDD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Questionnaire</a:t>
            </a:r>
          </a:p>
        </p:txBody>
      </p:sp>
      <p:pic>
        <p:nvPicPr>
          <p:cNvPr id="8" name="Content Placeholder 7" descr="A screenshot of a test&#10;&#10;Description automatically generated">
            <a:extLst>
              <a:ext uri="{FF2B5EF4-FFF2-40B4-BE49-F238E27FC236}">
                <a16:creationId xmlns:a16="http://schemas.microsoft.com/office/drawing/2014/main" id="{5D4835BB-1E0C-604A-9BA7-693479D005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08403" y="961812"/>
            <a:ext cx="6848593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44F8E-6354-A521-93C6-E2FE93620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IN" sz="3800" dirty="0">
                <a:solidFill>
                  <a:srgbClr val="FFFFFF"/>
                </a:solidFill>
              </a:rPr>
              <a:t>Unstructured or Open-Ended Questionnaire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62907E-550B-19D2-5936-E3252041B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5062909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6980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330E7-1A3E-D1A1-0D76-749F91B1D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475489"/>
            <a:ext cx="7071360" cy="605942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2400" dirty="0">
                <a:solidFill>
                  <a:srgbClr val="FF0000"/>
                </a:solidFill>
              </a:rPr>
              <a:t>Completely Unstructured </a:t>
            </a:r>
            <a:r>
              <a:rPr lang="en-IN" sz="2400" dirty="0"/>
              <a:t>– to get the opinion, view or feelings of the respondent.</a:t>
            </a:r>
          </a:p>
          <a:p>
            <a:pPr lvl="5">
              <a:lnSpc>
                <a:spcPct val="100000"/>
              </a:lnSpc>
            </a:pPr>
            <a:r>
              <a:rPr lang="en-IN" sz="2400" dirty="0"/>
              <a:t>What are the facilities do you expect from your institution?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solidFill>
                  <a:srgbClr val="FF0000"/>
                </a:solidFill>
              </a:rPr>
              <a:t>Thematic Apperception Test </a:t>
            </a:r>
            <a:r>
              <a:rPr lang="en-IN" sz="2400" dirty="0"/>
              <a:t>– responds analysed in terms of any theme, conflicts, motivation, interests etc.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solidFill>
                  <a:srgbClr val="FF0000"/>
                </a:solidFill>
              </a:rPr>
              <a:t>Word Associate </a:t>
            </a:r>
            <a:r>
              <a:rPr lang="en-IN" sz="2400" dirty="0"/>
              <a:t>– words are presented, and the respondent mentions the first word that comes to mind.</a:t>
            </a:r>
          </a:p>
          <a:p>
            <a:pPr lvl="5">
              <a:lnSpc>
                <a:spcPct val="100000"/>
              </a:lnSpc>
            </a:pPr>
            <a:r>
              <a:rPr lang="en-IN" sz="2400" dirty="0"/>
              <a:t>Family – love</a:t>
            </a:r>
          </a:p>
          <a:p>
            <a:pPr lvl="5">
              <a:lnSpc>
                <a:spcPct val="100000"/>
              </a:lnSpc>
            </a:pPr>
            <a:r>
              <a:rPr lang="en-IN" sz="2400" dirty="0"/>
              <a:t>1857 – revolt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solidFill>
                  <a:srgbClr val="FF0000"/>
                </a:solidFill>
              </a:rPr>
              <a:t>Sentence, Story or Picture Completion </a:t>
            </a:r>
            <a:r>
              <a:rPr lang="en-IN" sz="2400" dirty="0"/>
              <a:t>– respondent completes an incomplete sentence, story.</a:t>
            </a:r>
          </a:p>
          <a:p>
            <a:pPr>
              <a:lnSpc>
                <a:spcPct val="100000"/>
              </a:lnSpc>
            </a:pPr>
            <a:endParaRPr lang="en-IN" sz="2400" dirty="0"/>
          </a:p>
          <a:p>
            <a:pPr marL="2743200" lvl="6" indent="0">
              <a:buNone/>
            </a:pPr>
            <a:endParaRPr lang="en-IN" sz="1100" dirty="0"/>
          </a:p>
        </p:txBody>
      </p:sp>
      <p:pic>
        <p:nvPicPr>
          <p:cNvPr id="5" name="Picture 4" descr="Two people sitting at a table&#10;&#10;Description automatically generated">
            <a:extLst>
              <a:ext uri="{FF2B5EF4-FFF2-40B4-BE49-F238E27FC236}">
                <a16:creationId xmlns:a16="http://schemas.microsoft.com/office/drawing/2014/main" id="{02791523-A187-B8F5-8D29-DF8AEE3C9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794" y="643468"/>
            <a:ext cx="2983156" cy="2545005"/>
          </a:xfrm>
          <a:prstGeom prst="rect">
            <a:avLst/>
          </a:prstGeom>
        </p:spPr>
      </p:pic>
      <p:pic>
        <p:nvPicPr>
          <p:cNvPr id="7" name="Picture 6" descr="A person and person talking&#10;&#10;Description automatically generated">
            <a:extLst>
              <a:ext uri="{FF2B5EF4-FFF2-40B4-BE49-F238E27FC236}">
                <a16:creationId xmlns:a16="http://schemas.microsoft.com/office/drawing/2014/main" id="{DF98517B-55D2-A15D-7C26-C4D27FF49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638" y="3657600"/>
            <a:ext cx="2743467" cy="25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1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lines in a dark room&#10;&#10;Description automatically generated">
            <a:extLst>
              <a:ext uri="{FF2B5EF4-FFF2-40B4-BE49-F238E27FC236}">
                <a16:creationId xmlns:a16="http://schemas.microsoft.com/office/drawing/2014/main" id="{756421F0-C48F-0197-1689-6147AAF70F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5011" b="71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2C845F-8262-8189-1497-DEAF948F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/>
              <a:t>Structured or Closed-Ended Questionnaire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9A97C3-6D91-71B8-A8E7-282883C74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7151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1526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E5AF0-D0D1-4738-0CDF-E593759EC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0688"/>
            <a:ext cx="4681728" cy="5813251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FFFF"/>
                </a:solidFill>
              </a:rPr>
              <a:t>Dichotomous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FFFFFF"/>
                </a:solidFill>
              </a:rPr>
              <a:t>Yes/No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FFFFFF"/>
                </a:solidFill>
              </a:rPr>
              <a:t>True/False</a:t>
            </a:r>
          </a:p>
          <a:p>
            <a:pPr lvl="4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FFFFFF"/>
                </a:solidFill>
              </a:rPr>
              <a:t>Agree/Disagree</a:t>
            </a:r>
          </a:p>
          <a:p>
            <a:pPr lvl="6"/>
            <a:r>
              <a:rPr lang="en-IN" sz="2000" dirty="0">
                <a:solidFill>
                  <a:srgbClr val="FFFFFF"/>
                </a:solidFill>
              </a:rPr>
              <a:t>Have you ever experienced a service from online shop?</a:t>
            </a:r>
          </a:p>
          <a:p>
            <a:r>
              <a:rPr lang="en-IN" sz="2000" dirty="0">
                <a:solidFill>
                  <a:srgbClr val="FFFFFF"/>
                </a:solidFill>
              </a:rPr>
              <a:t>Multiple Choice</a:t>
            </a:r>
          </a:p>
          <a:p>
            <a:pPr marL="457200" lvl="1" indent="0">
              <a:buNone/>
            </a:pPr>
            <a:r>
              <a:rPr lang="en-GB" sz="2000" dirty="0">
                <a:solidFill>
                  <a:srgbClr val="FFFFFF"/>
                </a:solidFill>
              </a:rPr>
              <a:t>What factors influence your purchasing decisions the most?</a:t>
            </a:r>
            <a:br>
              <a:rPr lang="en-GB" sz="2000" dirty="0">
                <a:solidFill>
                  <a:srgbClr val="FFFFFF"/>
                </a:solidFill>
              </a:rPr>
            </a:br>
            <a:r>
              <a:rPr lang="en-GB" sz="2000" dirty="0">
                <a:solidFill>
                  <a:srgbClr val="FFFFFF"/>
                </a:solidFill>
              </a:rPr>
              <a:t>A) Price</a:t>
            </a:r>
            <a:br>
              <a:rPr lang="en-GB" sz="2000" dirty="0">
                <a:solidFill>
                  <a:srgbClr val="FFFFFF"/>
                </a:solidFill>
              </a:rPr>
            </a:br>
            <a:r>
              <a:rPr lang="en-GB" sz="2000" dirty="0">
                <a:solidFill>
                  <a:srgbClr val="FFFFFF"/>
                </a:solidFill>
              </a:rPr>
              <a:t>B) Quality</a:t>
            </a:r>
            <a:br>
              <a:rPr lang="en-GB" sz="2000" dirty="0">
                <a:solidFill>
                  <a:srgbClr val="FFFFFF"/>
                </a:solidFill>
              </a:rPr>
            </a:br>
            <a:r>
              <a:rPr lang="en-GB" sz="2000" dirty="0">
                <a:solidFill>
                  <a:srgbClr val="FFFFFF"/>
                </a:solidFill>
              </a:rPr>
              <a:t>C) Brand reputation</a:t>
            </a:r>
            <a:br>
              <a:rPr lang="en-GB" sz="2000" dirty="0">
                <a:solidFill>
                  <a:srgbClr val="FFFFFF"/>
                </a:solidFill>
              </a:rPr>
            </a:br>
            <a:r>
              <a:rPr lang="en-GB" sz="2000" dirty="0">
                <a:solidFill>
                  <a:srgbClr val="FFFFFF"/>
                </a:solidFill>
              </a:rPr>
              <a:t>D) Product features</a:t>
            </a:r>
          </a:p>
          <a:p>
            <a:r>
              <a:rPr lang="en-IN" sz="2000" dirty="0">
                <a:solidFill>
                  <a:srgbClr val="FFFFFF"/>
                </a:solidFill>
              </a:rPr>
              <a:t>Scale Questions</a:t>
            </a:r>
          </a:p>
          <a:p>
            <a:endParaRPr lang="en-IN" sz="1000" dirty="0">
              <a:solidFill>
                <a:srgbClr val="FFFFFF"/>
              </a:solidFill>
            </a:endParaRPr>
          </a:p>
          <a:p>
            <a:endParaRPr lang="en-IN" sz="1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IN" sz="1000" dirty="0">
              <a:solidFill>
                <a:srgbClr val="FFFFFF"/>
              </a:solidFill>
            </a:endParaRPr>
          </a:p>
          <a:p>
            <a:endParaRPr lang="en-IN" sz="10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EB1EBD-4416-EB07-63DA-70F504D05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304" y="2638225"/>
            <a:ext cx="5407002" cy="158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64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A5FA7-7A89-8865-6B88-9BFB636E9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IN" sz="2000" dirty="0"/>
              <a:t>Matrix – MCQ represented in a grid format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Contingency – a question that is answered only if the respondent gives a particular response to a previous question</a:t>
            </a:r>
          </a:p>
          <a:p>
            <a:endParaRPr lang="en-IN" sz="2000" dirty="0"/>
          </a:p>
          <a:p>
            <a:endParaRPr lang="en-IN" sz="2000" dirty="0"/>
          </a:p>
        </p:txBody>
      </p:sp>
      <p:pic>
        <p:nvPicPr>
          <p:cNvPr id="5" name="Picture 4" descr="A screenshot of a survey&#10;&#10;Description automatically generated">
            <a:extLst>
              <a:ext uri="{FF2B5EF4-FFF2-40B4-BE49-F238E27FC236}">
                <a16:creationId xmlns:a16="http://schemas.microsoft.com/office/drawing/2014/main" id="{F7C41269-7EB7-9C59-4DBA-30EED7543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06200"/>
            <a:ext cx="4014216" cy="1675935"/>
          </a:xfrm>
          <a:prstGeom prst="rect">
            <a:avLst/>
          </a:prstGeom>
        </p:spPr>
      </p:pic>
      <p:pic>
        <p:nvPicPr>
          <p:cNvPr id="7" name="Picture 6" descr="A black text and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783B8659-D6E0-72EA-5F5A-936ACA1C1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32874"/>
            <a:ext cx="3995928" cy="106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11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questionnaire with text&#10;&#10;Description automatically generated">
            <a:extLst>
              <a:ext uri="{FF2B5EF4-FFF2-40B4-BE49-F238E27FC236}">
                <a16:creationId xmlns:a16="http://schemas.microsoft.com/office/drawing/2014/main" id="{7E7E6CB7-F0ED-0A0C-9941-6743CBCBD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51" y="643466"/>
            <a:ext cx="6980354" cy="556683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7922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FF302-E5AF-1375-DDD8-5C60C2DD7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 dirty="0">
                <a:solidFill>
                  <a:srgbClr val="FFFFFF"/>
                </a:solidFill>
              </a:rPr>
              <a:t>Standard Methods in Preparing a  Questionnaire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087315-BC5F-60D9-1F33-BD9EF36C6D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728243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433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38F99-50A4-0D3B-9F5E-0F9C0492D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Distributing Questionnaires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383959-0DD1-F5CA-1ABB-746647EBA5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648923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2311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04773-DDDE-7330-B581-A0F85259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rgbClr val="FFFFFF"/>
                </a:solidFill>
              </a:rPr>
              <a:t>Advantages 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2A24AFA-698F-E493-CC4C-E3D222D1A0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97233" y="8878"/>
          <a:ext cx="5288929" cy="6347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825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C9D0E-6B54-2866-DDF5-F3FE2F6B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4300">
                <a:solidFill>
                  <a:srgbClr val="FFFFFF"/>
                </a:solidFill>
              </a:rPr>
              <a:t>Disadvantages 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7EEC3-198F-4B2F-2709-782EB3D5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The risk of incomplete information is high.</a:t>
            </a: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The rate of non-response is high.</a:t>
            </a: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It can be used only when respondents are educated and cooperating.</a:t>
            </a: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Lack of personal contact.</a:t>
            </a: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Greater possibility of wrong answers.</a:t>
            </a:r>
          </a:p>
          <a:p>
            <a:r>
              <a:rPr lang="en-GB" dirty="0">
                <a:solidFill>
                  <a:schemeClr val="tx1">
                    <a:alpha val="80000"/>
                  </a:schemeClr>
                </a:solidFill>
              </a:rPr>
              <a:t>This method is likely to be the slowest of all.</a:t>
            </a:r>
            <a:endParaRPr lang="en-IN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2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BDAC5B6-20CE-447F-8BA1-F2274AC7A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1D22B31-BF8F-446B-9009-8A251FB17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94406 w 12192000"/>
              <a:gd name="connsiteY0" fmla="*/ 283966 h 6858000"/>
              <a:gd name="connsiteX1" fmla="*/ 3038833 w 12192000"/>
              <a:gd name="connsiteY1" fmla="*/ 309661 h 6858000"/>
              <a:gd name="connsiteX2" fmla="*/ 3348384 w 12192000"/>
              <a:gd name="connsiteY2" fmla="*/ 406000 h 6858000"/>
              <a:gd name="connsiteX3" fmla="*/ 2864309 w 12192000"/>
              <a:gd name="connsiteY3" fmla="*/ 355295 h 6858000"/>
              <a:gd name="connsiteX4" fmla="*/ 2856039 w 12192000"/>
              <a:gd name="connsiteY4" fmla="*/ 388058 h 6858000"/>
              <a:gd name="connsiteX5" fmla="*/ 3405794 w 12192000"/>
              <a:gd name="connsiteY5" fmla="*/ 512089 h 6858000"/>
              <a:gd name="connsiteX6" fmla="*/ 3356651 w 12192000"/>
              <a:gd name="connsiteY6" fmla="*/ 531204 h 6858000"/>
              <a:gd name="connsiteX7" fmla="*/ 3064552 w 12192000"/>
              <a:gd name="connsiteY7" fmla="*/ 483228 h 6858000"/>
              <a:gd name="connsiteX8" fmla="*/ 3005765 w 12192000"/>
              <a:gd name="connsiteY8" fmla="*/ 495708 h 6858000"/>
              <a:gd name="connsiteX9" fmla="*/ 3034700 w 12192000"/>
              <a:gd name="connsiteY9" fmla="*/ 553823 h 6858000"/>
              <a:gd name="connsiteX10" fmla="*/ 3161459 w 12192000"/>
              <a:gd name="connsiteY10" fmla="*/ 576445 h 6858000"/>
              <a:gd name="connsiteX11" fmla="*/ 3358949 w 12192000"/>
              <a:gd name="connsiteY11" fmla="*/ 712961 h 6858000"/>
              <a:gd name="connsiteX12" fmla="*/ 3059960 w 12192000"/>
              <a:gd name="connsiteY12" fmla="*/ 696576 h 6858000"/>
              <a:gd name="connsiteX13" fmla="*/ 3007143 w 12192000"/>
              <a:gd name="connsiteY13" fmla="*/ 729732 h 6858000"/>
              <a:gd name="connsiteX14" fmla="*/ 2986935 w 12192000"/>
              <a:gd name="connsiteY14" fmla="*/ 772635 h 6858000"/>
              <a:gd name="connsiteX15" fmla="*/ 2871197 w 12192000"/>
              <a:gd name="connsiteY15" fmla="*/ 808127 h 6858000"/>
              <a:gd name="connsiteX16" fmla="*/ 3053071 w 12192000"/>
              <a:gd name="connsiteY16" fmla="*/ 847913 h 6858000"/>
              <a:gd name="connsiteX17" fmla="*/ 2858796 w 12192000"/>
              <a:gd name="connsiteY17" fmla="*/ 847913 h 6858000"/>
              <a:gd name="connsiteX18" fmla="*/ 2635588 w 12192000"/>
              <a:gd name="connsiteY18" fmla="*/ 820611 h 6858000"/>
              <a:gd name="connsiteX19" fmla="*/ 2397683 w 12192000"/>
              <a:gd name="connsiteY19" fmla="*/ 829190 h 6858000"/>
              <a:gd name="connsiteX20" fmla="*/ 1921874 w 12192000"/>
              <a:gd name="connsiteY20" fmla="*/ 778877 h 6858000"/>
              <a:gd name="connsiteX21" fmla="*/ 1695450 w 12192000"/>
              <a:gd name="connsiteY21" fmla="*/ 782386 h 6858000"/>
              <a:gd name="connsiteX22" fmla="*/ 2954324 w 12192000"/>
              <a:gd name="connsiteY22" fmla="*/ 1120940 h 6858000"/>
              <a:gd name="connsiteX23" fmla="*/ 2890028 w 12192000"/>
              <a:gd name="connsiteY23" fmla="*/ 1195435 h 6858000"/>
              <a:gd name="connsiteX24" fmla="*/ 3153652 w 12192000"/>
              <a:gd name="connsiteY24" fmla="*/ 1276563 h 6858000"/>
              <a:gd name="connsiteX25" fmla="*/ 3218410 w 12192000"/>
              <a:gd name="connsiteY25" fmla="*/ 1356911 h 6858000"/>
              <a:gd name="connsiteX26" fmla="*/ 3137118 w 12192000"/>
              <a:gd name="connsiteY26" fmla="*/ 1349891 h 6858000"/>
              <a:gd name="connsiteX27" fmla="*/ 3067309 w 12192000"/>
              <a:gd name="connsiteY27" fmla="*/ 1365102 h 6858000"/>
              <a:gd name="connsiteX28" fmla="*/ 3096243 w 12192000"/>
              <a:gd name="connsiteY28" fmla="*/ 1467292 h 6858000"/>
              <a:gd name="connsiteX29" fmla="*/ 3468716 w 12192000"/>
              <a:gd name="connsiteY29" fmla="*/ 1599125 h 6858000"/>
              <a:gd name="connsiteX30" fmla="*/ 3502241 w 12192000"/>
              <a:gd name="connsiteY30" fmla="*/ 1642029 h 6858000"/>
              <a:gd name="connsiteX31" fmla="*/ 3457692 w 12192000"/>
              <a:gd name="connsiteY31" fmla="*/ 1672453 h 6858000"/>
              <a:gd name="connsiteX32" fmla="*/ 3337362 w 12192000"/>
              <a:gd name="connsiteY32" fmla="*/ 1688053 h 6858000"/>
              <a:gd name="connsiteX33" fmla="*/ 3505915 w 12192000"/>
              <a:gd name="connsiteY33" fmla="*/ 1834318 h 6858000"/>
              <a:gd name="connsiteX34" fmla="*/ 3567458 w 12192000"/>
              <a:gd name="connsiteY34" fmla="*/ 1874880 h 6858000"/>
              <a:gd name="connsiteX35" fmla="*/ 3672634 w 12192000"/>
              <a:gd name="connsiteY35" fmla="*/ 1937678 h 6858000"/>
              <a:gd name="connsiteX36" fmla="*/ 3674470 w 12192000"/>
              <a:gd name="connsiteY36" fmla="*/ 1956789 h 6858000"/>
              <a:gd name="connsiteX37" fmla="*/ 3531176 w 12192000"/>
              <a:gd name="connsiteY37" fmla="*/ 2024266 h 6858000"/>
              <a:gd name="connsiteX38" fmla="*/ 3272604 w 12192000"/>
              <a:gd name="connsiteY38" fmla="*/ 2005933 h 6858000"/>
              <a:gd name="connsiteX39" fmla="*/ 3654720 w 12192000"/>
              <a:gd name="connsiteY39" fmla="*/ 2106564 h 6858000"/>
              <a:gd name="connsiteX40" fmla="*/ 2417892 w 12192000"/>
              <a:gd name="connsiteY40" fmla="*/ 1866690 h 6858000"/>
              <a:gd name="connsiteX41" fmla="*/ 2496888 w 12192000"/>
              <a:gd name="connsiteY41" fmla="*/ 1929487 h 6858000"/>
              <a:gd name="connsiteX42" fmla="*/ 2929526 w 12192000"/>
              <a:gd name="connsiteY42" fmla="*/ 2094862 h 6858000"/>
              <a:gd name="connsiteX43" fmla="*/ 3052152 w 12192000"/>
              <a:gd name="connsiteY43" fmla="*/ 2198613 h 6858000"/>
              <a:gd name="connsiteX44" fmla="*/ 3180748 w 12192000"/>
              <a:gd name="connsiteY44" fmla="*/ 2255948 h 6858000"/>
              <a:gd name="connsiteX45" fmla="*/ 3361244 w 12192000"/>
              <a:gd name="connsiteY45" fmla="*/ 2254777 h 6858000"/>
              <a:gd name="connsiteX46" fmla="*/ 3489382 w 12192000"/>
              <a:gd name="connsiteY46" fmla="*/ 2342926 h 6858000"/>
              <a:gd name="connsiteX47" fmla="*/ 3355733 w 12192000"/>
              <a:gd name="connsiteY47" fmla="*/ 2361649 h 6858000"/>
              <a:gd name="connsiteX48" fmla="*/ 3199121 w 12192000"/>
              <a:gd name="connsiteY48" fmla="*/ 2347216 h 6858000"/>
              <a:gd name="connsiteX49" fmla="*/ 2861091 w 12192000"/>
              <a:gd name="connsiteY49" fmla="*/ 2351896 h 6858000"/>
              <a:gd name="connsiteX50" fmla="*/ 2667278 w 12192000"/>
              <a:gd name="connsiteY50" fmla="*/ 2369058 h 6858000"/>
              <a:gd name="connsiteX51" fmla="*/ 2221781 w 12192000"/>
              <a:gd name="connsiteY51" fmla="*/ 2339805 h 6858000"/>
              <a:gd name="connsiteX52" fmla="*/ 2247961 w 12192000"/>
              <a:gd name="connsiteY52" fmla="*/ 2414693 h 6858000"/>
              <a:gd name="connsiteX53" fmla="*/ 2231425 w 12192000"/>
              <a:gd name="connsiteY53" fmla="*/ 2479828 h 6858000"/>
              <a:gd name="connsiteX54" fmla="*/ 2224996 w 12192000"/>
              <a:gd name="connsiteY54" fmla="*/ 2621414 h 6858000"/>
              <a:gd name="connsiteX55" fmla="*/ 2229131 w 12192000"/>
              <a:gd name="connsiteY55" fmla="*/ 2644426 h 6858000"/>
              <a:gd name="connsiteX56" fmla="*/ 2129466 w 12192000"/>
              <a:gd name="connsiteY56" fmla="*/ 2659247 h 6858000"/>
              <a:gd name="connsiteX57" fmla="*/ 2723312 w 12192000"/>
              <a:gd name="connsiteY57" fmla="*/ 2953726 h 6858000"/>
              <a:gd name="connsiteX58" fmla="*/ 2326496 w 12192000"/>
              <a:gd name="connsiteY58" fmla="*/ 2878838 h 6858000"/>
              <a:gd name="connsiteX59" fmla="*/ 2272759 w 12192000"/>
              <a:gd name="connsiteY59" fmla="*/ 3002480 h 6858000"/>
              <a:gd name="connsiteX60" fmla="*/ 2459226 w 12192000"/>
              <a:gd name="connsiteY60" fmla="*/ 3112471 h 6858000"/>
              <a:gd name="connsiteX61" fmla="*/ 2528117 w 12192000"/>
              <a:gd name="connsiteY61" fmla="*/ 3330111 h 6858000"/>
              <a:gd name="connsiteX62" fmla="*/ 2494590 w 12192000"/>
              <a:gd name="connsiteY62" fmla="*/ 3529029 h 6858000"/>
              <a:gd name="connsiteX63" fmla="*/ 2414677 w 12192000"/>
              <a:gd name="connsiteY63" fmla="*/ 3592215 h 6858000"/>
              <a:gd name="connsiteX64" fmla="*/ 2298940 w 12192000"/>
              <a:gd name="connsiteY64" fmla="*/ 3705716 h 6858000"/>
              <a:gd name="connsiteX65" fmla="*/ 2227294 w 12192000"/>
              <a:gd name="connsiteY65" fmla="*/ 3775921 h 6858000"/>
              <a:gd name="connsiteX66" fmla="*/ 1978366 w 12192000"/>
              <a:gd name="connsiteY66" fmla="*/ 3748620 h 6858000"/>
              <a:gd name="connsiteX67" fmla="*/ 2310421 w 12192000"/>
              <a:gd name="connsiteY67" fmla="*/ 3926868 h 6858000"/>
              <a:gd name="connsiteX68" fmla="*/ 2041285 w 12192000"/>
              <a:gd name="connsiteY68" fmla="*/ 3904635 h 6858000"/>
              <a:gd name="connsiteX69" fmla="*/ 1953565 w 12192000"/>
              <a:gd name="connsiteY69" fmla="*/ 3917116 h 6858000"/>
              <a:gd name="connsiteX70" fmla="*/ 2003623 w 12192000"/>
              <a:gd name="connsiteY70" fmla="*/ 3974842 h 6858000"/>
              <a:gd name="connsiteX71" fmla="*/ 2201114 w 12192000"/>
              <a:gd name="connsiteY71" fmla="*/ 4072742 h 6858000"/>
              <a:gd name="connsiteX72" fmla="*/ 2608032 w 12192000"/>
              <a:gd name="connsiteY72" fmla="*/ 4337967 h 6858000"/>
              <a:gd name="connsiteX73" fmla="*/ 2213973 w 12192000"/>
              <a:gd name="connsiteY73" fmla="*/ 4216277 h 6858000"/>
              <a:gd name="connsiteX74" fmla="*/ 2629158 w 12192000"/>
              <a:gd name="connsiteY74" fmla="*/ 4488911 h 6858000"/>
              <a:gd name="connsiteX75" fmla="*/ 2721471 w 12192000"/>
              <a:gd name="connsiteY75" fmla="*/ 4579399 h 6858000"/>
              <a:gd name="connsiteX76" fmla="*/ 2907939 w 12192000"/>
              <a:gd name="connsiteY76" fmla="*/ 4804062 h 6858000"/>
              <a:gd name="connsiteX77" fmla="*/ 2898753 w 12192000"/>
              <a:gd name="connsiteY77" fmla="*/ 4829414 h 6858000"/>
              <a:gd name="connsiteX78" fmla="*/ 2683352 w 12192000"/>
              <a:gd name="connsiteY78" fmla="*/ 4793141 h 6858000"/>
              <a:gd name="connsiteX79" fmla="*/ 2962594 w 12192000"/>
              <a:gd name="connsiteY79" fmla="*/ 4981920 h 6858000"/>
              <a:gd name="connsiteX80" fmla="*/ 3251019 w 12192000"/>
              <a:gd name="connsiteY80" fmla="*/ 5127012 h 6858000"/>
              <a:gd name="connsiteX81" fmla="*/ 3046180 w 12192000"/>
              <a:gd name="connsiteY81" fmla="*/ 5104781 h 6858000"/>
              <a:gd name="connsiteX82" fmla="*/ 2764646 w 12192000"/>
              <a:gd name="connsiteY82" fmla="*/ 5021703 h 6858000"/>
              <a:gd name="connsiteX83" fmla="*/ 2666820 w 12192000"/>
              <a:gd name="connsiteY83" fmla="*/ 5052905 h 6858000"/>
              <a:gd name="connsiteX84" fmla="*/ 2933657 w 12192000"/>
              <a:gd name="connsiteY84" fmla="*/ 5190198 h 6858000"/>
              <a:gd name="connsiteX85" fmla="*/ 3086598 w 12192000"/>
              <a:gd name="connsiteY85" fmla="*/ 5253776 h 6858000"/>
              <a:gd name="connsiteX86" fmla="*/ 3147680 w 12192000"/>
              <a:gd name="connsiteY86" fmla="*/ 5302531 h 6858000"/>
              <a:gd name="connsiteX87" fmla="*/ 3322204 w 12192000"/>
              <a:gd name="connsiteY87" fmla="*/ 5476487 h 6858000"/>
              <a:gd name="connsiteX88" fmla="*/ 3834758 w 12192000"/>
              <a:gd name="connsiteY88" fmla="*/ 5666434 h 6858000"/>
              <a:gd name="connsiteX89" fmla="*/ 4314240 w 12192000"/>
              <a:gd name="connsiteY89" fmla="*/ 5902409 h 6858000"/>
              <a:gd name="connsiteX90" fmla="*/ 4688552 w 12192000"/>
              <a:gd name="connsiteY90" fmla="*/ 6049453 h 6858000"/>
              <a:gd name="connsiteX91" fmla="*/ 5634660 w 12192000"/>
              <a:gd name="connsiteY91" fmla="*/ 6238620 h 6858000"/>
              <a:gd name="connsiteX92" fmla="*/ 9222980 w 12192000"/>
              <a:gd name="connsiteY92" fmla="*/ 4955397 h 6858000"/>
              <a:gd name="connsiteX93" fmla="*/ 9268448 w 12192000"/>
              <a:gd name="connsiteY93" fmla="*/ 4917173 h 6858000"/>
              <a:gd name="connsiteX94" fmla="*/ 9442512 w 12192000"/>
              <a:gd name="connsiteY94" fmla="*/ 4773251 h 6858000"/>
              <a:gd name="connsiteX95" fmla="*/ 9590400 w 12192000"/>
              <a:gd name="connsiteY95" fmla="*/ 4643756 h 6858000"/>
              <a:gd name="connsiteX96" fmla="*/ 9513242 w 12192000"/>
              <a:gd name="connsiteY96" fmla="*/ 4600073 h 6858000"/>
              <a:gd name="connsiteX97" fmla="*/ 9617498 w 12192000"/>
              <a:gd name="connsiteY97" fmla="*/ 4476430 h 6858000"/>
              <a:gd name="connsiteX98" fmla="*/ 9949094 w 12192000"/>
              <a:gd name="connsiteY98" fmla="*/ 4095364 h 6858000"/>
              <a:gd name="connsiteX99" fmla="*/ 10094686 w 12192000"/>
              <a:gd name="connsiteY99" fmla="*/ 4011507 h 6858000"/>
              <a:gd name="connsiteX100" fmla="*/ 10271967 w 12192000"/>
              <a:gd name="connsiteY100" fmla="*/ 3800497 h 6858000"/>
              <a:gd name="connsiteX101" fmla="*/ 10297226 w 12192000"/>
              <a:gd name="connsiteY101" fmla="*/ 3751742 h 6858000"/>
              <a:gd name="connsiteX102" fmla="*/ 10260943 w 12192000"/>
              <a:gd name="connsiteY102" fmla="*/ 3689723 h 6858000"/>
              <a:gd name="connsiteX103" fmla="*/ 10233847 w 12192000"/>
              <a:gd name="connsiteY103" fmla="*/ 3627319 h 6858000"/>
              <a:gd name="connsiteX104" fmla="*/ 10269209 w 12192000"/>
              <a:gd name="connsiteY104" fmla="*/ 3608986 h 6858000"/>
              <a:gd name="connsiteX105" fmla="*/ 10496550 w 12192000"/>
              <a:gd name="connsiteY105" fmla="*/ 3577393 h 6858000"/>
              <a:gd name="connsiteX106" fmla="*/ 10364738 w 12192000"/>
              <a:gd name="connsiteY106" fmla="*/ 3458823 h 6858000"/>
              <a:gd name="connsiteX107" fmla="*/ 10132346 w 12192000"/>
              <a:gd name="connsiteY107" fmla="*/ 3282137 h 6858000"/>
              <a:gd name="connsiteX108" fmla="*/ 10026712 w 12192000"/>
              <a:gd name="connsiteY108" fmla="*/ 3156543 h 6858000"/>
              <a:gd name="connsiteX109" fmla="*/ 10014312 w 12192000"/>
              <a:gd name="connsiteY109" fmla="*/ 3044213 h 6858000"/>
              <a:gd name="connsiteX110" fmla="*/ 9806718 w 12192000"/>
              <a:gd name="connsiteY110" fmla="*/ 2977907 h 6858000"/>
              <a:gd name="connsiteX111" fmla="*/ 10001912 w 12192000"/>
              <a:gd name="connsiteY111" fmla="*/ 2740374 h 6858000"/>
              <a:gd name="connsiteX112" fmla="*/ 10021662 w 12192000"/>
              <a:gd name="connsiteY112" fmla="*/ 2691231 h 6858000"/>
              <a:gd name="connsiteX113" fmla="*/ 9904546 w 12192000"/>
              <a:gd name="connsiteY113" fmla="*/ 2515322 h 6858000"/>
              <a:gd name="connsiteX114" fmla="*/ 9885256 w 12192000"/>
              <a:gd name="connsiteY114" fmla="*/ 2487240 h 6858000"/>
              <a:gd name="connsiteX115" fmla="*/ 9842085 w 12192000"/>
              <a:gd name="connsiteY115" fmla="*/ 2431074 h 6858000"/>
              <a:gd name="connsiteX116" fmla="*/ 9718078 w 12192000"/>
              <a:gd name="connsiteY116" fmla="*/ 2417424 h 6858000"/>
              <a:gd name="connsiteX117" fmla="*/ 9782378 w 12192000"/>
              <a:gd name="connsiteY117" fmla="*/ 2377641 h 6858000"/>
              <a:gd name="connsiteX118" fmla="*/ 9907302 w 12192000"/>
              <a:gd name="connsiteY118" fmla="*/ 2243078 h 6858000"/>
              <a:gd name="connsiteX119" fmla="*/ 9824171 w 12192000"/>
              <a:gd name="connsiteY119" fmla="*/ 2114365 h 6858000"/>
              <a:gd name="connsiteX120" fmla="*/ 9818662 w 12192000"/>
              <a:gd name="connsiteY120" fmla="*/ 2043377 h 6858000"/>
              <a:gd name="connsiteX121" fmla="*/ 9958740 w 12192000"/>
              <a:gd name="connsiteY121" fmla="*/ 1952499 h 6858000"/>
              <a:gd name="connsiteX122" fmla="*/ 10064374 w 12192000"/>
              <a:gd name="connsiteY122" fmla="*/ 1916615 h 6858000"/>
              <a:gd name="connsiteX123" fmla="*/ 10113055 w 12192000"/>
              <a:gd name="connsiteY123" fmla="*/ 1865131 h 6858000"/>
              <a:gd name="connsiteX124" fmla="*/ 10055646 w 12192000"/>
              <a:gd name="connsiteY124" fmla="*/ 1822227 h 6858000"/>
              <a:gd name="connsiteX125" fmla="*/ 9800748 w 12192000"/>
              <a:gd name="connsiteY125" fmla="*/ 1720036 h 6858000"/>
              <a:gd name="connsiteX126" fmla="*/ 9938071 w 12192000"/>
              <a:gd name="connsiteY126" fmla="*/ 1634617 h 6858000"/>
              <a:gd name="connsiteX127" fmla="*/ 9220224 w 12192000"/>
              <a:gd name="connsiteY127" fmla="*/ 1231709 h 6858000"/>
              <a:gd name="connsiteX128" fmla="*/ 9133419 w 12192000"/>
              <a:gd name="connsiteY128" fmla="*/ 1170083 h 6858000"/>
              <a:gd name="connsiteX129" fmla="*/ 8672768 w 12192000"/>
              <a:gd name="connsiteY129" fmla="*/ 1020699 h 6858000"/>
              <a:gd name="connsiteX130" fmla="*/ 8198797 w 12192000"/>
              <a:gd name="connsiteY130" fmla="*/ 915000 h 6858000"/>
              <a:gd name="connsiteX131" fmla="*/ 8528095 w 12192000"/>
              <a:gd name="connsiteY131" fmla="*/ 691898 h 6858000"/>
              <a:gd name="connsiteX132" fmla="*/ 8025190 w 12192000"/>
              <a:gd name="connsiteY132" fmla="*/ 640021 h 6858000"/>
              <a:gd name="connsiteX133" fmla="*/ 7976047 w 12192000"/>
              <a:gd name="connsiteY133" fmla="*/ 641584 h 6858000"/>
              <a:gd name="connsiteX134" fmla="*/ 6988604 w 12192000"/>
              <a:gd name="connsiteY134" fmla="*/ 607260 h 6858000"/>
              <a:gd name="connsiteX135" fmla="*/ 5573116 w 12192000"/>
              <a:gd name="connsiteY135" fmla="*/ 493368 h 6858000"/>
              <a:gd name="connsiteX136" fmla="*/ 4401503 w 12192000"/>
              <a:gd name="connsiteY136" fmla="*/ 425112 h 6858000"/>
              <a:gd name="connsiteX137" fmla="*/ 3154109 w 12192000"/>
              <a:gd name="connsiteY137" fmla="*/ 292499 h 6858000"/>
              <a:gd name="connsiteX138" fmla="*/ 3094406 w 12192000"/>
              <a:gd name="connsiteY138" fmla="*/ 28396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3094406" y="283966"/>
                </a:moveTo>
                <a:cubicBezTo>
                  <a:pt x="3074312" y="283528"/>
                  <a:pt x="3054907" y="288795"/>
                  <a:pt x="3038833" y="309661"/>
                </a:cubicBezTo>
                <a:cubicBezTo>
                  <a:pt x="3124259" y="364657"/>
                  <a:pt x="3233105" y="343983"/>
                  <a:pt x="3348384" y="406000"/>
                </a:cubicBezTo>
                <a:cubicBezTo>
                  <a:pt x="3161001" y="386497"/>
                  <a:pt x="3012653" y="370896"/>
                  <a:pt x="2864309" y="355295"/>
                </a:cubicBezTo>
                <a:cubicBezTo>
                  <a:pt x="2861553" y="366216"/>
                  <a:pt x="2858796" y="377136"/>
                  <a:pt x="2856039" y="388058"/>
                </a:cubicBezTo>
                <a:cubicBezTo>
                  <a:pt x="3045722" y="411070"/>
                  <a:pt x="3221166" y="470356"/>
                  <a:pt x="3405794" y="512089"/>
                </a:cubicBezTo>
                <a:cubicBezTo>
                  <a:pt x="3388799" y="537835"/>
                  <a:pt x="3371808" y="532763"/>
                  <a:pt x="3356651" y="531204"/>
                </a:cubicBezTo>
                <a:cubicBezTo>
                  <a:pt x="3257907" y="521062"/>
                  <a:pt x="3159164" y="510922"/>
                  <a:pt x="3064552" y="483228"/>
                </a:cubicBezTo>
                <a:cubicBezTo>
                  <a:pt x="3043427" y="476987"/>
                  <a:pt x="3017704" y="476987"/>
                  <a:pt x="3005765" y="495708"/>
                </a:cubicBezTo>
                <a:cubicBezTo>
                  <a:pt x="2988771" y="522231"/>
                  <a:pt x="3013113" y="539393"/>
                  <a:pt x="3034700" y="553823"/>
                </a:cubicBezTo>
                <a:cubicBezTo>
                  <a:pt x="3072360" y="578787"/>
                  <a:pt x="3117827" y="571767"/>
                  <a:pt x="3161459" y="576445"/>
                </a:cubicBezTo>
                <a:cubicBezTo>
                  <a:pt x="3277655" y="588537"/>
                  <a:pt x="3333228" y="626370"/>
                  <a:pt x="3358949" y="712961"/>
                </a:cubicBezTo>
                <a:cubicBezTo>
                  <a:pt x="3256987" y="677857"/>
                  <a:pt x="3158703" y="721151"/>
                  <a:pt x="3059960" y="696576"/>
                </a:cubicBezTo>
                <a:cubicBezTo>
                  <a:pt x="3034240" y="690338"/>
                  <a:pt x="2993364" y="699698"/>
                  <a:pt x="3007143" y="729732"/>
                </a:cubicBezTo>
                <a:cubicBezTo>
                  <a:pt x="3020003" y="757814"/>
                  <a:pt x="3062716" y="778096"/>
                  <a:pt x="2986935" y="772635"/>
                </a:cubicBezTo>
                <a:cubicBezTo>
                  <a:pt x="2932740" y="768735"/>
                  <a:pt x="2826647" y="800329"/>
                  <a:pt x="2871197" y="808127"/>
                </a:cubicBezTo>
                <a:cubicBezTo>
                  <a:pt x="2927228" y="817881"/>
                  <a:pt x="2981883" y="831921"/>
                  <a:pt x="3053071" y="847913"/>
                </a:cubicBezTo>
                <a:cubicBezTo>
                  <a:pt x="2974533" y="874043"/>
                  <a:pt x="2918042" y="868584"/>
                  <a:pt x="2858796" y="847913"/>
                </a:cubicBezTo>
                <a:cubicBezTo>
                  <a:pt x="2787150" y="822949"/>
                  <a:pt x="2693916" y="792528"/>
                  <a:pt x="2635588" y="820611"/>
                </a:cubicBezTo>
                <a:cubicBezTo>
                  <a:pt x="2548326" y="862734"/>
                  <a:pt x="2475760" y="836211"/>
                  <a:pt x="2397683" y="829190"/>
                </a:cubicBezTo>
                <a:cubicBezTo>
                  <a:pt x="2238775" y="814759"/>
                  <a:pt x="2081241" y="790576"/>
                  <a:pt x="1921874" y="778877"/>
                </a:cubicBezTo>
                <a:cubicBezTo>
                  <a:pt x="1858036" y="774195"/>
                  <a:pt x="1789143" y="751964"/>
                  <a:pt x="1695450" y="782386"/>
                </a:cubicBezTo>
                <a:cubicBezTo>
                  <a:pt x="2119822" y="938012"/>
                  <a:pt x="2575423" y="928262"/>
                  <a:pt x="2954324" y="1120940"/>
                </a:cubicBezTo>
                <a:cubicBezTo>
                  <a:pt x="2938251" y="1139269"/>
                  <a:pt x="2856502" y="1191535"/>
                  <a:pt x="2890028" y="1195435"/>
                </a:cubicBezTo>
                <a:cubicBezTo>
                  <a:pt x="2984178" y="1206748"/>
                  <a:pt x="3067767" y="1244971"/>
                  <a:pt x="3153652" y="1276563"/>
                </a:cubicBezTo>
                <a:cubicBezTo>
                  <a:pt x="3190855" y="1290216"/>
                  <a:pt x="3235862" y="1308157"/>
                  <a:pt x="3218410" y="1356911"/>
                </a:cubicBezTo>
                <a:cubicBezTo>
                  <a:pt x="3186719" y="1370562"/>
                  <a:pt x="3163296" y="1351451"/>
                  <a:pt x="3137118" y="1349891"/>
                </a:cubicBezTo>
                <a:cubicBezTo>
                  <a:pt x="3110480" y="1348331"/>
                  <a:pt x="3050773" y="1358471"/>
                  <a:pt x="3067309" y="1365102"/>
                </a:cubicBezTo>
                <a:cubicBezTo>
                  <a:pt x="3142629" y="1395136"/>
                  <a:pt x="3007143" y="1467292"/>
                  <a:pt x="3096243" y="1467292"/>
                </a:cubicBezTo>
                <a:cubicBezTo>
                  <a:pt x="3245506" y="1467681"/>
                  <a:pt x="3324961" y="1595613"/>
                  <a:pt x="3468716" y="1599125"/>
                </a:cubicBezTo>
                <a:cubicBezTo>
                  <a:pt x="3491677" y="1599513"/>
                  <a:pt x="3502700" y="1622137"/>
                  <a:pt x="3502241" y="1642029"/>
                </a:cubicBezTo>
                <a:cubicBezTo>
                  <a:pt x="3502241" y="1665822"/>
                  <a:pt x="3481116" y="1670112"/>
                  <a:pt x="3457692" y="1672453"/>
                </a:cubicBezTo>
                <a:cubicBezTo>
                  <a:pt x="3421868" y="1675962"/>
                  <a:pt x="3384667" y="1642029"/>
                  <a:pt x="3337362" y="1688053"/>
                </a:cubicBezTo>
                <a:cubicBezTo>
                  <a:pt x="3422329" y="1714966"/>
                  <a:pt x="3507294" y="1741878"/>
                  <a:pt x="3505915" y="1834318"/>
                </a:cubicBezTo>
                <a:cubicBezTo>
                  <a:pt x="3505457" y="1859279"/>
                  <a:pt x="3540820" y="1868640"/>
                  <a:pt x="3567458" y="1874880"/>
                </a:cubicBezTo>
                <a:cubicBezTo>
                  <a:pt x="3611549" y="1885023"/>
                  <a:pt x="3648750" y="1902965"/>
                  <a:pt x="3672634" y="1937678"/>
                </a:cubicBezTo>
                <a:cubicBezTo>
                  <a:pt x="3672172" y="1944308"/>
                  <a:pt x="3671715" y="1951329"/>
                  <a:pt x="3674470" y="1956789"/>
                </a:cubicBezTo>
                <a:cubicBezTo>
                  <a:pt x="3666664" y="2040646"/>
                  <a:pt x="3602363" y="2038306"/>
                  <a:pt x="3531176" y="2024266"/>
                </a:cubicBezTo>
                <a:cubicBezTo>
                  <a:pt x="3446211" y="2007103"/>
                  <a:pt x="3362164" y="1975900"/>
                  <a:pt x="3272604" y="2005933"/>
                </a:cubicBezTo>
                <a:cubicBezTo>
                  <a:pt x="3398905" y="2046107"/>
                  <a:pt x="3536229" y="2049228"/>
                  <a:pt x="3654720" y="2106564"/>
                </a:cubicBezTo>
                <a:cubicBezTo>
                  <a:pt x="3221166" y="2117095"/>
                  <a:pt x="2838130" y="1936116"/>
                  <a:pt x="2417892" y="1866690"/>
                </a:cubicBezTo>
                <a:cubicBezTo>
                  <a:pt x="2432130" y="1913105"/>
                  <a:pt x="2466114" y="1922465"/>
                  <a:pt x="2496888" y="1929487"/>
                </a:cubicBezTo>
                <a:cubicBezTo>
                  <a:pt x="2652123" y="1964590"/>
                  <a:pt x="2788067" y="2034408"/>
                  <a:pt x="2929526" y="2094862"/>
                </a:cubicBezTo>
                <a:cubicBezTo>
                  <a:pt x="2987851" y="2119825"/>
                  <a:pt x="3030106" y="2144789"/>
                  <a:pt x="3052152" y="2198613"/>
                </a:cubicBezTo>
                <a:cubicBezTo>
                  <a:pt x="3071903" y="2247367"/>
                  <a:pt x="3110021" y="2269990"/>
                  <a:pt x="3180748" y="2255948"/>
                </a:cubicBezTo>
                <a:cubicBezTo>
                  <a:pt x="3238157" y="2244246"/>
                  <a:pt x="3301078" y="2250487"/>
                  <a:pt x="3361244" y="2254777"/>
                </a:cubicBezTo>
                <a:cubicBezTo>
                  <a:pt x="3430596" y="2259459"/>
                  <a:pt x="3508213" y="2314455"/>
                  <a:pt x="3489382" y="2342926"/>
                </a:cubicBezTo>
                <a:cubicBezTo>
                  <a:pt x="3457233" y="2391292"/>
                  <a:pt x="3403498" y="2367110"/>
                  <a:pt x="3355733" y="2361649"/>
                </a:cubicBezTo>
                <a:cubicBezTo>
                  <a:pt x="3301537" y="2355018"/>
                  <a:pt x="3200957" y="2341367"/>
                  <a:pt x="3199121" y="2347216"/>
                </a:cubicBezTo>
                <a:cubicBezTo>
                  <a:pt x="3163754" y="2468518"/>
                  <a:pt x="2914827" y="2362819"/>
                  <a:pt x="2861091" y="2351896"/>
                </a:cubicBezTo>
                <a:cubicBezTo>
                  <a:pt x="2794038" y="2338245"/>
                  <a:pt x="2731116" y="2363208"/>
                  <a:pt x="2667278" y="2369058"/>
                </a:cubicBezTo>
                <a:cubicBezTo>
                  <a:pt x="2610328" y="2374518"/>
                  <a:pt x="2288376" y="2391292"/>
                  <a:pt x="2221781" y="2339805"/>
                </a:cubicBezTo>
                <a:cubicBezTo>
                  <a:pt x="2212595" y="2379978"/>
                  <a:pt x="2231884" y="2396361"/>
                  <a:pt x="2247961" y="2414693"/>
                </a:cubicBezTo>
                <a:cubicBezTo>
                  <a:pt x="2270465" y="2440824"/>
                  <a:pt x="2274138" y="2459157"/>
                  <a:pt x="2231425" y="2479828"/>
                </a:cubicBezTo>
                <a:cubicBezTo>
                  <a:pt x="2109717" y="2539115"/>
                  <a:pt x="2111557" y="2541065"/>
                  <a:pt x="2224996" y="2621414"/>
                </a:cubicBezTo>
                <a:cubicBezTo>
                  <a:pt x="2230509" y="2624923"/>
                  <a:pt x="2228211" y="2636624"/>
                  <a:pt x="2229131" y="2644426"/>
                </a:cubicBezTo>
                <a:cubicBezTo>
                  <a:pt x="2199276" y="2656906"/>
                  <a:pt x="2164373" y="2625703"/>
                  <a:pt x="2129466" y="2659247"/>
                </a:cubicBezTo>
                <a:cubicBezTo>
                  <a:pt x="2281487" y="2806680"/>
                  <a:pt x="2513421" y="2842953"/>
                  <a:pt x="2723312" y="2953726"/>
                </a:cubicBezTo>
                <a:cubicBezTo>
                  <a:pt x="2553377" y="2990389"/>
                  <a:pt x="2451419" y="2862456"/>
                  <a:pt x="2326496" y="2878838"/>
                </a:cubicBezTo>
                <a:cubicBezTo>
                  <a:pt x="2264036" y="2919012"/>
                  <a:pt x="2449582" y="2983367"/>
                  <a:pt x="2272759" y="3002480"/>
                </a:cubicBezTo>
                <a:cubicBezTo>
                  <a:pt x="2349461" y="3037583"/>
                  <a:pt x="2406411" y="3071905"/>
                  <a:pt x="2459226" y="3112471"/>
                </a:cubicBezTo>
                <a:cubicBezTo>
                  <a:pt x="2553377" y="3185016"/>
                  <a:pt x="2571749" y="3232602"/>
                  <a:pt x="2528117" y="3330111"/>
                </a:cubicBezTo>
                <a:cubicBezTo>
                  <a:pt x="2499642" y="3394076"/>
                  <a:pt x="2457848" y="3452973"/>
                  <a:pt x="2494590" y="3529029"/>
                </a:cubicBezTo>
                <a:cubicBezTo>
                  <a:pt x="2520308" y="3581294"/>
                  <a:pt x="2510206" y="3615617"/>
                  <a:pt x="2414677" y="3592215"/>
                </a:cubicBezTo>
                <a:cubicBezTo>
                  <a:pt x="2311799" y="3567251"/>
                  <a:pt x="2273221" y="3614057"/>
                  <a:pt x="2298940" y="3705716"/>
                </a:cubicBezTo>
                <a:cubicBezTo>
                  <a:pt x="2315473" y="3764612"/>
                  <a:pt x="2298020" y="3782553"/>
                  <a:pt x="2227294" y="3775921"/>
                </a:cubicBezTo>
                <a:cubicBezTo>
                  <a:pt x="2149215" y="3768512"/>
                  <a:pt x="2074811" y="3729898"/>
                  <a:pt x="1978366" y="3748620"/>
                </a:cubicBezTo>
                <a:cubicBezTo>
                  <a:pt x="2055522" y="3855492"/>
                  <a:pt x="2220403" y="3825068"/>
                  <a:pt x="2310421" y="3926868"/>
                </a:cubicBezTo>
                <a:cubicBezTo>
                  <a:pt x="2202950" y="3927259"/>
                  <a:pt x="2120739" y="3926868"/>
                  <a:pt x="2041285" y="3904635"/>
                </a:cubicBezTo>
                <a:cubicBezTo>
                  <a:pt x="2008216" y="3895664"/>
                  <a:pt x="1971934" y="3886305"/>
                  <a:pt x="1953565" y="3917116"/>
                </a:cubicBezTo>
                <a:cubicBezTo>
                  <a:pt x="1931978" y="3954170"/>
                  <a:pt x="1976527" y="3968211"/>
                  <a:pt x="2003623" y="3974842"/>
                </a:cubicBezTo>
                <a:cubicBezTo>
                  <a:pt x="2079866" y="3993563"/>
                  <a:pt x="2138192" y="4038028"/>
                  <a:pt x="2201114" y="4072742"/>
                </a:cubicBezTo>
                <a:cubicBezTo>
                  <a:pt x="2339356" y="4148800"/>
                  <a:pt x="2490917" y="4212375"/>
                  <a:pt x="2608032" y="4337967"/>
                </a:cubicBezTo>
                <a:cubicBezTo>
                  <a:pt x="2460606" y="4305983"/>
                  <a:pt x="2350838" y="4231487"/>
                  <a:pt x="2213973" y="4216277"/>
                </a:cubicBezTo>
                <a:cubicBezTo>
                  <a:pt x="2332467" y="4330557"/>
                  <a:pt x="2484945" y="4405834"/>
                  <a:pt x="2629158" y="4488911"/>
                </a:cubicBezTo>
                <a:cubicBezTo>
                  <a:pt x="2670494" y="4512315"/>
                  <a:pt x="2712289" y="4528306"/>
                  <a:pt x="2721471" y="4579399"/>
                </a:cubicBezTo>
                <a:cubicBezTo>
                  <a:pt x="2739385" y="4678470"/>
                  <a:pt x="2793121" y="4760378"/>
                  <a:pt x="2907939" y="4804062"/>
                </a:cubicBezTo>
                <a:cubicBezTo>
                  <a:pt x="2908859" y="4804452"/>
                  <a:pt x="2902428" y="4819274"/>
                  <a:pt x="2898753" y="4829414"/>
                </a:cubicBezTo>
                <a:cubicBezTo>
                  <a:pt x="2828485" y="4832536"/>
                  <a:pt x="2772912" y="4774028"/>
                  <a:pt x="2683352" y="4793141"/>
                </a:cubicBezTo>
                <a:cubicBezTo>
                  <a:pt x="2769239" y="4872708"/>
                  <a:pt x="2840885" y="4944087"/>
                  <a:pt x="2962594" y="4981920"/>
                </a:cubicBezTo>
                <a:cubicBezTo>
                  <a:pt x="3059960" y="5011952"/>
                  <a:pt x="3180289" y="5029503"/>
                  <a:pt x="3251019" y="5127012"/>
                </a:cubicBezTo>
                <a:cubicBezTo>
                  <a:pt x="3168808" y="5146126"/>
                  <a:pt x="3107723" y="5121944"/>
                  <a:pt x="3046180" y="5104781"/>
                </a:cubicBezTo>
                <a:cubicBezTo>
                  <a:pt x="2952030" y="5078258"/>
                  <a:pt x="2858796" y="5048226"/>
                  <a:pt x="2764646" y="5021703"/>
                </a:cubicBezTo>
                <a:cubicBezTo>
                  <a:pt x="2728821" y="5011563"/>
                  <a:pt x="2689782" y="5004540"/>
                  <a:pt x="2666820" y="5052905"/>
                </a:cubicBezTo>
                <a:cubicBezTo>
                  <a:pt x="2786691" y="5063047"/>
                  <a:pt x="2858337" y="5128575"/>
                  <a:pt x="2933657" y="5190198"/>
                </a:cubicBezTo>
                <a:cubicBezTo>
                  <a:pt x="2975911" y="5224912"/>
                  <a:pt x="3010358" y="5271328"/>
                  <a:pt x="3086598" y="5253776"/>
                </a:cubicBezTo>
                <a:cubicBezTo>
                  <a:pt x="3126554" y="5244415"/>
                  <a:pt x="3151814" y="5270547"/>
                  <a:pt x="3147680" y="5302531"/>
                </a:cubicBezTo>
                <a:cubicBezTo>
                  <a:pt x="3132525" y="5415251"/>
                  <a:pt x="3225759" y="5454645"/>
                  <a:pt x="3322204" y="5476487"/>
                </a:cubicBezTo>
                <a:cubicBezTo>
                  <a:pt x="3504998" y="5517440"/>
                  <a:pt x="3657018" y="5613779"/>
                  <a:pt x="3834758" y="5666434"/>
                </a:cubicBezTo>
                <a:cubicBezTo>
                  <a:pt x="4007445" y="5717529"/>
                  <a:pt x="4141095" y="5838830"/>
                  <a:pt x="4314240" y="5902409"/>
                </a:cubicBezTo>
                <a:cubicBezTo>
                  <a:pt x="4439624" y="5948433"/>
                  <a:pt x="4559494" y="6007718"/>
                  <a:pt x="4688552" y="6049453"/>
                </a:cubicBezTo>
                <a:cubicBezTo>
                  <a:pt x="4993968" y="6148131"/>
                  <a:pt x="5305360" y="6227308"/>
                  <a:pt x="5634660" y="6238620"/>
                </a:cubicBezTo>
                <a:cubicBezTo>
                  <a:pt x="5906549" y="6247590"/>
                  <a:pt x="8264931" y="6239010"/>
                  <a:pt x="9222980" y="4955397"/>
                </a:cubicBezTo>
                <a:cubicBezTo>
                  <a:pt x="9241350" y="4949155"/>
                  <a:pt x="9262017" y="4932775"/>
                  <a:pt x="9268448" y="4917173"/>
                </a:cubicBezTo>
                <a:cubicBezTo>
                  <a:pt x="9299220" y="4844235"/>
                  <a:pt x="9374540" y="4812644"/>
                  <a:pt x="9442512" y="4773251"/>
                </a:cubicBezTo>
                <a:cubicBezTo>
                  <a:pt x="9502220" y="4738536"/>
                  <a:pt x="9565600" y="4702263"/>
                  <a:pt x="9590400" y="4643756"/>
                </a:cubicBezTo>
                <a:cubicBezTo>
                  <a:pt x="9623008" y="4565749"/>
                  <a:pt x="9530236" y="4629716"/>
                  <a:pt x="9513242" y="4600073"/>
                </a:cubicBezTo>
                <a:cubicBezTo>
                  <a:pt x="9548605" y="4559509"/>
                  <a:pt x="9603261" y="4522454"/>
                  <a:pt x="9617498" y="4476430"/>
                </a:cubicBezTo>
                <a:cubicBezTo>
                  <a:pt x="9669394" y="4310276"/>
                  <a:pt x="9781460" y="4189364"/>
                  <a:pt x="9949094" y="4095364"/>
                </a:cubicBezTo>
                <a:cubicBezTo>
                  <a:pt x="9997318" y="4068452"/>
                  <a:pt x="10029007" y="4019306"/>
                  <a:pt x="10094686" y="4011507"/>
                </a:cubicBezTo>
                <a:cubicBezTo>
                  <a:pt x="10240735" y="3994345"/>
                  <a:pt x="10194808" y="3860171"/>
                  <a:pt x="10271967" y="3800497"/>
                </a:cubicBezTo>
                <a:cubicBezTo>
                  <a:pt x="10286662" y="3789184"/>
                  <a:pt x="10299980" y="3766953"/>
                  <a:pt x="10297226" y="3751742"/>
                </a:cubicBezTo>
                <a:cubicBezTo>
                  <a:pt x="10293091" y="3729898"/>
                  <a:pt x="10275639" y="3709227"/>
                  <a:pt x="10260943" y="3689723"/>
                </a:cubicBezTo>
                <a:cubicBezTo>
                  <a:pt x="10245786" y="3670222"/>
                  <a:pt x="10222825" y="3653061"/>
                  <a:pt x="10233847" y="3627319"/>
                </a:cubicBezTo>
                <a:cubicBezTo>
                  <a:pt x="10238437" y="3616788"/>
                  <a:pt x="10235225" y="3580125"/>
                  <a:pt x="10269209" y="3608986"/>
                </a:cubicBezTo>
                <a:cubicBezTo>
                  <a:pt x="10362443" y="3688165"/>
                  <a:pt x="10416637" y="3613279"/>
                  <a:pt x="10496550" y="3577393"/>
                </a:cubicBezTo>
                <a:cubicBezTo>
                  <a:pt x="10432253" y="3540340"/>
                  <a:pt x="10374383" y="3514208"/>
                  <a:pt x="10364738" y="3458823"/>
                </a:cubicBezTo>
                <a:cubicBezTo>
                  <a:pt x="10344991" y="3344542"/>
                  <a:pt x="10260485" y="3292277"/>
                  <a:pt x="10132346" y="3282137"/>
                </a:cubicBezTo>
                <a:cubicBezTo>
                  <a:pt x="10179650" y="3171757"/>
                  <a:pt x="10179650" y="3171757"/>
                  <a:pt x="10026712" y="3156543"/>
                </a:cubicBezTo>
                <a:cubicBezTo>
                  <a:pt x="10085499" y="3086337"/>
                  <a:pt x="10085499" y="3068396"/>
                  <a:pt x="10014312" y="3044213"/>
                </a:cubicBezTo>
                <a:cubicBezTo>
                  <a:pt x="9945880" y="3021201"/>
                  <a:pt x="9870100" y="3013401"/>
                  <a:pt x="9806718" y="2977907"/>
                </a:cubicBezTo>
                <a:cubicBezTo>
                  <a:pt x="9865047" y="2888199"/>
                  <a:pt x="9881580" y="2784060"/>
                  <a:pt x="10001912" y="2740374"/>
                </a:cubicBezTo>
                <a:cubicBezTo>
                  <a:pt x="10020741" y="2733743"/>
                  <a:pt x="10033600" y="2706830"/>
                  <a:pt x="10021662" y="2691231"/>
                </a:cubicBezTo>
                <a:cubicBezTo>
                  <a:pt x="9978030" y="2634675"/>
                  <a:pt x="10040492" y="2527414"/>
                  <a:pt x="9904546" y="2515322"/>
                </a:cubicBezTo>
                <a:cubicBezTo>
                  <a:pt x="9887552" y="2514152"/>
                  <a:pt x="9871936" y="2502450"/>
                  <a:pt x="9885256" y="2487240"/>
                </a:cubicBezTo>
                <a:cubicBezTo>
                  <a:pt x="9931184" y="2434196"/>
                  <a:pt x="9875611" y="2437706"/>
                  <a:pt x="9842085" y="2431074"/>
                </a:cubicBezTo>
                <a:cubicBezTo>
                  <a:pt x="9801668" y="2422884"/>
                  <a:pt x="9755740" y="2446287"/>
                  <a:pt x="9718078" y="2417424"/>
                </a:cubicBezTo>
                <a:cubicBezTo>
                  <a:pt x="9726806" y="2386999"/>
                  <a:pt x="9759413" y="2387390"/>
                  <a:pt x="9782378" y="2377641"/>
                </a:cubicBezTo>
                <a:cubicBezTo>
                  <a:pt x="9849430" y="2349558"/>
                  <a:pt x="9904086" y="2316013"/>
                  <a:pt x="9907302" y="2243078"/>
                </a:cubicBezTo>
                <a:cubicBezTo>
                  <a:pt x="9909596" y="2184182"/>
                  <a:pt x="9916946" y="2132305"/>
                  <a:pt x="9824171" y="2114365"/>
                </a:cubicBezTo>
                <a:cubicBezTo>
                  <a:pt x="9785593" y="2106953"/>
                  <a:pt x="9796616" y="2064440"/>
                  <a:pt x="9818662" y="2043377"/>
                </a:cubicBezTo>
                <a:cubicBezTo>
                  <a:pt x="9858160" y="2005933"/>
                  <a:pt x="9890766" y="1956008"/>
                  <a:pt x="9958740" y="1952499"/>
                </a:cubicBezTo>
                <a:cubicBezTo>
                  <a:pt x="10000075" y="1950158"/>
                  <a:pt x="10031764" y="1934556"/>
                  <a:pt x="10064374" y="1916615"/>
                </a:cubicBezTo>
                <a:cubicBezTo>
                  <a:pt x="10087795" y="1903743"/>
                  <a:pt x="10115810" y="1892823"/>
                  <a:pt x="10113055" y="1865131"/>
                </a:cubicBezTo>
                <a:cubicBezTo>
                  <a:pt x="10110302" y="1838607"/>
                  <a:pt x="10083203" y="1827686"/>
                  <a:pt x="10055646" y="1822227"/>
                </a:cubicBezTo>
                <a:cubicBezTo>
                  <a:pt x="9963792" y="1804675"/>
                  <a:pt x="9877448" y="1778933"/>
                  <a:pt x="9800748" y="1720036"/>
                </a:cubicBezTo>
                <a:cubicBezTo>
                  <a:pt x="9851726" y="1688834"/>
                  <a:pt x="9900410" y="1666211"/>
                  <a:pt x="9938071" y="1634617"/>
                </a:cubicBezTo>
                <a:cubicBezTo>
                  <a:pt x="10029007" y="1558172"/>
                  <a:pt x="9258802" y="1317517"/>
                  <a:pt x="9220224" y="1231709"/>
                </a:cubicBezTo>
                <a:cubicBezTo>
                  <a:pt x="9208284" y="1205187"/>
                  <a:pt x="9167410" y="1177883"/>
                  <a:pt x="9133419" y="1170083"/>
                </a:cubicBezTo>
                <a:cubicBezTo>
                  <a:pt x="8974052" y="1133420"/>
                  <a:pt x="8835810" y="1051123"/>
                  <a:pt x="8672768" y="1020699"/>
                </a:cubicBezTo>
                <a:cubicBezTo>
                  <a:pt x="8518912" y="991837"/>
                  <a:pt x="8367350" y="953222"/>
                  <a:pt x="8198797" y="915000"/>
                </a:cubicBezTo>
                <a:cubicBezTo>
                  <a:pt x="8302134" y="819048"/>
                  <a:pt x="8485382" y="830361"/>
                  <a:pt x="8528095" y="691898"/>
                </a:cubicBezTo>
                <a:cubicBezTo>
                  <a:pt x="8361379" y="656013"/>
                  <a:pt x="8185937" y="696968"/>
                  <a:pt x="8025190" y="640021"/>
                </a:cubicBezTo>
                <a:cubicBezTo>
                  <a:pt x="8011411" y="634954"/>
                  <a:pt x="7992579" y="640021"/>
                  <a:pt x="7976047" y="641584"/>
                </a:cubicBezTo>
                <a:cubicBezTo>
                  <a:pt x="7644909" y="672005"/>
                  <a:pt x="7315149" y="645484"/>
                  <a:pt x="6988604" y="607260"/>
                </a:cubicBezTo>
                <a:cubicBezTo>
                  <a:pt x="6518305" y="552656"/>
                  <a:pt x="6046170" y="517941"/>
                  <a:pt x="5573116" y="493368"/>
                </a:cubicBezTo>
                <a:cubicBezTo>
                  <a:pt x="5182272" y="473086"/>
                  <a:pt x="4790511" y="464116"/>
                  <a:pt x="4401503" y="425112"/>
                </a:cubicBezTo>
                <a:cubicBezTo>
                  <a:pt x="3985401" y="383379"/>
                  <a:pt x="3569756" y="336184"/>
                  <a:pt x="3154109" y="292499"/>
                </a:cubicBezTo>
                <a:cubicBezTo>
                  <a:pt x="3135280" y="290549"/>
                  <a:pt x="3114499" y="284406"/>
                  <a:pt x="3094406" y="28396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 descr="A colorful thank you sign&#10;&#10;Description automatically generated">
            <a:extLst>
              <a:ext uri="{FF2B5EF4-FFF2-40B4-BE49-F238E27FC236}">
                <a16:creationId xmlns:a16="http://schemas.microsoft.com/office/drawing/2014/main" id="{13FA93B9-2688-CE72-2D44-B1C37EB50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844" y="1993129"/>
            <a:ext cx="4768755" cy="252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55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2DE005F4EFEF4ABB122FA5CC3E42B3" ma:contentTypeVersion="0" ma:contentTypeDescription="Create a new document." ma:contentTypeScope="" ma:versionID="5cdfaac90c691c4206c70857758ba10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4503BC-78D6-4780-AD90-F88ABFFAE135}"/>
</file>

<file path=customXml/itemProps2.xml><?xml version="1.0" encoding="utf-8"?>
<ds:datastoreItem xmlns:ds="http://schemas.openxmlformats.org/officeDocument/2006/customXml" ds:itemID="{300985B0-C756-43B0-A8B9-4FBE428B0259}"/>
</file>

<file path=customXml/itemProps3.xml><?xml version="1.0" encoding="utf-8"?>
<ds:datastoreItem xmlns:ds="http://schemas.openxmlformats.org/officeDocument/2006/customXml" ds:itemID="{9FBF46CF-DE6E-4F0D-B12F-5A7E59E07FC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</TotalTime>
  <Words>721</Words>
  <Application>Microsoft Office PowerPoint</Application>
  <PresentationFormat>Widescreen</PresentationFormat>
  <Paragraphs>123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Times New Roman</vt:lpstr>
      <vt:lpstr>Wingdings</vt:lpstr>
      <vt:lpstr>Office Theme</vt:lpstr>
      <vt:lpstr>SS855 – Research Methodology In Applied Sciences </vt:lpstr>
      <vt:lpstr>Contents </vt:lpstr>
      <vt:lpstr>Questionnaire  </vt:lpstr>
      <vt:lpstr>Definitions</vt:lpstr>
      <vt:lpstr>Characteristics of a Good Questionnaire</vt:lpstr>
      <vt:lpstr>Sample Questionnaire</vt:lpstr>
      <vt:lpstr>Elements of a Questionnaire</vt:lpstr>
      <vt:lpstr>Types of Questionnaire</vt:lpstr>
      <vt:lpstr>Unstructured or Open-Ended Questionnaire</vt:lpstr>
      <vt:lpstr>PowerPoint Presentation</vt:lpstr>
      <vt:lpstr>Structured or Closed-Ended Questionnaire</vt:lpstr>
      <vt:lpstr>PowerPoint Presentation</vt:lpstr>
      <vt:lpstr>PowerPoint Presentation</vt:lpstr>
      <vt:lpstr>PowerPoint Presentation</vt:lpstr>
      <vt:lpstr>Standard Methods in Preparing a  Questionnaire</vt:lpstr>
      <vt:lpstr>Distributing Questionnaires</vt:lpstr>
      <vt:lpstr>Advantages </vt:lpstr>
      <vt:lpstr>Disadvantages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Akhil</dc:creator>
  <cp:lastModifiedBy>Anju Akhil</cp:lastModifiedBy>
  <cp:revision>11</cp:revision>
  <dcterms:created xsi:type="dcterms:W3CDTF">2024-10-20T06:01:06Z</dcterms:created>
  <dcterms:modified xsi:type="dcterms:W3CDTF">2024-10-20T15:45:10Z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0x010100662DE005F4EFEF4ABB122FA5CC3E42B3</vt:lpwstr>
  </property>
</Properties>
</file>
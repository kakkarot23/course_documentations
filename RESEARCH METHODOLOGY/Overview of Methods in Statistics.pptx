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261" r:id="rId6"/>
    <p:sldId id="257" r:id="rId7"/>
    <p:sldId id="258" r:id="rId8"/>
    <p:sldId id="259" r:id="rId9"/>
    <p:sldId id="260"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7" r:id="rId24"/>
    <p:sldId id="275" r:id="rId25"/>
    <p:sldId id="276" r:id="rId26"/>
    <p:sldId id="278" r:id="rId27"/>
    <p:sldId id="279" r:id="rId28"/>
    <p:sldId id="280" r:id="rId29"/>
    <p:sldId id="281" r:id="rId30"/>
    <p:sldId id="282" r:id="rId31"/>
    <p:sldId id="283" r:id="rId32"/>
    <p:sldId id="284" r:id="rId33"/>
    <p:sldId id="285" r:id="rId34"/>
    <p:sldId id="286" r:id="rId35"/>
    <p:sldId id="287" r:id="rId36"/>
    <p:sldId id="288" r:id="rId37"/>
    <p:sldId id="295" r:id="rId38"/>
    <p:sldId id="289" r:id="rId39"/>
    <p:sldId id="290" r:id="rId40"/>
    <p:sldId id="291" r:id="rId41"/>
    <p:sldId id="293" r:id="rId42"/>
    <p:sldId id="292" r:id="rId43"/>
    <p:sldId id="294"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7DDA3A-36C6-5701-CBCC-BCC8E92DE795}" v="1" dt="2024-11-08T00:31:40.296"/>
    <p1510:client id="{91D20E8A-FAC0-054D-893B-C23A569B972F}" v="1" dt="2024-11-07T22:48:20.8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wathi K B" userId="S::am.ps.r4phy24003@am.students.amrita.edu::22f897b3-2eef-44f9-8c04-e355aaf71dbd" providerId="AD" clId="Web-{377DDA3A-36C6-5701-CBCC-BCC8E92DE795}"/>
    <pc:docChg chg="addSld">
      <pc:chgData name="Aswathi K B" userId="S::am.ps.r4phy24003@am.students.amrita.edu::22f897b3-2eef-44f9-8c04-e355aaf71dbd" providerId="AD" clId="Web-{377DDA3A-36C6-5701-CBCC-BCC8E92DE795}" dt="2024-11-08T00:31:40.296" v="0"/>
      <pc:docMkLst>
        <pc:docMk/>
      </pc:docMkLst>
      <pc:sldChg chg="new">
        <pc:chgData name="Aswathi K B" userId="S::am.ps.r4phy24003@am.students.amrita.edu::22f897b3-2eef-44f9-8c04-e355aaf71dbd" providerId="AD" clId="Web-{377DDA3A-36C6-5701-CBCC-BCC8E92DE795}" dt="2024-11-08T00:31:40.296" v="0"/>
        <pc:sldMkLst>
          <pc:docMk/>
          <pc:sldMk cId="1218240111" sldId="295"/>
        </pc:sldMkLst>
      </pc:sldChg>
    </pc:docChg>
  </pc:docChgLst>
  <pc:docChgLst>
    <pc:chgData name="Govindan" userId="S::am.ps.r4phy24004@am.students.amrita.edu::81336969-c19b-45b4-8ca7-970552fbd24d" providerId="AD" clId="Web-{91D20E8A-FAC0-054D-893B-C23A569B972F}"/>
    <pc:docChg chg="modSld">
      <pc:chgData name="Govindan" userId="S::am.ps.r4phy24004@am.students.amrita.edu::81336969-c19b-45b4-8ca7-970552fbd24d" providerId="AD" clId="Web-{91D20E8A-FAC0-054D-893B-C23A569B972F}" dt="2024-11-07T22:48:20.810" v="0" actId="1076"/>
      <pc:docMkLst>
        <pc:docMk/>
      </pc:docMkLst>
      <pc:sldChg chg="modSp">
        <pc:chgData name="Govindan" userId="S::am.ps.r4phy24004@am.students.amrita.edu::81336969-c19b-45b4-8ca7-970552fbd24d" providerId="AD" clId="Web-{91D20E8A-FAC0-054D-893B-C23A569B972F}" dt="2024-11-07T22:48:20.810" v="0" actId="1076"/>
        <pc:sldMkLst>
          <pc:docMk/>
          <pc:sldMk cId="2538110964" sldId="265"/>
        </pc:sldMkLst>
        <pc:spChg chg="mod">
          <ac:chgData name="Govindan" userId="S::am.ps.r4phy24004@am.students.amrita.edu::81336969-c19b-45b4-8ca7-970552fbd24d" providerId="AD" clId="Web-{91D20E8A-FAC0-054D-893B-C23A569B972F}" dt="2024-11-07T22:48:20.810" v="0" actId="1076"/>
          <ac:spMkLst>
            <pc:docMk/>
            <pc:sldMk cId="2538110964" sldId="265"/>
            <ac:spMk id="2" creationId="{34BF9321-C16A-40C7-AF1F-71522B351FC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58709A-3726-485E-8AB6-F58AFA4F8524}"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IN"/>
        </a:p>
      </dgm:t>
    </dgm:pt>
    <dgm:pt modelId="{5C7D54E7-AD76-4B77-B49B-09BACDE13E03}">
      <dgm:prSet phldrT="[Text]" custT="1"/>
      <dgm:spPr/>
      <dgm:t>
        <a:bodyPr/>
        <a:lstStyle/>
        <a:p>
          <a:r>
            <a:rPr lang="en-IN" sz="2000" kern="1200">
              <a:solidFill>
                <a:schemeClr val="tx2">
                  <a:lumMod val="20000"/>
                  <a:lumOff val="80000"/>
                </a:schemeClr>
              </a:solidFill>
              <a:latin typeface="Cambria Math" panose="02040503050406030204" pitchFamily="18" charset="0"/>
              <a:ea typeface="Cambria Math" panose="02040503050406030204" pitchFamily="18" charset="0"/>
              <a:cs typeface="+mn-cs"/>
            </a:rPr>
            <a:t>Descriptive Statistics</a:t>
          </a:r>
        </a:p>
      </dgm:t>
    </dgm:pt>
    <dgm:pt modelId="{DA0B5C17-05D2-488D-81C0-61A898659242}" type="parTrans" cxnId="{30C24D10-BE82-47BE-8E44-5EB24DCBAE59}">
      <dgm:prSet/>
      <dgm:spPr/>
      <dgm:t>
        <a:bodyPr/>
        <a:lstStyle/>
        <a:p>
          <a:endParaRPr lang="en-IN"/>
        </a:p>
      </dgm:t>
    </dgm:pt>
    <dgm:pt modelId="{77C558A9-9E15-4227-B70E-78C2E219138B}" type="sibTrans" cxnId="{30C24D10-BE82-47BE-8E44-5EB24DCBAE59}">
      <dgm:prSet/>
      <dgm:spPr/>
      <dgm:t>
        <a:bodyPr/>
        <a:lstStyle/>
        <a:p>
          <a:endParaRPr lang="en-IN"/>
        </a:p>
      </dgm:t>
    </dgm:pt>
    <dgm:pt modelId="{54FDAF0C-E6B7-4B0E-B5BF-B7F10F707608}">
      <dgm:prSet phldrT="[Text]" custT="1"/>
      <dgm:spPr/>
      <dgm:t>
        <a:bodyPr/>
        <a:lstStyle/>
        <a:p>
          <a:pPr marL="0" lvl="0" indent="0" algn="ctr" defTabSz="889000">
            <a:lnSpc>
              <a:spcPct val="90000"/>
            </a:lnSpc>
            <a:spcBef>
              <a:spcPct val="0"/>
            </a:spcBef>
            <a:spcAft>
              <a:spcPct val="35000"/>
            </a:spcAft>
            <a:buNone/>
          </a:pPr>
          <a:r>
            <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rPr>
            <a:t>Measures of central tendency</a:t>
          </a:r>
        </a:p>
      </dgm:t>
    </dgm:pt>
    <dgm:pt modelId="{AF96032F-20EC-4512-A2E3-8451AC8F52BA}" type="parTrans" cxnId="{6549C436-F1B1-467B-9FF4-72963DBA6AE4}">
      <dgm:prSet/>
      <dgm:spPr/>
      <dgm:t>
        <a:bodyPr/>
        <a:lstStyle/>
        <a:p>
          <a:endParaRPr lang="en-IN"/>
        </a:p>
      </dgm:t>
    </dgm:pt>
    <dgm:pt modelId="{DE7F8BD3-4DC1-48BF-B1BF-808B040D127A}" type="sibTrans" cxnId="{6549C436-F1B1-467B-9FF4-72963DBA6AE4}">
      <dgm:prSet/>
      <dgm:spPr/>
      <dgm:t>
        <a:bodyPr/>
        <a:lstStyle/>
        <a:p>
          <a:endParaRPr lang="en-IN"/>
        </a:p>
      </dgm:t>
    </dgm:pt>
    <dgm:pt modelId="{7D4A98A4-7A98-4487-8903-33E57CDABC33}">
      <dgm:prSet phldrT="[Text]" custT="1"/>
      <dgm:spPr/>
      <dgm: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Measures of Dispersion</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9EC9BD56-3500-41A4-9884-C4680867055A}" type="parTrans" cxnId="{F0448A4C-2BF3-4AEC-8867-128B87A11B1B}">
      <dgm:prSet/>
      <dgm:spPr/>
      <dgm:t>
        <a:bodyPr/>
        <a:lstStyle/>
        <a:p>
          <a:endParaRPr lang="en-IN"/>
        </a:p>
      </dgm:t>
    </dgm:pt>
    <dgm:pt modelId="{BCE85CC1-3E70-48FC-95E8-7BCF49395C35}" type="sibTrans" cxnId="{F0448A4C-2BF3-4AEC-8867-128B87A11B1B}">
      <dgm:prSet/>
      <dgm:spPr/>
      <dgm:t>
        <a:bodyPr/>
        <a:lstStyle/>
        <a:p>
          <a:endParaRPr lang="en-IN"/>
        </a:p>
      </dgm:t>
    </dgm:pt>
    <dgm:pt modelId="{D4852111-3A73-4EB9-B6A7-3BB69D81FB77}">
      <dgm:prSet phldrT="[Text]" custT="1"/>
      <dgm:spPr/>
      <dgm: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Data visualization</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B6B7192A-BA1B-45FB-B9E8-BE7DBBCB8181}" type="parTrans" cxnId="{F2AB12FA-6117-48F3-AFC1-CF1CFD0404B9}">
      <dgm:prSet/>
      <dgm:spPr/>
      <dgm:t>
        <a:bodyPr/>
        <a:lstStyle/>
        <a:p>
          <a:endParaRPr lang="en-IN"/>
        </a:p>
      </dgm:t>
    </dgm:pt>
    <dgm:pt modelId="{644DD5F2-4CD2-4451-BE75-0FE2F6BC4E2F}" type="sibTrans" cxnId="{F2AB12FA-6117-48F3-AFC1-CF1CFD0404B9}">
      <dgm:prSet/>
      <dgm:spPr/>
      <dgm:t>
        <a:bodyPr/>
        <a:lstStyle/>
        <a:p>
          <a:endParaRPr lang="en-IN"/>
        </a:p>
      </dgm:t>
    </dgm:pt>
    <dgm:pt modelId="{9050CBD6-8205-4AFF-A80B-D319D9317BE3}" type="pres">
      <dgm:prSet presAssocID="{6858709A-3726-485E-8AB6-F58AFA4F8524}" presName="diagram" presStyleCnt="0">
        <dgm:presLayoutVars>
          <dgm:chPref val="1"/>
          <dgm:dir/>
          <dgm:animOne val="branch"/>
          <dgm:animLvl val="lvl"/>
          <dgm:resizeHandles val="exact"/>
        </dgm:presLayoutVars>
      </dgm:prSet>
      <dgm:spPr/>
    </dgm:pt>
    <dgm:pt modelId="{B984EE51-F649-4BB0-A044-488DB46B919D}" type="pres">
      <dgm:prSet presAssocID="{5C7D54E7-AD76-4B77-B49B-09BACDE13E03}" presName="root1" presStyleCnt="0"/>
      <dgm:spPr/>
    </dgm:pt>
    <dgm:pt modelId="{D255EDEC-9BF9-4A50-8A84-30B8665AE2C2}" type="pres">
      <dgm:prSet presAssocID="{5C7D54E7-AD76-4B77-B49B-09BACDE13E03}" presName="LevelOneTextNode" presStyleLbl="node0" presStyleIdx="0" presStyleCnt="1" custScaleX="72832" custScaleY="46452" custLinFactNeighborX="-845" custLinFactNeighborY="0">
        <dgm:presLayoutVars>
          <dgm:chPref val="3"/>
        </dgm:presLayoutVars>
      </dgm:prSet>
      <dgm:spPr/>
    </dgm:pt>
    <dgm:pt modelId="{4AF4EF85-2809-4CF8-A9AC-8B3BD31D5E3C}" type="pres">
      <dgm:prSet presAssocID="{5C7D54E7-AD76-4B77-B49B-09BACDE13E03}" presName="level2hierChild" presStyleCnt="0"/>
      <dgm:spPr/>
    </dgm:pt>
    <dgm:pt modelId="{0A9CC415-2777-42BB-BCE3-C56A9E5C7044}" type="pres">
      <dgm:prSet presAssocID="{AF96032F-20EC-4512-A2E3-8451AC8F52BA}" presName="conn2-1" presStyleLbl="parChTrans1D2" presStyleIdx="0" presStyleCnt="3"/>
      <dgm:spPr/>
    </dgm:pt>
    <dgm:pt modelId="{4DE4980D-8859-4570-8F67-8BA4164BF80D}" type="pres">
      <dgm:prSet presAssocID="{AF96032F-20EC-4512-A2E3-8451AC8F52BA}" presName="connTx" presStyleLbl="parChTrans1D2" presStyleIdx="0" presStyleCnt="3"/>
      <dgm:spPr/>
    </dgm:pt>
    <dgm:pt modelId="{EB430B96-61EB-4483-83D5-EA14F842E999}" type="pres">
      <dgm:prSet presAssocID="{54FDAF0C-E6B7-4B0E-B5BF-B7F10F707608}" presName="root2" presStyleCnt="0"/>
      <dgm:spPr/>
    </dgm:pt>
    <dgm:pt modelId="{3E533D1E-11D6-468E-98B1-786999A6D70A}" type="pres">
      <dgm:prSet presAssocID="{54FDAF0C-E6B7-4B0E-B5BF-B7F10F707608}" presName="LevelTwoTextNode" presStyleLbl="node2" presStyleIdx="0" presStyleCnt="3" custScaleX="69619" custScaleY="36787">
        <dgm:presLayoutVars>
          <dgm:chPref val="3"/>
        </dgm:presLayoutVars>
      </dgm:prSet>
      <dgm:spPr/>
    </dgm:pt>
    <dgm:pt modelId="{6B6A20AF-00C2-4903-B0DC-E40F767C864F}" type="pres">
      <dgm:prSet presAssocID="{54FDAF0C-E6B7-4B0E-B5BF-B7F10F707608}" presName="level3hierChild" presStyleCnt="0"/>
      <dgm:spPr/>
    </dgm:pt>
    <dgm:pt modelId="{C69A6056-9120-4CA1-B65E-486B49A1D666}" type="pres">
      <dgm:prSet presAssocID="{9EC9BD56-3500-41A4-9884-C4680867055A}" presName="conn2-1" presStyleLbl="parChTrans1D2" presStyleIdx="1" presStyleCnt="3"/>
      <dgm:spPr/>
    </dgm:pt>
    <dgm:pt modelId="{AFFB72FA-25A7-4EAB-95BF-EC74086D798D}" type="pres">
      <dgm:prSet presAssocID="{9EC9BD56-3500-41A4-9884-C4680867055A}" presName="connTx" presStyleLbl="parChTrans1D2" presStyleIdx="1" presStyleCnt="3"/>
      <dgm:spPr/>
    </dgm:pt>
    <dgm:pt modelId="{C24EB0E3-B1DE-4184-A07C-A909E3389ED9}" type="pres">
      <dgm:prSet presAssocID="{7D4A98A4-7A98-4487-8903-33E57CDABC33}" presName="root2" presStyleCnt="0"/>
      <dgm:spPr/>
    </dgm:pt>
    <dgm:pt modelId="{E1A0F369-BE0F-49F2-BAEA-10F5A589A221}" type="pres">
      <dgm:prSet presAssocID="{7D4A98A4-7A98-4487-8903-33E57CDABC33}" presName="LevelTwoTextNode" presStyleLbl="node2" presStyleIdx="1" presStyleCnt="3" custScaleX="69870" custScaleY="31813" custLinFactNeighborY="1892">
        <dgm:presLayoutVars>
          <dgm:chPref val="3"/>
        </dgm:presLayoutVars>
      </dgm:prSet>
      <dgm:spPr/>
    </dgm:pt>
    <dgm:pt modelId="{0922340C-8614-40F9-AD86-25A77220C62C}" type="pres">
      <dgm:prSet presAssocID="{7D4A98A4-7A98-4487-8903-33E57CDABC33}" presName="level3hierChild" presStyleCnt="0"/>
      <dgm:spPr/>
    </dgm:pt>
    <dgm:pt modelId="{8D8C1D2B-C5CC-4A82-A3FF-1C52EE477214}" type="pres">
      <dgm:prSet presAssocID="{B6B7192A-BA1B-45FB-B9E8-BE7DBBCB8181}" presName="conn2-1" presStyleLbl="parChTrans1D2" presStyleIdx="2" presStyleCnt="3"/>
      <dgm:spPr/>
    </dgm:pt>
    <dgm:pt modelId="{9DF6134E-A973-49F1-B6E3-30E20D8B62F5}" type="pres">
      <dgm:prSet presAssocID="{B6B7192A-BA1B-45FB-B9E8-BE7DBBCB8181}" presName="connTx" presStyleLbl="parChTrans1D2" presStyleIdx="2" presStyleCnt="3"/>
      <dgm:spPr/>
    </dgm:pt>
    <dgm:pt modelId="{69F5E85C-A1CA-4D2E-A23D-39F70B6B8678}" type="pres">
      <dgm:prSet presAssocID="{D4852111-3A73-4EB9-B6A7-3BB69D81FB77}" presName="root2" presStyleCnt="0"/>
      <dgm:spPr/>
    </dgm:pt>
    <dgm:pt modelId="{C4C8AB3D-57C5-4671-B688-50BE5D8B431C}" type="pres">
      <dgm:prSet presAssocID="{D4852111-3A73-4EB9-B6A7-3BB69D81FB77}" presName="LevelTwoTextNode" presStyleLbl="node2" presStyleIdx="2" presStyleCnt="3" custScaleX="68476" custScaleY="27369">
        <dgm:presLayoutVars>
          <dgm:chPref val="3"/>
        </dgm:presLayoutVars>
      </dgm:prSet>
      <dgm:spPr/>
    </dgm:pt>
    <dgm:pt modelId="{0CDAFF40-952A-4541-94D3-D173FB1C74B5}" type="pres">
      <dgm:prSet presAssocID="{D4852111-3A73-4EB9-B6A7-3BB69D81FB77}" presName="level3hierChild" presStyleCnt="0"/>
      <dgm:spPr/>
    </dgm:pt>
  </dgm:ptLst>
  <dgm:cxnLst>
    <dgm:cxn modelId="{FF8A240B-CEA8-49EC-BDE4-CE913C7C027D}" type="presOf" srcId="{5C7D54E7-AD76-4B77-B49B-09BACDE13E03}" destId="{D255EDEC-9BF9-4A50-8A84-30B8665AE2C2}" srcOrd="0" destOrd="0" presId="urn:microsoft.com/office/officeart/2005/8/layout/hierarchy2"/>
    <dgm:cxn modelId="{30C24D10-BE82-47BE-8E44-5EB24DCBAE59}" srcId="{6858709A-3726-485E-8AB6-F58AFA4F8524}" destId="{5C7D54E7-AD76-4B77-B49B-09BACDE13E03}" srcOrd="0" destOrd="0" parTransId="{DA0B5C17-05D2-488D-81C0-61A898659242}" sibTransId="{77C558A9-9E15-4227-B70E-78C2E219138B}"/>
    <dgm:cxn modelId="{027BBC19-24BC-4730-B30E-88722AC598A5}" type="presOf" srcId="{D4852111-3A73-4EB9-B6A7-3BB69D81FB77}" destId="{C4C8AB3D-57C5-4671-B688-50BE5D8B431C}" srcOrd="0" destOrd="0" presId="urn:microsoft.com/office/officeart/2005/8/layout/hierarchy2"/>
    <dgm:cxn modelId="{6549C436-F1B1-467B-9FF4-72963DBA6AE4}" srcId="{5C7D54E7-AD76-4B77-B49B-09BACDE13E03}" destId="{54FDAF0C-E6B7-4B0E-B5BF-B7F10F707608}" srcOrd="0" destOrd="0" parTransId="{AF96032F-20EC-4512-A2E3-8451AC8F52BA}" sibTransId="{DE7F8BD3-4DC1-48BF-B1BF-808B040D127A}"/>
    <dgm:cxn modelId="{F5E7013A-C628-45C1-8E36-7F492F8CC332}" type="presOf" srcId="{9EC9BD56-3500-41A4-9884-C4680867055A}" destId="{C69A6056-9120-4CA1-B65E-486B49A1D666}" srcOrd="0" destOrd="0" presId="urn:microsoft.com/office/officeart/2005/8/layout/hierarchy2"/>
    <dgm:cxn modelId="{F0448A4C-2BF3-4AEC-8867-128B87A11B1B}" srcId="{5C7D54E7-AD76-4B77-B49B-09BACDE13E03}" destId="{7D4A98A4-7A98-4487-8903-33E57CDABC33}" srcOrd="1" destOrd="0" parTransId="{9EC9BD56-3500-41A4-9884-C4680867055A}" sibTransId="{BCE85CC1-3E70-48FC-95E8-7BCF49395C35}"/>
    <dgm:cxn modelId="{B023E972-EBB5-4FEA-92F8-EBD38DF96B10}" type="presOf" srcId="{9EC9BD56-3500-41A4-9884-C4680867055A}" destId="{AFFB72FA-25A7-4EAB-95BF-EC74086D798D}" srcOrd="1" destOrd="0" presId="urn:microsoft.com/office/officeart/2005/8/layout/hierarchy2"/>
    <dgm:cxn modelId="{38E28077-59BA-46FA-9768-3756DE3F7135}" type="presOf" srcId="{54FDAF0C-E6B7-4B0E-B5BF-B7F10F707608}" destId="{3E533D1E-11D6-468E-98B1-786999A6D70A}" srcOrd="0" destOrd="0" presId="urn:microsoft.com/office/officeart/2005/8/layout/hierarchy2"/>
    <dgm:cxn modelId="{A2F1D987-554E-410C-A360-892E413E69AF}" type="presOf" srcId="{7D4A98A4-7A98-4487-8903-33E57CDABC33}" destId="{E1A0F369-BE0F-49F2-BAEA-10F5A589A221}" srcOrd="0" destOrd="0" presId="urn:microsoft.com/office/officeart/2005/8/layout/hierarchy2"/>
    <dgm:cxn modelId="{0E0175AA-FFA5-4FF6-A9E3-A7EC8F2A3FED}" type="presOf" srcId="{6858709A-3726-485E-8AB6-F58AFA4F8524}" destId="{9050CBD6-8205-4AFF-A80B-D319D9317BE3}" srcOrd="0" destOrd="0" presId="urn:microsoft.com/office/officeart/2005/8/layout/hierarchy2"/>
    <dgm:cxn modelId="{007259C8-18A7-4A1C-B05F-D933C9262820}" type="presOf" srcId="{AF96032F-20EC-4512-A2E3-8451AC8F52BA}" destId="{0A9CC415-2777-42BB-BCE3-C56A9E5C7044}" srcOrd="0" destOrd="0" presId="urn:microsoft.com/office/officeart/2005/8/layout/hierarchy2"/>
    <dgm:cxn modelId="{CA11EAE3-0DEE-4633-BEFA-F05C8C7A99A1}" type="presOf" srcId="{AF96032F-20EC-4512-A2E3-8451AC8F52BA}" destId="{4DE4980D-8859-4570-8F67-8BA4164BF80D}" srcOrd="1" destOrd="0" presId="urn:microsoft.com/office/officeart/2005/8/layout/hierarchy2"/>
    <dgm:cxn modelId="{671001F7-CA7D-462B-83CE-AED6463C8096}" type="presOf" srcId="{B6B7192A-BA1B-45FB-B9E8-BE7DBBCB8181}" destId="{8D8C1D2B-C5CC-4A82-A3FF-1C52EE477214}" srcOrd="0" destOrd="0" presId="urn:microsoft.com/office/officeart/2005/8/layout/hierarchy2"/>
    <dgm:cxn modelId="{F2AB12FA-6117-48F3-AFC1-CF1CFD0404B9}" srcId="{5C7D54E7-AD76-4B77-B49B-09BACDE13E03}" destId="{D4852111-3A73-4EB9-B6A7-3BB69D81FB77}" srcOrd="2" destOrd="0" parTransId="{B6B7192A-BA1B-45FB-B9E8-BE7DBBCB8181}" sibTransId="{644DD5F2-4CD2-4451-BE75-0FE2F6BC4E2F}"/>
    <dgm:cxn modelId="{F3ACDCFE-3DC0-4DA7-AED8-4910145B9C93}" type="presOf" srcId="{B6B7192A-BA1B-45FB-B9E8-BE7DBBCB8181}" destId="{9DF6134E-A973-49F1-B6E3-30E20D8B62F5}" srcOrd="1" destOrd="0" presId="urn:microsoft.com/office/officeart/2005/8/layout/hierarchy2"/>
    <dgm:cxn modelId="{0850519B-4276-4539-B2F6-2E3A5E279953}" type="presParOf" srcId="{9050CBD6-8205-4AFF-A80B-D319D9317BE3}" destId="{B984EE51-F649-4BB0-A044-488DB46B919D}" srcOrd="0" destOrd="0" presId="urn:microsoft.com/office/officeart/2005/8/layout/hierarchy2"/>
    <dgm:cxn modelId="{1E79A5E3-DE58-4367-96D7-8BC09D0DBD8B}" type="presParOf" srcId="{B984EE51-F649-4BB0-A044-488DB46B919D}" destId="{D255EDEC-9BF9-4A50-8A84-30B8665AE2C2}" srcOrd="0" destOrd="0" presId="urn:microsoft.com/office/officeart/2005/8/layout/hierarchy2"/>
    <dgm:cxn modelId="{E1DBE6A3-9663-40A6-B179-9532A7417C8C}" type="presParOf" srcId="{B984EE51-F649-4BB0-A044-488DB46B919D}" destId="{4AF4EF85-2809-4CF8-A9AC-8B3BD31D5E3C}" srcOrd="1" destOrd="0" presId="urn:microsoft.com/office/officeart/2005/8/layout/hierarchy2"/>
    <dgm:cxn modelId="{EF78BA32-A3C7-40BE-9646-09F3B0DA623D}" type="presParOf" srcId="{4AF4EF85-2809-4CF8-A9AC-8B3BD31D5E3C}" destId="{0A9CC415-2777-42BB-BCE3-C56A9E5C7044}" srcOrd="0" destOrd="0" presId="urn:microsoft.com/office/officeart/2005/8/layout/hierarchy2"/>
    <dgm:cxn modelId="{45B961F9-C798-4DE2-9DA6-66C843D04C69}" type="presParOf" srcId="{0A9CC415-2777-42BB-BCE3-C56A9E5C7044}" destId="{4DE4980D-8859-4570-8F67-8BA4164BF80D}" srcOrd="0" destOrd="0" presId="urn:microsoft.com/office/officeart/2005/8/layout/hierarchy2"/>
    <dgm:cxn modelId="{9E9C7F54-23DF-421B-9408-88920724EA02}" type="presParOf" srcId="{4AF4EF85-2809-4CF8-A9AC-8B3BD31D5E3C}" destId="{EB430B96-61EB-4483-83D5-EA14F842E999}" srcOrd="1" destOrd="0" presId="urn:microsoft.com/office/officeart/2005/8/layout/hierarchy2"/>
    <dgm:cxn modelId="{7972EA3A-F587-4734-A329-462D918D1817}" type="presParOf" srcId="{EB430B96-61EB-4483-83D5-EA14F842E999}" destId="{3E533D1E-11D6-468E-98B1-786999A6D70A}" srcOrd="0" destOrd="0" presId="urn:microsoft.com/office/officeart/2005/8/layout/hierarchy2"/>
    <dgm:cxn modelId="{A7292380-A41E-4BA2-8CDA-965C2E916C96}" type="presParOf" srcId="{EB430B96-61EB-4483-83D5-EA14F842E999}" destId="{6B6A20AF-00C2-4903-B0DC-E40F767C864F}" srcOrd="1" destOrd="0" presId="urn:microsoft.com/office/officeart/2005/8/layout/hierarchy2"/>
    <dgm:cxn modelId="{052336F0-670B-488D-8DE9-D610E63C47E8}" type="presParOf" srcId="{4AF4EF85-2809-4CF8-A9AC-8B3BD31D5E3C}" destId="{C69A6056-9120-4CA1-B65E-486B49A1D666}" srcOrd="2" destOrd="0" presId="urn:microsoft.com/office/officeart/2005/8/layout/hierarchy2"/>
    <dgm:cxn modelId="{CC162B04-7347-4A26-A961-161BB230A2F5}" type="presParOf" srcId="{C69A6056-9120-4CA1-B65E-486B49A1D666}" destId="{AFFB72FA-25A7-4EAB-95BF-EC74086D798D}" srcOrd="0" destOrd="0" presId="urn:microsoft.com/office/officeart/2005/8/layout/hierarchy2"/>
    <dgm:cxn modelId="{A7D246B3-3884-4391-A5A4-C28DC388AB04}" type="presParOf" srcId="{4AF4EF85-2809-4CF8-A9AC-8B3BD31D5E3C}" destId="{C24EB0E3-B1DE-4184-A07C-A909E3389ED9}" srcOrd="3" destOrd="0" presId="urn:microsoft.com/office/officeart/2005/8/layout/hierarchy2"/>
    <dgm:cxn modelId="{3371C056-AE5B-4D6E-9E9A-CB60D6F932A6}" type="presParOf" srcId="{C24EB0E3-B1DE-4184-A07C-A909E3389ED9}" destId="{E1A0F369-BE0F-49F2-BAEA-10F5A589A221}" srcOrd="0" destOrd="0" presId="urn:microsoft.com/office/officeart/2005/8/layout/hierarchy2"/>
    <dgm:cxn modelId="{5B038D77-46A3-4318-8DA0-EAA0DFBB2DC5}" type="presParOf" srcId="{C24EB0E3-B1DE-4184-A07C-A909E3389ED9}" destId="{0922340C-8614-40F9-AD86-25A77220C62C}" srcOrd="1" destOrd="0" presId="urn:microsoft.com/office/officeart/2005/8/layout/hierarchy2"/>
    <dgm:cxn modelId="{A46414EF-4EAF-4C32-8650-D99FFFC27747}" type="presParOf" srcId="{4AF4EF85-2809-4CF8-A9AC-8B3BD31D5E3C}" destId="{8D8C1D2B-C5CC-4A82-A3FF-1C52EE477214}" srcOrd="4" destOrd="0" presId="urn:microsoft.com/office/officeart/2005/8/layout/hierarchy2"/>
    <dgm:cxn modelId="{16D63767-8378-46FE-AF2A-C5C09DC52496}" type="presParOf" srcId="{8D8C1D2B-C5CC-4A82-A3FF-1C52EE477214}" destId="{9DF6134E-A973-49F1-B6E3-30E20D8B62F5}" srcOrd="0" destOrd="0" presId="urn:microsoft.com/office/officeart/2005/8/layout/hierarchy2"/>
    <dgm:cxn modelId="{CCF9C611-61BB-4D22-9C9A-06300B512905}" type="presParOf" srcId="{4AF4EF85-2809-4CF8-A9AC-8B3BD31D5E3C}" destId="{69F5E85C-A1CA-4D2E-A23D-39F70B6B8678}" srcOrd="5" destOrd="0" presId="urn:microsoft.com/office/officeart/2005/8/layout/hierarchy2"/>
    <dgm:cxn modelId="{39FFA2D4-D579-42E9-8FFF-BCEFFCF5FB27}" type="presParOf" srcId="{69F5E85C-A1CA-4D2E-A23D-39F70B6B8678}" destId="{C4C8AB3D-57C5-4671-B688-50BE5D8B431C}" srcOrd="0" destOrd="0" presId="urn:microsoft.com/office/officeart/2005/8/layout/hierarchy2"/>
    <dgm:cxn modelId="{CD1C78CD-A735-4A50-9746-686D5E5250FA}" type="presParOf" srcId="{69F5E85C-A1CA-4D2E-A23D-39F70B6B8678}" destId="{0CDAFF40-952A-4541-94D3-D173FB1C74B5}"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2AEC84-0E6D-4A04-848D-A380911301B4}"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IN"/>
        </a:p>
      </dgm:t>
    </dgm:pt>
    <dgm:pt modelId="{35391561-5DAF-4A9E-9170-B63B5B20CF3B}">
      <dgm:prSet phldrT="[Text]" custT="1"/>
      <dgm:spPr/>
      <dgm:t>
        <a:bodyPr/>
        <a:lstStyle/>
        <a:p>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Inferential Statistics</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A61B34BD-BAF6-45B7-B0D5-07A6CB2ABEBF}" type="parTrans" cxnId="{5CDF6FDB-B3F8-4A46-AD49-1BCE0294772A}">
      <dgm:prSet/>
      <dgm:spPr/>
      <dgm:t>
        <a:bodyPr/>
        <a:lstStyle/>
        <a:p>
          <a:endParaRPr lang="en-IN"/>
        </a:p>
      </dgm:t>
    </dgm:pt>
    <dgm:pt modelId="{B9364940-88EB-4F01-8805-EC1950FE7867}" type="sibTrans" cxnId="{5CDF6FDB-B3F8-4A46-AD49-1BCE0294772A}">
      <dgm:prSet/>
      <dgm:spPr/>
      <dgm:t>
        <a:bodyPr/>
        <a:lstStyle/>
        <a:p>
          <a:endParaRPr lang="en-IN"/>
        </a:p>
      </dgm:t>
    </dgm:pt>
    <dgm:pt modelId="{2F914705-4B56-46FB-9394-4822714BA98A}">
      <dgm:prSet phldrT="[Text]" custT="1"/>
      <dgm:spPr/>
      <dgm: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Regression Analysis</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880673B7-C766-451E-9CAA-8DD5F53F1228}" type="parTrans" cxnId="{717328CA-422F-463E-88A0-90786ACFC0B3}">
      <dgm:prSet/>
      <dgm:spPr/>
      <dgm:t>
        <a:bodyPr/>
        <a:lstStyle/>
        <a:p>
          <a:endParaRPr lang="en-IN"/>
        </a:p>
      </dgm:t>
    </dgm:pt>
    <dgm:pt modelId="{D16F0AAC-1193-435A-BAD6-6000900F8E27}" type="sibTrans" cxnId="{717328CA-422F-463E-88A0-90786ACFC0B3}">
      <dgm:prSet/>
      <dgm:spPr/>
      <dgm:t>
        <a:bodyPr/>
        <a:lstStyle/>
        <a:p>
          <a:endParaRPr lang="en-IN"/>
        </a:p>
      </dgm:t>
    </dgm:pt>
    <dgm:pt modelId="{9660D1F3-6C69-4BBB-BE4F-E61A40804AA0}">
      <dgm:prSet phldrT="[Text]" custT="1"/>
      <dgm:spPr/>
      <dgm: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Hypothesis Testing</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71FA9CED-0B00-48D7-947D-9CD41B490028}" type="parTrans" cxnId="{D5DD7B6D-232B-4D63-9B0D-6FFACAE99F8A}">
      <dgm:prSet/>
      <dgm:spPr/>
      <dgm:t>
        <a:bodyPr/>
        <a:lstStyle/>
        <a:p>
          <a:endParaRPr lang="en-IN"/>
        </a:p>
      </dgm:t>
    </dgm:pt>
    <dgm:pt modelId="{25C4687F-5FF4-4B18-A43D-48A07F097E38}" type="sibTrans" cxnId="{D5DD7B6D-232B-4D63-9B0D-6FFACAE99F8A}">
      <dgm:prSet/>
      <dgm:spPr/>
      <dgm:t>
        <a:bodyPr/>
        <a:lstStyle/>
        <a:p>
          <a:endParaRPr lang="en-IN"/>
        </a:p>
      </dgm:t>
    </dgm:pt>
    <dgm:pt modelId="{B86F6F24-9093-4939-B313-8C35A7C6605B}">
      <dgm:prSet phldrT="[Text]" custT="1"/>
      <dgm:spPr/>
      <dgm: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Confidence Intervals</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A1C0F76A-6FD1-4779-A45E-8889099B2CD8}" type="parTrans" cxnId="{F11224D9-54BD-4235-9029-84B9105D570B}">
      <dgm:prSet/>
      <dgm:spPr/>
      <dgm:t>
        <a:bodyPr/>
        <a:lstStyle/>
        <a:p>
          <a:endParaRPr lang="en-IN"/>
        </a:p>
      </dgm:t>
    </dgm:pt>
    <dgm:pt modelId="{B3D4CBFE-8706-407A-91E0-8CF3867B59D4}" type="sibTrans" cxnId="{F11224D9-54BD-4235-9029-84B9105D570B}">
      <dgm:prSet/>
      <dgm:spPr/>
      <dgm:t>
        <a:bodyPr/>
        <a:lstStyle/>
        <a:p>
          <a:endParaRPr lang="en-IN"/>
        </a:p>
      </dgm:t>
    </dgm:pt>
    <dgm:pt modelId="{B0062EAD-82CB-4C3F-9A77-3D220F198F35}" type="pres">
      <dgm:prSet presAssocID="{602AEC84-0E6D-4A04-848D-A380911301B4}" presName="diagram" presStyleCnt="0">
        <dgm:presLayoutVars>
          <dgm:chPref val="1"/>
          <dgm:dir/>
          <dgm:animOne val="branch"/>
          <dgm:animLvl val="lvl"/>
          <dgm:resizeHandles val="exact"/>
        </dgm:presLayoutVars>
      </dgm:prSet>
      <dgm:spPr/>
    </dgm:pt>
    <dgm:pt modelId="{904672D4-12AE-4CDB-AEC8-519BFF039517}" type="pres">
      <dgm:prSet presAssocID="{35391561-5DAF-4A9E-9170-B63B5B20CF3B}" presName="root1" presStyleCnt="0"/>
      <dgm:spPr/>
    </dgm:pt>
    <dgm:pt modelId="{B8A8410C-55D5-4A32-B92A-23871B960E64}" type="pres">
      <dgm:prSet presAssocID="{35391561-5DAF-4A9E-9170-B63B5B20CF3B}" presName="LevelOneTextNode" presStyleLbl="node0" presStyleIdx="0" presStyleCnt="1" custScaleX="79589" custScaleY="53208">
        <dgm:presLayoutVars>
          <dgm:chPref val="3"/>
        </dgm:presLayoutVars>
      </dgm:prSet>
      <dgm:spPr/>
    </dgm:pt>
    <dgm:pt modelId="{D70BB75A-9CC2-4245-A967-743C70772BA5}" type="pres">
      <dgm:prSet presAssocID="{35391561-5DAF-4A9E-9170-B63B5B20CF3B}" presName="level2hierChild" presStyleCnt="0"/>
      <dgm:spPr/>
    </dgm:pt>
    <dgm:pt modelId="{D6845C3A-D8C6-4EC7-80DC-EA075C677F4D}" type="pres">
      <dgm:prSet presAssocID="{880673B7-C766-451E-9CAA-8DD5F53F1228}" presName="conn2-1" presStyleLbl="parChTrans1D2" presStyleIdx="0" presStyleCnt="3"/>
      <dgm:spPr/>
    </dgm:pt>
    <dgm:pt modelId="{B19A156D-E855-45A6-ABB7-A4BA67779761}" type="pres">
      <dgm:prSet presAssocID="{880673B7-C766-451E-9CAA-8DD5F53F1228}" presName="connTx" presStyleLbl="parChTrans1D2" presStyleIdx="0" presStyleCnt="3"/>
      <dgm:spPr/>
    </dgm:pt>
    <dgm:pt modelId="{5EAA8F33-0AE8-45B3-8915-518F96257129}" type="pres">
      <dgm:prSet presAssocID="{2F914705-4B56-46FB-9394-4822714BA98A}" presName="root2" presStyleCnt="0"/>
      <dgm:spPr/>
    </dgm:pt>
    <dgm:pt modelId="{E47E17F4-8452-4631-9917-7B2F72226AA9}" type="pres">
      <dgm:prSet presAssocID="{2F914705-4B56-46FB-9394-4822714BA98A}" presName="LevelTwoTextNode" presStyleLbl="node2" presStyleIdx="0" presStyleCnt="3" custScaleX="76532" custScaleY="50153" custLinFactNeighborX="2785" custLinFactNeighborY="5571">
        <dgm:presLayoutVars>
          <dgm:chPref val="3"/>
        </dgm:presLayoutVars>
      </dgm:prSet>
      <dgm:spPr/>
    </dgm:pt>
    <dgm:pt modelId="{01884AF8-9462-473A-8E94-71625C3BB662}" type="pres">
      <dgm:prSet presAssocID="{2F914705-4B56-46FB-9394-4822714BA98A}" presName="level3hierChild" presStyleCnt="0"/>
      <dgm:spPr/>
    </dgm:pt>
    <dgm:pt modelId="{4793DD47-4103-4A54-AF15-43B766D371DF}" type="pres">
      <dgm:prSet presAssocID="{71FA9CED-0B00-48D7-947D-9CD41B490028}" presName="conn2-1" presStyleLbl="parChTrans1D2" presStyleIdx="1" presStyleCnt="3"/>
      <dgm:spPr/>
    </dgm:pt>
    <dgm:pt modelId="{A0A50B57-06CC-4784-B3D1-9C572B292735}" type="pres">
      <dgm:prSet presAssocID="{71FA9CED-0B00-48D7-947D-9CD41B490028}" presName="connTx" presStyleLbl="parChTrans1D2" presStyleIdx="1" presStyleCnt="3"/>
      <dgm:spPr/>
    </dgm:pt>
    <dgm:pt modelId="{858EFD1A-49F2-45AE-8DAE-0F18948F5543}" type="pres">
      <dgm:prSet presAssocID="{9660D1F3-6C69-4BBB-BE4F-E61A40804AA0}" presName="root2" presStyleCnt="0"/>
      <dgm:spPr/>
    </dgm:pt>
    <dgm:pt modelId="{4EE288E8-743D-41EE-9DEF-3D4EF0F391AB}" type="pres">
      <dgm:prSet presAssocID="{9660D1F3-6C69-4BBB-BE4F-E61A40804AA0}" presName="LevelTwoTextNode" presStyleLbl="node2" presStyleIdx="1" presStyleCnt="3" custScaleX="87389" custScaleY="51517" custLinFactNeighborY="805">
        <dgm:presLayoutVars>
          <dgm:chPref val="3"/>
        </dgm:presLayoutVars>
      </dgm:prSet>
      <dgm:spPr/>
    </dgm:pt>
    <dgm:pt modelId="{F2B7381F-8BC9-48D1-907E-3C80E43BF66B}" type="pres">
      <dgm:prSet presAssocID="{9660D1F3-6C69-4BBB-BE4F-E61A40804AA0}" presName="level3hierChild" presStyleCnt="0"/>
      <dgm:spPr/>
    </dgm:pt>
    <dgm:pt modelId="{3516A32D-4B44-4431-A356-211A321F1BD1}" type="pres">
      <dgm:prSet presAssocID="{A1C0F76A-6FD1-4779-A45E-8889099B2CD8}" presName="conn2-1" presStyleLbl="parChTrans1D2" presStyleIdx="2" presStyleCnt="3"/>
      <dgm:spPr/>
    </dgm:pt>
    <dgm:pt modelId="{28C29A15-E4F5-47A6-84A8-3CF6F59531BD}" type="pres">
      <dgm:prSet presAssocID="{A1C0F76A-6FD1-4779-A45E-8889099B2CD8}" presName="connTx" presStyleLbl="parChTrans1D2" presStyleIdx="2" presStyleCnt="3"/>
      <dgm:spPr/>
    </dgm:pt>
    <dgm:pt modelId="{79E8210F-3DFA-4737-89B5-5C27F405F819}" type="pres">
      <dgm:prSet presAssocID="{B86F6F24-9093-4939-B313-8C35A7C6605B}" presName="root2" presStyleCnt="0"/>
      <dgm:spPr/>
    </dgm:pt>
    <dgm:pt modelId="{0468ACD6-6DF9-4743-841C-505B8DB19323}" type="pres">
      <dgm:prSet presAssocID="{B86F6F24-9093-4939-B313-8C35A7C6605B}" presName="LevelTwoTextNode" presStyleLbl="node2" presStyleIdx="2" presStyleCnt="3" custScaleX="78718" custScaleY="51763">
        <dgm:presLayoutVars>
          <dgm:chPref val="3"/>
        </dgm:presLayoutVars>
      </dgm:prSet>
      <dgm:spPr/>
    </dgm:pt>
    <dgm:pt modelId="{38C5F431-A3A3-4FA3-806B-4B9FD7D55813}" type="pres">
      <dgm:prSet presAssocID="{B86F6F24-9093-4939-B313-8C35A7C6605B}" presName="level3hierChild" presStyleCnt="0"/>
      <dgm:spPr/>
    </dgm:pt>
  </dgm:ptLst>
  <dgm:cxnLst>
    <dgm:cxn modelId="{7158300B-001D-4B29-B5CC-26663AB3FBBF}" type="presOf" srcId="{71FA9CED-0B00-48D7-947D-9CD41B490028}" destId="{4793DD47-4103-4A54-AF15-43B766D371DF}" srcOrd="0" destOrd="0" presId="urn:microsoft.com/office/officeart/2005/8/layout/hierarchy2"/>
    <dgm:cxn modelId="{5AFA7817-21A5-47D4-AD49-3F9C789C4BBB}" type="presOf" srcId="{9660D1F3-6C69-4BBB-BE4F-E61A40804AA0}" destId="{4EE288E8-743D-41EE-9DEF-3D4EF0F391AB}" srcOrd="0" destOrd="0" presId="urn:microsoft.com/office/officeart/2005/8/layout/hierarchy2"/>
    <dgm:cxn modelId="{187FED68-DFE1-4B06-87F5-4D25EB15E66A}" type="presOf" srcId="{880673B7-C766-451E-9CAA-8DD5F53F1228}" destId="{B19A156D-E855-45A6-ABB7-A4BA67779761}" srcOrd="1" destOrd="0" presId="urn:microsoft.com/office/officeart/2005/8/layout/hierarchy2"/>
    <dgm:cxn modelId="{BF32A54A-7906-474D-8ED6-D95316026933}" type="presOf" srcId="{71FA9CED-0B00-48D7-947D-9CD41B490028}" destId="{A0A50B57-06CC-4784-B3D1-9C572B292735}" srcOrd="1" destOrd="0" presId="urn:microsoft.com/office/officeart/2005/8/layout/hierarchy2"/>
    <dgm:cxn modelId="{9FC1A54C-9E5A-4AD0-AD4F-CDBE4722C8CC}" type="presOf" srcId="{35391561-5DAF-4A9E-9170-B63B5B20CF3B}" destId="{B8A8410C-55D5-4A32-B92A-23871B960E64}" srcOrd="0" destOrd="0" presId="urn:microsoft.com/office/officeart/2005/8/layout/hierarchy2"/>
    <dgm:cxn modelId="{D5DD7B6D-232B-4D63-9B0D-6FFACAE99F8A}" srcId="{35391561-5DAF-4A9E-9170-B63B5B20CF3B}" destId="{9660D1F3-6C69-4BBB-BE4F-E61A40804AA0}" srcOrd="1" destOrd="0" parTransId="{71FA9CED-0B00-48D7-947D-9CD41B490028}" sibTransId="{25C4687F-5FF4-4B18-A43D-48A07F097E38}"/>
    <dgm:cxn modelId="{7F3CE48E-310C-45AD-845E-9B9D43046A37}" type="presOf" srcId="{2F914705-4B56-46FB-9394-4822714BA98A}" destId="{E47E17F4-8452-4631-9917-7B2F72226AA9}" srcOrd="0" destOrd="0" presId="urn:microsoft.com/office/officeart/2005/8/layout/hierarchy2"/>
    <dgm:cxn modelId="{A698F496-B9E8-4F1E-870F-E90A7709A9B0}" type="presOf" srcId="{A1C0F76A-6FD1-4779-A45E-8889099B2CD8}" destId="{28C29A15-E4F5-47A6-84A8-3CF6F59531BD}" srcOrd="1" destOrd="0" presId="urn:microsoft.com/office/officeart/2005/8/layout/hierarchy2"/>
    <dgm:cxn modelId="{6C7774A2-387A-461D-A8EA-FA947D4303DC}" type="presOf" srcId="{602AEC84-0E6D-4A04-848D-A380911301B4}" destId="{B0062EAD-82CB-4C3F-9A77-3D220F198F35}" srcOrd="0" destOrd="0" presId="urn:microsoft.com/office/officeart/2005/8/layout/hierarchy2"/>
    <dgm:cxn modelId="{ABCA0FB0-E963-4D14-A377-79F475614423}" type="presOf" srcId="{880673B7-C766-451E-9CAA-8DD5F53F1228}" destId="{D6845C3A-D8C6-4EC7-80DC-EA075C677F4D}" srcOrd="0" destOrd="0" presId="urn:microsoft.com/office/officeart/2005/8/layout/hierarchy2"/>
    <dgm:cxn modelId="{717328CA-422F-463E-88A0-90786ACFC0B3}" srcId="{35391561-5DAF-4A9E-9170-B63B5B20CF3B}" destId="{2F914705-4B56-46FB-9394-4822714BA98A}" srcOrd="0" destOrd="0" parTransId="{880673B7-C766-451E-9CAA-8DD5F53F1228}" sibTransId="{D16F0AAC-1193-435A-BAD6-6000900F8E27}"/>
    <dgm:cxn modelId="{F11224D9-54BD-4235-9029-84B9105D570B}" srcId="{35391561-5DAF-4A9E-9170-B63B5B20CF3B}" destId="{B86F6F24-9093-4939-B313-8C35A7C6605B}" srcOrd="2" destOrd="0" parTransId="{A1C0F76A-6FD1-4779-A45E-8889099B2CD8}" sibTransId="{B3D4CBFE-8706-407A-91E0-8CF3867B59D4}"/>
    <dgm:cxn modelId="{5CDF6FDB-B3F8-4A46-AD49-1BCE0294772A}" srcId="{602AEC84-0E6D-4A04-848D-A380911301B4}" destId="{35391561-5DAF-4A9E-9170-B63B5B20CF3B}" srcOrd="0" destOrd="0" parTransId="{A61B34BD-BAF6-45B7-B0D5-07A6CB2ABEBF}" sibTransId="{B9364940-88EB-4F01-8805-EC1950FE7867}"/>
    <dgm:cxn modelId="{2AF529E9-38DC-4CEE-84A3-A3E6F2AF1D86}" type="presOf" srcId="{A1C0F76A-6FD1-4779-A45E-8889099B2CD8}" destId="{3516A32D-4B44-4431-A356-211A321F1BD1}" srcOrd="0" destOrd="0" presId="urn:microsoft.com/office/officeart/2005/8/layout/hierarchy2"/>
    <dgm:cxn modelId="{4C6C23FC-0EA5-4657-8519-6BB49A22C619}" type="presOf" srcId="{B86F6F24-9093-4939-B313-8C35A7C6605B}" destId="{0468ACD6-6DF9-4743-841C-505B8DB19323}" srcOrd="0" destOrd="0" presId="urn:microsoft.com/office/officeart/2005/8/layout/hierarchy2"/>
    <dgm:cxn modelId="{E016F832-98B2-4947-9750-337951B009BB}" type="presParOf" srcId="{B0062EAD-82CB-4C3F-9A77-3D220F198F35}" destId="{904672D4-12AE-4CDB-AEC8-519BFF039517}" srcOrd="0" destOrd="0" presId="urn:microsoft.com/office/officeart/2005/8/layout/hierarchy2"/>
    <dgm:cxn modelId="{73BE466F-EC04-416B-AE3D-706532CEF341}" type="presParOf" srcId="{904672D4-12AE-4CDB-AEC8-519BFF039517}" destId="{B8A8410C-55D5-4A32-B92A-23871B960E64}" srcOrd="0" destOrd="0" presId="urn:microsoft.com/office/officeart/2005/8/layout/hierarchy2"/>
    <dgm:cxn modelId="{F5988A64-A310-4A5D-9DF1-F4F2FA70773D}" type="presParOf" srcId="{904672D4-12AE-4CDB-AEC8-519BFF039517}" destId="{D70BB75A-9CC2-4245-A967-743C70772BA5}" srcOrd="1" destOrd="0" presId="urn:microsoft.com/office/officeart/2005/8/layout/hierarchy2"/>
    <dgm:cxn modelId="{ED775DA7-6123-4F8C-BB51-5CD22DC75BE0}" type="presParOf" srcId="{D70BB75A-9CC2-4245-A967-743C70772BA5}" destId="{D6845C3A-D8C6-4EC7-80DC-EA075C677F4D}" srcOrd="0" destOrd="0" presId="urn:microsoft.com/office/officeart/2005/8/layout/hierarchy2"/>
    <dgm:cxn modelId="{36391FE8-482D-4749-8E33-4C05BA0AD052}" type="presParOf" srcId="{D6845C3A-D8C6-4EC7-80DC-EA075C677F4D}" destId="{B19A156D-E855-45A6-ABB7-A4BA67779761}" srcOrd="0" destOrd="0" presId="urn:microsoft.com/office/officeart/2005/8/layout/hierarchy2"/>
    <dgm:cxn modelId="{9CE72112-2E91-46D7-B734-3761798619F5}" type="presParOf" srcId="{D70BB75A-9CC2-4245-A967-743C70772BA5}" destId="{5EAA8F33-0AE8-45B3-8915-518F96257129}" srcOrd="1" destOrd="0" presId="urn:microsoft.com/office/officeart/2005/8/layout/hierarchy2"/>
    <dgm:cxn modelId="{D25ED1F4-2F63-4F50-9AB6-5F91110069CF}" type="presParOf" srcId="{5EAA8F33-0AE8-45B3-8915-518F96257129}" destId="{E47E17F4-8452-4631-9917-7B2F72226AA9}" srcOrd="0" destOrd="0" presId="urn:microsoft.com/office/officeart/2005/8/layout/hierarchy2"/>
    <dgm:cxn modelId="{C49C1152-613D-429E-85C4-E42D51B31F9B}" type="presParOf" srcId="{5EAA8F33-0AE8-45B3-8915-518F96257129}" destId="{01884AF8-9462-473A-8E94-71625C3BB662}" srcOrd="1" destOrd="0" presId="urn:microsoft.com/office/officeart/2005/8/layout/hierarchy2"/>
    <dgm:cxn modelId="{2ACE8B6E-4982-4450-9896-3B40223F5B91}" type="presParOf" srcId="{D70BB75A-9CC2-4245-A967-743C70772BA5}" destId="{4793DD47-4103-4A54-AF15-43B766D371DF}" srcOrd="2" destOrd="0" presId="urn:microsoft.com/office/officeart/2005/8/layout/hierarchy2"/>
    <dgm:cxn modelId="{62A3A3F7-01E0-449C-9E94-2518B74B9A0B}" type="presParOf" srcId="{4793DD47-4103-4A54-AF15-43B766D371DF}" destId="{A0A50B57-06CC-4784-B3D1-9C572B292735}" srcOrd="0" destOrd="0" presId="urn:microsoft.com/office/officeart/2005/8/layout/hierarchy2"/>
    <dgm:cxn modelId="{50217BC3-F5FC-406E-BC46-7069FE75C2C2}" type="presParOf" srcId="{D70BB75A-9CC2-4245-A967-743C70772BA5}" destId="{858EFD1A-49F2-45AE-8DAE-0F18948F5543}" srcOrd="3" destOrd="0" presId="urn:microsoft.com/office/officeart/2005/8/layout/hierarchy2"/>
    <dgm:cxn modelId="{9B486AE5-D22C-4DE1-8480-7744A8425283}" type="presParOf" srcId="{858EFD1A-49F2-45AE-8DAE-0F18948F5543}" destId="{4EE288E8-743D-41EE-9DEF-3D4EF0F391AB}" srcOrd="0" destOrd="0" presId="urn:microsoft.com/office/officeart/2005/8/layout/hierarchy2"/>
    <dgm:cxn modelId="{649145FF-0742-4697-AF81-B1B75103635A}" type="presParOf" srcId="{858EFD1A-49F2-45AE-8DAE-0F18948F5543}" destId="{F2B7381F-8BC9-48D1-907E-3C80E43BF66B}" srcOrd="1" destOrd="0" presId="urn:microsoft.com/office/officeart/2005/8/layout/hierarchy2"/>
    <dgm:cxn modelId="{74C19CEC-4C5A-4A68-8B48-A24839166550}" type="presParOf" srcId="{D70BB75A-9CC2-4245-A967-743C70772BA5}" destId="{3516A32D-4B44-4431-A356-211A321F1BD1}" srcOrd="4" destOrd="0" presId="urn:microsoft.com/office/officeart/2005/8/layout/hierarchy2"/>
    <dgm:cxn modelId="{0E627F70-84AA-4AEF-8F72-144DB02B99A6}" type="presParOf" srcId="{3516A32D-4B44-4431-A356-211A321F1BD1}" destId="{28C29A15-E4F5-47A6-84A8-3CF6F59531BD}" srcOrd="0" destOrd="0" presId="urn:microsoft.com/office/officeart/2005/8/layout/hierarchy2"/>
    <dgm:cxn modelId="{8DFAD446-9642-406E-9B7D-92A6A6C287B5}" type="presParOf" srcId="{D70BB75A-9CC2-4245-A967-743C70772BA5}" destId="{79E8210F-3DFA-4737-89B5-5C27F405F819}" srcOrd="5" destOrd="0" presId="urn:microsoft.com/office/officeart/2005/8/layout/hierarchy2"/>
    <dgm:cxn modelId="{CCE861CF-D95A-4D48-9DE6-F507285254FB}" type="presParOf" srcId="{79E8210F-3DFA-4737-89B5-5C27F405F819}" destId="{0468ACD6-6DF9-4743-841C-505B8DB19323}" srcOrd="0" destOrd="0" presId="urn:microsoft.com/office/officeart/2005/8/layout/hierarchy2"/>
    <dgm:cxn modelId="{1183D028-492A-4633-8D60-38088E3AAF0C}" type="presParOf" srcId="{79E8210F-3DFA-4737-89B5-5C27F405F819}" destId="{38C5F431-A3A3-4FA3-806B-4B9FD7D55813}"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DB725C8-280E-4740-8274-F5B3DAC784D0}"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IN"/>
        </a:p>
      </dgm:t>
    </dgm:pt>
    <dgm:pt modelId="{89CC3C03-8C54-46A3-9687-65DC95AB1203}">
      <dgm:prSet phldrT="[Text]" custT="1"/>
      <dgm:spPr/>
      <dgm:t>
        <a:bodyPr/>
        <a:lstStyle/>
        <a:p>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Multivariate Analysis</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34667808-076B-4CF2-8794-3CDAE84964F5}" type="parTrans" cxnId="{69F07C45-14A8-4315-ACF2-B024219741B9}">
      <dgm:prSet/>
      <dgm:spPr/>
      <dgm:t>
        <a:bodyPr/>
        <a:lstStyle/>
        <a:p>
          <a:endParaRPr lang="en-IN"/>
        </a:p>
      </dgm:t>
    </dgm:pt>
    <dgm:pt modelId="{B2A6434A-5A7F-438F-82A8-8F437BE03F67}" type="sibTrans" cxnId="{69F07C45-14A8-4315-ACF2-B024219741B9}">
      <dgm:prSet/>
      <dgm:spPr/>
      <dgm:t>
        <a:bodyPr/>
        <a:lstStyle/>
        <a:p>
          <a:endParaRPr lang="en-IN"/>
        </a:p>
      </dgm:t>
    </dgm:pt>
    <dgm:pt modelId="{5E8350AA-08F7-4A73-AF44-22A198F17E0C}">
      <dgm:prSet phldrT="[Text]" custT="1"/>
      <dgm:spPr/>
      <dgm: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Dependence Variable</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D6991254-7744-4E0D-9F09-8BA985D29EC4}" type="parTrans" cxnId="{1A3EE31B-DA90-4B4D-B782-43F5F3B88D44}">
      <dgm:prSet/>
      <dgm:spPr/>
      <dgm:t>
        <a:bodyPr/>
        <a:lstStyle/>
        <a:p>
          <a:endParaRPr lang="en-IN"/>
        </a:p>
      </dgm:t>
    </dgm:pt>
    <dgm:pt modelId="{1F7C5863-FE18-4478-9A8D-23297A1B9846}" type="sibTrans" cxnId="{1A3EE31B-DA90-4B4D-B782-43F5F3B88D44}">
      <dgm:prSet/>
      <dgm:spPr/>
      <dgm:t>
        <a:bodyPr/>
        <a:lstStyle/>
        <a:p>
          <a:endParaRPr lang="en-IN"/>
        </a:p>
      </dgm:t>
    </dgm:pt>
    <dgm:pt modelId="{1D034C56-CA90-4957-A9E0-0CDB593A1A86}">
      <dgm:prSet phldrT="[Text]" custT="1"/>
      <dgm:spPr/>
      <dgm: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Independence Variable</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5529E63C-1CDD-4BA1-943B-E3AC054FF51C}" type="parTrans" cxnId="{13E56190-2B7B-44E2-B1CF-B9D434ABAD4E}">
      <dgm:prSet/>
      <dgm:spPr/>
      <dgm:t>
        <a:bodyPr/>
        <a:lstStyle/>
        <a:p>
          <a:endParaRPr lang="en-IN"/>
        </a:p>
      </dgm:t>
    </dgm:pt>
    <dgm:pt modelId="{CA85DF9F-FCFD-4BCE-B228-558504C100ED}" type="sibTrans" cxnId="{13E56190-2B7B-44E2-B1CF-B9D434ABAD4E}">
      <dgm:prSet/>
      <dgm:spPr/>
      <dgm:t>
        <a:bodyPr/>
        <a:lstStyle/>
        <a:p>
          <a:endParaRPr lang="en-IN"/>
        </a:p>
      </dgm:t>
    </dgm:pt>
    <dgm:pt modelId="{C79F6EFF-EC71-46DE-A3A5-06EE4D0657A2}">
      <dgm:prSet phldrT="[Text]" custT="1"/>
      <dgm:spPr/>
      <dgm: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One dependent variable</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A2FB49BA-E239-407F-BFB9-65B224C8D57B}" type="parTrans" cxnId="{3374CB07-E0DD-4F9D-8C3A-F9C8203562E9}">
      <dgm:prSet/>
      <dgm:spPr/>
      <dgm:t>
        <a:bodyPr/>
        <a:lstStyle/>
        <a:p>
          <a:endParaRPr lang="en-IN"/>
        </a:p>
      </dgm:t>
    </dgm:pt>
    <dgm:pt modelId="{E8900DAD-CF94-4869-8D80-522ADDE7B926}" type="sibTrans" cxnId="{3374CB07-E0DD-4F9D-8C3A-F9C8203562E9}">
      <dgm:prSet/>
      <dgm:spPr/>
      <dgm:t>
        <a:bodyPr/>
        <a:lstStyle/>
        <a:p>
          <a:endParaRPr lang="en-IN"/>
        </a:p>
      </dgm:t>
    </dgm:pt>
    <dgm:pt modelId="{1F5FFCB4-A45C-43EB-86E8-D78BAC003EDB}">
      <dgm:prSet phldrT="[Text]" custT="1"/>
      <dgm:spPr/>
      <dgm: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More than One dependent variable</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7D0D8C6A-1C8B-48B0-84CF-17D594A1E5D1}" type="parTrans" cxnId="{7A7D98C8-8317-4A3E-8737-745D958B8AE1}">
      <dgm:prSet/>
      <dgm:spPr/>
      <dgm:t>
        <a:bodyPr/>
        <a:lstStyle/>
        <a:p>
          <a:endParaRPr lang="en-IN"/>
        </a:p>
      </dgm:t>
    </dgm:pt>
    <dgm:pt modelId="{AC816E8F-09C3-4F83-A772-2E2185870640}" type="sibTrans" cxnId="{7A7D98C8-8317-4A3E-8737-745D958B8AE1}">
      <dgm:prSet/>
      <dgm:spPr/>
      <dgm:t>
        <a:bodyPr/>
        <a:lstStyle/>
        <a:p>
          <a:endParaRPr lang="en-IN"/>
        </a:p>
      </dgm:t>
    </dgm:pt>
    <dgm:pt modelId="{DC358ED7-5FB3-472A-9976-37B750B9CD80}">
      <dgm:prSet phldrT="[Text]" custT="1"/>
      <dgm:spPr/>
      <dgm: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Variable interdependence</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75D2687D-09FB-4851-80E9-305AAB9805B6}" type="parTrans" cxnId="{56E14C12-2A21-4E74-BD67-BC7D59E67C4D}">
      <dgm:prSet/>
      <dgm:spPr/>
      <dgm:t>
        <a:bodyPr/>
        <a:lstStyle/>
        <a:p>
          <a:endParaRPr lang="en-IN"/>
        </a:p>
      </dgm:t>
    </dgm:pt>
    <dgm:pt modelId="{E9FB14EC-26F5-45AB-87F0-633974BF710F}" type="sibTrans" cxnId="{56E14C12-2A21-4E74-BD67-BC7D59E67C4D}">
      <dgm:prSet/>
      <dgm:spPr/>
      <dgm:t>
        <a:bodyPr/>
        <a:lstStyle/>
        <a:p>
          <a:endParaRPr lang="en-IN"/>
        </a:p>
      </dgm:t>
    </dgm:pt>
    <dgm:pt modelId="{D781522A-747C-47B8-8E21-A855793935ED}">
      <dgm:prSet phldrT="[Text]" custT="1"/>
      <dgm:spPr/>
      <dgm: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Inter object similarity</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EFF44BF0-D8DD-4482-937D-55B5A1C38025}" type="parTrans" cxnId="{F765EA8C-7214-4B5A-8F14-A157B70C2619}">
      <dgm:prSet/>
      <dgm:spPr/>
      <dgm:t>
        <a:bodyPr/>
        <a:lstStyle/>
        <a:p>
          <a:endParaRPr lang="en-IN"/>
        </a:p>
      </dgm:t>
    </dgm:pt>
    <dgm:pt modelId="{DB500B9B-6EC4-4456-990B-3E563B69A688}" type="sibTrans" cxnId="{F765EA8C-7214-4B5A-8F14-A157B70C2619}">
      <dgm:prSet/>
      <dgm:spPr/>
      <dgm:t>
        <a:bodyPr/>
        <a:lstStyle/>
        <a:p>
          <a:endParaRPr lang="en-IN"/>
        </a:p>
      </dgm:t>
    </dgm:pt>
    <dgm:pt modelId="{D2AF7D73-5D1E-4F6D-82A8-A482A3732E2A}">
      <dgm:prSet phldrT="[Text]" custT="1"/>
      <dgm:spPr/>
      <dgm: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Cross tabulation, Analysis of variance and covariance, Multiple regression, Conjoint analysis </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1246BE8C-A798-4CA9-8BA7-A1B9F667C5C0}" type="parTrans" cxnId="{3BF19C08-4975-4E0F-AF1F-79B30D7417D4}">
      <dgm:prSet/>
      <dgm:spPr/>
      <dgm:t>
        <a:bodyPr/>
        <a:lstStyle/>
        <a:p>
          <a:endParaRPr lang="en-IN"/>
        </a:p>
      </dgm:t>
    </dgm:pt>
    <dgm:pt modelId="{98B04F01-F708-41F3-8CBA-B34156EBF34B}" type="sibTrans" cxnId="{3BF19C08-4975-4E0F-AF1F-79B30D7417D4}">
      <dgm:prSet/>
      <dgm:spPr/>
      <dgm:t>
        <a:bodyPr/>
        <a:lstStyle/>
        <a:p>
          <a:endParaRPr lang="en-IN"/>
        </a:p>
      </dgm:t>
    </dgm:pt>
    <dgm:pt modelId="{00940321-EBF4-4F40-9C8C-530AA04C957D}">
      <dgm:prSet phldrT="[Text]" custT="1"/>
      <dgm:spPr/>
      <dgm: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Multivariate Analysis of variance and covariance, Canonical correlation, Multiple discriminant analysis</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425C20E6-A98E-4E6D-BC7E-8EC61C721DBC}" type="parTrans" cxnId="{A10FB88D-DF88-4D53-B6F5-6E5C1CA507C7}">
      <dgm:prSet/>
      <dgm:spPr/>
      <dgm:t>
        <a:bodyPr/>
        <a:lstStyle/>
        <a:p>
          <a:endParaRPr lang="en-IN"/>
        </a:p>
      </dgm:t>
    </dgm:pt>
    <dgm:pt modelId="{EA181D0A-5BAC-4739-B03E-35D47C1BC56E}" type="sibTrans" cxnId="{A10FB88D-DF88-4D53-B6F5-6E5C1CA507C7}">
      <dgm:prSet/>
      <dgm:spPr/>
      <dgm:t>
        <a:bodyPr/>
        <a:lstStyle/>
        <a:p>
          <a:endParaRPr lang="en-IN"/>
        </a:p>
      </dgm:t>
    </dgm:pt>
    <dgm:pt modelId="{B0380033-1364-47DD-AF9E-EB47919D3035}">
      <dgm:prSet phldrT="[Text]" custT="1"/>
      <dgm:spPr/>
      <dgm: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Factor Analysis</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886565A2-7BFC-45D2-9F3C-3EAB2665E219}" type="parTrans" cxnId="{FDAAB2E6-3F6A-42F8-BA66-7DC0B7F47F2F}">
      <dgm:prSet/>
      <dgm:spPr/>
      <dgm:t>
        <a:bodyPr/>
        <a:lstStyle/>
        <a:p>
          <a:endParaRPr lang="en-IN"/>
        </a:p>
      </dgm:t>
    </dgm:pt>
    <dgm:pt modelId="{A86B76DC-0A0A-4A81-B9A6-4A1EC0606395}" type="sibTrans" cxnId="{FDAAB2E6-3F6A-42F8-BA66-7DC0B7F47F2F}">
      <dgm:prSet/>
      <dgm:spPr/>
      <dgm:t>
        <a:bodyPr/>
        <a:lstStyle/>
        <a:p>
          <a:endParaRPr lang="en-IN"/>
        </a:p>
      </dgm:t>
    </dgm:pt>
    <dgm:pt modelId="{DBC62EC0-2DF9-4CA9-8475-000691D45242}">
      <dgm:prSet phldrT="[Text]" custT="1"/>
      <dgm:spPr/>
      <dgm: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Cluster analysis, Multidimensional scaling</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gm:t>
    </dgm:pt>
    <dgm:pt modelId="{115F11C7-FB5D-4DA2-A11F-FAD75B945139}" type="parTrans" cxnId="{FD3328B2-69EE-4397-8F45-E2FCF44EAD86}">
      <dgm:prSet/>
      <dgm:spPr/>
      <dgm:t>
        <a:bodyPr/>
        <a:lstStyle/>
        <a:p>
          <a:endParaRPr lang="en-IN"/>
        </a:p>
      </dgm:t>
    </dgm:pt>
    <dgm:pt modelId="{712826C2-AD75-4490-A69F-BB0E7DA27FC4}" type="sibTrans" cxnId="{FD3328B2-69EE-4397-8F45-E2FCF44EAD86}">
      <dgm:prSet/>
      <dgm:spPr/>
      <dgm:t>
        <a:bodyPr/>
        <a:lstStyle/>
        <a:p>
          <a:endParaRPr lang="en-IN"/>
        </a:p>
      </dgm:t>
    </dgm:pt>
    <dgm:pt modelId="{DA801815-E090-426C-B976-F04E06DEF695}" type="pres">
      <dgm:prSet presAssocID="{4DB725C8-280E-4740-8274-F5B3DAC784D0}" presName="hierChild1" presStyleCnt="0">
        <dgm:presLayoutVars>
          <dgm:orgChart val="1"/>
          <dgm:chPref val="1"/>
          <dgm:dir/>
          <dgm:animOne val="branch"/>
          <dgm:animLvl val="lvl"/>
          <dgm:resizeHandles/>
        </dgm:presLayoutVars>
      </dgm:prSet>
      <dgm:spPr/>
    </dgm:pt>
    <dgm:pt modelId="{0BEB5920-7449-4DC0-BCF4-ACDA907CCCD0}" type="pres">
      <dgm:prSet presAssocID="{89CC3C03-8C54-46A3-9687-65DC95AB1203}" presName="hierRoot1" presStyleCnt="0">
        <dgm:presLayoutVars>
          <dgm:hierBranch val="init"/>
        </dgm:presLayoutVars>
      </dgm:prSet>
      <dgm:spPr/>
    </dgm:pt>
    <dgm:pt modelId="{00BD5326-0B08-49B5-B260-71D1B41F3818}" type="pres">
      <dgm:prSet presAssocID="{89CC3C03-8C54-46A3-9687-65DC95AB1203}" presName="rootComposite1" presStyleCnt="0"/>
      <dgm:spPr/>
    </dgm:pt>
    <dgm:pt modelId="{53C1FB2D-2C0E-457B-88D7-4B02FEFFA973}" type="pres">
      <dgm:prSet presAssocID="{89CC3C03-8C54-46A3-9687-65DC95AB1203}" presName="rootText1" presStyleLbl="node0" presStyleIdx="0" presStyleCnt="1" custScaleY="73825" custLinFactNeighborY="2117">
        <dgm:presLayoutVars>
          <dgm:chPref val="3"/>
        </dgm:presLayoutVars>
      </dgm:prSet>
      <dgm:spPr/>
    </dgm:pt>
    <dgm:pt modelId="{ACD48CB2-837B-4B06-9405-D31A8902B48E}" type="pres">
      <dgm:prSet presAssocID="{89CC3C03-8C54-46A3-9687-65DC95AB1203}" presName="rootConnector1" presStyleLbl="node1" presStyleIdx="0" presStyleCnt="0"/>
      <dgm:spPr/>
    </dgm:pt>
    <dgm:pt modelId="{2913D6EC-E491-4F8B-95B9-A60A01DA4BCA}" type="pres">
      <dgm:prSet presAssocID="{89CC3C03-8C54-46A3-9687-65DC95AB1203}" presName="hierChild2" presStyleCnt="0"/>
      <dgm:spPr/>
    </dgm:pt>
    <dgm:pt modelId="{0D263B09-CF63-4599-B0DB-F39804523A14}" type="pres">
      <dgm:prSet presAssocID="{D6991254-7744-4E0D-9F09-8BA985D29EC4}" presName="Name37" presStyleLbl="parChTrans1D2" presStyleIdx="0" presStyleCnt="2"/>
      <dgm:spPr/>
    </dgm:pt>
    <dgm:pt modelId="{B70C8688-8FB9-4F15-A342-9F885372EE49}" type="pres">
      <dgm:prSet presAssocID="{5E8350AA-08F7-4A73-AF44-22A198F17E0C}" presName="hierRoot2" presStyleCnt="0">
        <dgm:presLayoutVars>
          <dgm:hierBranch val="init"/>
        </dgm:presLayoutVars>
      </dgm:prSet>
      <dgm:spPr/>
    </dgm:pt>
    <dgm:pt modelId="{73E7E852-8D9E-4931-B5DA-66E5CA455139}" type="pres">
      <dgm:prSet presAssocID="{5E8350AA-08F7-4A73-AF44-22A198F17E0C}" presName="rootComposite" presStyleCnt="0"/>
      <dgm:spPr/>
    </dgm:pt>
    <dgm:pt modelId="{901FF8F2-BC28-4B55-B6F9-C84AD4A6071B}" type="pres">
      <dgm:prSet presAssocID="{5E8350AA-08F7-4A73-AF44-22A198F17E0C}" presName="rootText" presStyleLbl="node2" presStyleIdx="0" presStyleCnt="2" custScaleY="68008">
        <dgm:presLayoutVars>
          <dgm:chPref val="3"/>
        </dgm:presLayoutVars>
      </dgm:prSet>
      <dgm:spPr/>
    </dgm:pt>
    <dgm:pt modelId="{9BE8B678-D3FB-4513-9BFA-53DB7BE65DCE}" type="pres">
      <dgm:prSet presAssocID="{5E8350AA-08F7-4A73-AF44-22A198F17E0C}" presName="rootConnector" presStyleLbl="node2" presStyleIdx="0" presStyleCnt="2"/>
      <dgm:spPr/>
    </dgm:pt>
    <dgm:pt modelId="{47312AFE-3B62-42B5-A068-0F44D80AF2F3}" type="pres">
      <dgm:prSet presAssocID="{5E8350AA-08F7-4A73-AF44-22A198F17E0C}" presName="hierChild4" presStyleCnt="0"/>
      <dgm:spPr/>
    </dgm:pt>
    <dgm:pt modelId="{6365ED2E-9ED8-43E7-8475-AFA15A7E004C}" type="pres">
      <dgm:prSet presAssocID="{A2FB49BA-E239-407F-BFB9-65B224C8D57B}" presName="Name37" presStyleLbl="parChTrans1D3" presStyleIdx="0" presStyleCnt="4"/>
      <dgm:spPr/>
    </dgm:pt>
    <dgm:pt modelId="{84636BFC-630F-40F0-85CE-F2BF7F87E47D}" type="pres">
      <dgm:prSet presAssocID="{C79F6EFF-EC71-46DE-A3A5-06EE4D0657A2}" presName="hierRoot2" presStyleCnt="0">
        <dgm:presLayoutVars>
          <dgm:hierBranch val="init"/>
        </dgm:presLayoutVars>
      </dgm:prSet>
      <dgm:spPr/>
    </dgm:pt>
    <dgm:pt modelId="{49AC7067-D7DD-495D-8A1F-F57FD762F512}" type="pres">
      <dgm:prSet presAssocID="{C79F6EFF-EC71-46DE-A3A5-06EE4D0657A2}" presName="rootComposite" presStyleCnt="0"/>
      <dgm:spPr/>
    </dgm:pt>
    <dgm:pt modelId="{8C76241E-328E-4EBB-821E-551D5DDC0F8E}" type="pres">
      <dgm:prSet presAssocID="{C79F6EFF-EC71-46DE-A3A5-06EE4D0657A2}" presName="rootText" presStyleLbl="node3" presStyleIdx="0" presStyleCnt="4" custScaleY="57754">
        <dgm:presLayoutVars>
          <dgm:chPref val="3"/>
        </dgm:presLayoutVars>
      </dgm:prSet>
      <dgm:spPr/>
    </dgm:pt>
    <dgm:pt modelId="{7E048332-2CE7-46D6-B2A7-052F393C1DB2}" type="pres">
      <dgm:prSet presAssocID="{C79F6EFF-EC71-46DE-A3A5-06EE4D0657A2}" presName="rootConnector" presStyleLbl="node3" presStyleIdx="0" presStyleCnt="4"/>
      <dgm:spPr/>
    </dgm:pt>
    <dgm:pt modelId="{4300EB57-E9B2-4409-9878-43F8B2846387}" type="pres">
      <dgm:prSet presAssocID="{C79F6EFF-EC71-46DE-A3A5-06EE4D0657A2}" presName="hierChild4" presStyleCnt="0"/>
      <dgm:spPr/>
    </dgm:pt>
    <dgm:pt modelId="{5B12707B-FF3E-4782-BD43-08A7C92E6F8D}" type="pres">
      <dgm:prSet presAssocID="{1246BE8C-A798-4CA9-8BA7-A1B9F667C5C0}" presName="Name37" presStyleLbl="parChTrans1D4" presStyleIdx="0" presStyleCnt="4"/>
      <dgm:spPr/>
    </dgm:pt>
    <dgm:pt modelId="{87BB0433-F7F9-4821-85C9-CBD94854FF22}" type="pres">
      <dgm:prSet presAssocID="{D2AF7D73-5D1E-4F6D-82A8-A482A3732E2A}" presName="hierRoot2" presStyleCnt="0">
        <dgm:presLayoutVars>
          <dgm:hierBranch val="init"/>
        </dgm:presLayoutVars>
      </dgm:prSet>
      <dgm:spPr/>
    </dgm:pt>
    <dgm:pt modelId="{7C0C06F7-1AB8-4C36-B446-98169391B914}" type="pres">
      <dgm:prSet presAssocID="{D2AF7D73-5D1E-4F6D-82A8-A482A3732E2A}" presName="rootComposite" presStyleCnt="0"/>
      <dgm:spPr/>
    </dgm:pt>
    <dgm:pt modelId="{561737F9-EDD5-421A-A25B-5EB1B9A9B88B}" type="pres">
      <dgm:prSet presAssocID="{D2AF7D73-5D1E-4F6D-82A8-A482A3732E2A}" presName="rootText" presStyleLbl="node4" presStyleIdx="0" presStyleCnt="4" custScaleX="121789" custScaleY="135271">
        <dgm:presLayoutVars>
          <dgm:chPref val="3"/>
        </dgm:presLayoutVars>
      </dgm:prSet>
      <dgm:spPr/>
    </dgm:pt>
    <dgm:pt modelId="{C60F836D-985E-4A49-8887-045A3EC71693}" type="pres">
      <dgm:prSet presAssocID="{D2AF7D73-5D1E-4F6D-82A8-A482A3732E2A}" presName="rootConnector" presStyleLbl="node4" presStyleIdx="0" presStyleCnt="4"/>
      <dgm:spPr/>
    </dgm:pt>
    <dgm:pt modelId="{30CB94D7-E8C1-4804-B153-CF71BB151FB9}" type="pres">
      <dgm:prSet presAssocID="{D2AF7D73-5D1E-4F6D-82A8-A482A3732E2A}" presName="hierChild4" presStyleCnt="0"/>
      <dgm:spPr/>
    </dgm:pt>
    <dgm:pt modelId="{C52D10AA-F263-45C4-B9E2-05BB0B6FA298}" type="pres">
      <dgm:prSet presAssocID="{D2AF7D73-5D1E-4F6D-82A8-A482A3732E2A}" presName="hierChild5" presStyleCnt="0"/>
      <dgm:spPr/>
    </dgm:pt>
    <dgm:pt modelId="{F4B3B4CF-E21C-4777-BA0C-9053F10AEBB9}" type="pres">
      <dgm:prSet presAssocID="{C79F6EFF-EC71-46DE-A3A5-06EE4D0657A2}" presName="hierChild5" presStyleCnt="0"/>
      <dgm:spPr/>
    </dgm:pt>
    <dgm:pt modelId="{3A69D41A-9F1E-4C1F-805E-33E7FDD90A64}" type="pres">
      <dgm:prSet presAssocID="{7D0D8C6A-1C8B-48B0-84CF-17D594A1E5D1}" presName="Name37" presStyleLbl="parChTrans1D3" presStyleIdx="1" presStyleCnt="4"/>
      <dgm:spPr/>
    </dgm:pt>
    <dgm:pt modelId="{53A78227-282E-4D2B-B866-0810E7747CA7}" type="pres">
      <dgm:prSet presAssocID="{1F5FFCB4-A45C-43EB-86E8-D78BAC003EDB}" presName="hierRoot2" presStyleCnt="0">
        <dgm:presLayoutVars>
          <dgm:hierBranch val="init"/>
        </dgm:presLayoutVars>
      </dgm:prSet>
      <dgm:spPr/>
    </dgm:pt>
    <dgm:pt modelId="{3F259BCF-BB45-4506-BF66-DFA9C9E7B293}" type="pres">
      <dgm:prSet presAssocID="{1F5FFCB4-A45C-43EB-86E8-D78BAC003EDB}" presName="rootComposite" presStyleCnt="0"/>
      <dgm:spPr/>
    </dgm:pt>
    <dgm:pt modelId="{290A21A8-BD0E-4B65-800E-66C6AB85052D}" type="pres">
      <dgm:prSet presAssocID="{1F5FFCB4-A45C-43EB-86E8-D78BAC003EDB}" presName="rootText" presStyleLbl="node3" presStyleIdx="1" presStyleCnt="4" custScaleY="60637">
        <dgm:presLayoutVars>
          <dgm:chPref val="3"/>
        </dgm:presLayoutVars>
      </dgm:prSet>
      <dgm:spPr/>
    </dgm:pt>
    <dgm:pt modelId="{03DBE6C8-DF6A-4508-94B4-D61F790887A8}" type="pres">
      <dgm:prSet presAssocID="{1F5FFCB4-A45C-43EB-86E8-D78BAC003EDB}" presName="rootConnector" presStyleLbl="node3" presStyleIdx="1" presStyleCnt="4"/>
      <dgm:spPr/>
    </dgm:pt>
    <dgm:pt modelId="{FD2D9C0C-3704-4E01-A666-5AB834089A1F}" type="pres">
      <dgm:prSet presAssocID="{1F5FFCB4-A45C-43EB-86E8-D78BAC003EDB}" presName="hierChild4" presStyleCnt="0"/>
      <dgm:spPr/>
    </dgm:pt>
    <dgm:pt modelId="{A41A689A-2987-4383-9A00-DF51AED44897}" type="pres">
      <dgm:prSet presAssocID="{425C20E6-A98E-4E6D-BC7E-8EC61C721DBC}" presName="Name37" presStyleLbl="parChTrans1D4" presStyleIdx="1" presStyleCnt="4"/>
      <dgm:spPr/>
    </dgm:pt>
    <dgm:pt modelId="{A29F37BC-7703-4D3D-BBF0-0A865572D4FD}" type="pres">
      <dgm:prSet presAssocID="{00940321-EBF4-4F40-9C8C-530AA04C957D}" presName="hierRoot2" presStyleCnt="0">
        <dgm:presLayoutVars>
          <dgm:hierBranch val="init"/>
        </dgm:presLayoutVars>
      </dgm:prSet>
      <dgm:spPr/>
    </dgm:pt>
    <dgm:pt modelId="{FBAD047C-8BEC-427E-B6BB-6AECA2D01B65}" type="pres">
      <dgm:prSet presAssocID="{00940321-EBF4-4F40-9C8C-530AA04C957D}" presName="rootComposite" presStyleCnt="0"/>
      <dgm:spPr/>
    </dgm:pt>
    <dgm:pt modelId="{85EAF7D5-57E7-4BBB-B2CE-3D94C14F7B5C}" type="pres">
      <dgm:prSet presAssocID="{00940321-EBF4-4F40-9C8C-530AA04C957D}" presName="rootText" presStyleLbl="node4" presStyleIdx="1" presStyleCnt="4" custScaleX="104371" custScaleY="138923">
        <dgm:presLayoutVars>
          <dgm:chPref val="3"/>
        </dgm:presLayoutVars>
      </dgm:prSet>
      <dgm:spPr/>
    </dgm:pt>
    <dgm:pt modelId="{926D496B-DAD0-4FF5-A8CB-D2255C4C8208}" type="pres">
      <dgm:prSet presAssocID="{00940321-EBF4-4F40-9C8C-530AA04C957D}" presName="rootConnector" presStyleLbl="node4" presStyleIdx="1" presStyleCnt="4"/>
      <dgm:spPr/>
    </dgm:pt>
    <dgm:pt modelId="{F1EAF5BA-1F17-4B17-9EBA-B72E39D82CD0}" type="pres">
      <dgm:prSet presAssocID="{00940321-EBF4-4F40-9C8C-530AA04C957D}" presName="hierChild4" presStyleCnt="0"/>
      <dgm:spPr/>
    </dgm:pt>
    <dgm:pt modelId="{63E76CA3-F439-4F59-9418-775B33EC2799}" type="pres">
      <dgm:prSet presAssocID="{00940321-EBF4-4F40-9C8C-530AA04C957D}" presName="hierChild5" presStyleCnt="0"/>
      <dgm:spPr/>
    </dgm:pt>
    <dgm:pt modelId="{CEC82317-EE62-443C-A581-38D5EE69079F}" type="pres">
      <dgm:prSet presAssocID="{1F5FFCB4-A45C-43EB-86E8-D78BAC003EDB}" presName="hierChild5" presStyleCnt="0"/>
      <dgm:spPr/>
    </dgm:pt>
    <dgm:pt modelId="{4B89FFA7-1599-49DD-BDB8-87C87AE53C99}" type="pres">
      <dgm:prSet presAssocID="{5E8350AA-08F7-4A73-AF44-22A198F17E0C}" presName="hierChild5" presStyleCnt="0"/>
      <dgm:spPr/>
    </dgm:pt>
    <dgm:pt modelId="{9AF91472-C00C-4827-8711-04B893C38684}" type="pres">
      <dgm:prSet presAssocID="{5529E63C-1CDD-4BA1-943B-E3AC054FF51C}" presName="Name37" presStyleLbl="parChTrans1D2" presStyleIdx="1" presStyleCnt="2"/>
      <dgm:spPr/>
    </dgm:pt>
    <dgm:pt modelId="{F068E79F-E826-4EEB-B2A4-3A7EF2AA1D82}" type="pres">
      <dgm:prSet presAssocID="{1D034C56-CA90-4957-A9E0-0CDB593A1A86}" presName="hierRoot2" presStyleCnt="0">
        <dgm:presLayoutVars>
          <dgm:hierBranch val="init"/>
        </dgm:presLayoutVars>
      </dgm:prSet>
      <dgm:spPr/>
    </dgm:pt>
    <dgm:pt modelId="{B6F51362-349F-4AC8-97E3-280818621D9D}" type="pres">
      <dgm:prSet presAssocID="{1D034C56-CA90-4957-A9E0-0CDB593A1A86}" presName="rootComposite" presStyleCnt="0"/>
      <dgm:spPr/>
    </dgm:pt>
    <dgm:pt modelId="{63FCD82C-5EE6-42FC-B032-B90F19C15840}" type="pres">
      <dgm:prSet presAssocID="{1D034C56-CA90-4957-A9E0-0CDB593A1A86}" presName="rootText" presStyleLbl="node2" presStyleIdx="1" presStyleCnt="2" custScaleY="60391">
        <dgm:presLayoutVars>
          <dgm:chPref val="3"/>
        </dgm:presLayoutVars>
      </dgm:prSet>
      <dgm:spPr/>
    </dgm:pt>
    <dgm:pt modelId="{1697813D-CD2B-4773-ACD7-C78653869D84}" type="pres">
      <dgm:prSet presAssocID="{1D034C56-CA90-4957-A9E0-0CDB593A1A86}" presName="rootConnector" presStyleLbl="node2" presStyleIdx="1" presStyleCnt="2"/>
      <dgm:spPr/>
    </dgm:pt>
    <dgm:pt modelId="{801B4579-55DC-45B7-B971-B87EBEF50DB9}" type="pres">
      <dgm:prSet presAssocID="{1D034C56-CA90-4957-A9E0-0CDB593A1A86}" presName="hierChild4" presStyleCnt="0"/>
      <dgm:spPr/>
    </dgm:pt>
    <dgm:pt modelId="{D507DA96-677B-4FC3-A495-F0A475C9F5B7}" type="pres">
      <dgm:prSet presAssocID="{75D2687D-09FB-4851-80E9-305AAB9805B6}" presName="Name37" presStyleLbl="parChTrans1D3" presStyleIdx="2" presStyleCnt="4"/>
      <dgm:spPr/>
    </dgm:pt>
    <dgm:pt modelId="{E2A5C667-648E-447E-9FDC-5F6C53AFF640}" type="pres">
      <dgm:prSet presAssocID="{DC358ED7-5FB3-472A-9976-37B750B9CD80}" presName="hierRoot2" presStyleCnt="0">
        <dgm:presLayoutVars>
          <dgm:hierBranch val="init"/>
        </dgm:presLayoutVars>
      </dgm:prSet>
      <dgm:spPr/>
    </dgm:pt>
    <dgm:pt modelId="{76A27D3E-5C11-488A-94F4-B0A201A3B119}" type="pres">
      <dgm:prSet presAssocID="{DC358ED7-5FB3-472A-9976-37B750B9CD80}" presName="rootComposite" presStyleCnt="0"/>
      <dgm:spPr/>
    </dgm:pt>
    <dgm:pt modelId="{3F34DBFE-F10D-4C11-976E-15E9C419441E}" type="pres">
      <dgm:prSet presAssocID="{DC358ED7-5FB3-472A-9976-37B750B9CD80}" presName="rootText" presStyleLbl="node3" presStyleIdx="2" presStyleCnt="4" custScaleY="72775">
        <dgm:presLayoutVars>
          <dgm:chPref val="3"/>
        </dgm:presLayoutVars>
      </dgm:prSet>
      <dgm:spPr/>
    </dgm:pt>
    <dgm:pt modelId="{A69575C2-0233-4151-A650-CD596DF5796A}" type="pres">
      <dgm:prSet presAssocID="{DC358ED7-5FB3-472A-9976-37B750B9CD80}" presName="rootConnector" presStyleLbl="node3" presStyleIdx="2" presStyleCnt="4"/>
      <dgm:spPr/>
    </dgm:pt>
    <dgm:pt modelId="{6AECC41E-E91E-4F70-A4C9-AF352163BE44}" type="pres">
      <dgm:prSet presAssocID="{DC358ED7-5FB3-472A-9976-37B750B9CD80}" presName="hierChild4" presStyleCnt="0"/>
      <dgm:spPr/>
    </dgm:pt>
    <dgm:pt modelId="{EBCD549C-F97B-4C89-A4E5-D333A397C504}" type="pres">
      <dgm:prSet presAssocID="{886565A2-7BFC-45D2-9F3C-3EAB2665E219}" presName="Name37" presStyleLbl="parChTrans1D4" presStyleIdx="2" presStyleCnt="4"/>
      <dgm:spPr/>
    </dgm:pt>
    <dgm:pt modelId="{8D3693E1-B6FE-4853-B7BD-FB9577D3C2A3}" type="pres">
      <dgm:prSet presAssocID="{B0380033-1364-47DD-AF9E-EB47919D3035}" presName="hierRoot2" presStyleCnt="0">
        <dgm:presLayoutVars>
          <dgm:hierBranch val="init"/>
        </dgm:presLayoutVars>
      </dgm:prSet>
      <dgm:spPr/>
    </dgm:pt>
    <dgm:pt modelId="{268F0091-37E9-480F-B060-01E144514C9F}" type="pres">
      <dgm:prSet presAssocID="{B0380033-1364-47DD-AF9E-EB47919D3035}" presName="rootComposite" presStyleCnt="0"/>
      <dgm:spPr/>
    </dgm:pt>
    <dgm:pt modelId="{13321E03-AE47-437F-B5A5-A9DEB4445064}" type="pres">
      <dgm:prSet presAssocID="{B0380033-1364-47DD-AF9E-EB47919D3035}" presName="rootText" presStyleLbl="node4" presStyleIdx="2" presStyleCnt="4">
        <dgm:presLayoutVars>
          <dgm:chPref val="3"/>
        </dgm:presLayoutVars>
      </dgm:prSet>
      <dgm:spPr/>
    </dgm:pt>
    <dgm:pt modelId="{30F75247-5918-4A03-A5D5-35ECA26E590A}" type="pres">
      <dgm:prSet presAssocID="{B0380033-1364-47DD-AF9E-EB47919D3035}" presName="rootConnector" presStyleLbl="node4" presStyleIdx="2" presStyleCnt="4"/>
      <dgm:spPr/>
    </dgm:pt>
    <dgm:pt modelId="{2F3A2B9D-83E2-4429-9C0B-7C04B4A67417}" type="pres">
      <dgm:prSet presAssocID="{B0380033-1364-47DD-AF9E-EB47919D3035}" presName="hierChild4" presStyleCnt="0"/>
      <dgm:spPr/>
    </dgm:pt>
    <dgm:pt modelId="{C3192061-4E62-4498-B8E2-6C0B50915906}" type="pres">
      <dgm:prSet presAssocID="{B0380033-1364-47DD-AF9E-EB47919D3035}" presName="hierChild5" presStyleCnt="0"/>
      <dgm:spPr/>
    </dgm:pt>
    <dgm:pt modelId="{2FD55F12-EBE8-432D-AB77-90A8F8FE4AA3}" type="pres">
      <dgm:prSet presAssocID="{DC358ED7-5FB3-472A-9976-37B750B9CD80}" presName="hierChild5" presStyleCnt="0"/>
      <dgm:spPr/>
    </dgm:pt>
    <dgm:pt modelId="{265D1985-B894-4FDD-AC42-335E6B340514}" type="pres">
      <dgm:prSet presAssocID="{EFF44BF0-D8DD-4482-937D-55B5A1C38025}" presName="Name37" presStyleLbl="parChTrans1D3" presStyleIdx="3" presStyleCnt="4"/>
      <dgm:spPr/>
    </dgm:pt>
    <dgm:pt modelId="{D48AD4CC-3C50-4085-93CC-F95C0FBA509F}" type="pres">
      <dgm:prSet presAssocID="{D781522A-747C-47B8-8E21-A855793935ED}" presName="hierRoot2" presStyleCnt="0">
        <dgm:presLayoutVars>
          <dgm:hierBranch val="init"/>
        </dgm:presLayoutVars>
      </dgm:prSet>
      <dgm:spPr/>
    </dgm:pt>
    <dgm:pt modelId="{BA1A7F75-93AC-404F-8AD7-FBFA121F18A3}" type="pres">
      <dgm:prSet presAssocID="{D781522A-747C-47B8-8E21-A855793935ED}" presName="rootComposite" presStyleCnt="0"/>
      <dgm:spPr/>
    </dgm:pt>
    <dgm:pt modelId="{D06364BD-E6A1-485A-88C8-42C689758D36}" type="pres">
      <dgm:prSet presAssocID="{D781522A-747C-47B8-8E21-A855793935ED}" presName="rootText" presStyleLbl="node3" presStyleIdx="3" presStyleCnt="4" custScaleY="49381">
        <dgm:presLayoutVars>
          <dgm:chPref val="3"/>
        </dgm:presLayoutVars>
      </dgm:prSet>
      <dgm:spPr/>
    </dgm:pt>
    <dgm:pt modelId="{F0D35A39-8FDA-44BC-A556-5C873B5A3A83}" type="pres">
      <dgm:prSet presAssocID="{D781522A-747C-47B8-8E21-A855793935ED}" presName="rootConnector" presStyleLbl="node3" presStyleIdx="3" presStyleCnt="4"/>
      <dgm:spPr/>
    </dgm:pt>
    <dgm:pt modelId="{3E0DE83E-7E35-4C01-A1D0-C49321C24A6A}" type="pres">
      <dgm:prSet presAssocID="{D781522A-747C-47B8-8E21-A855793935ED}" presName="hierChild4" presStyleCnt="0"/>
      <dgm:spPr/>
    </dgm:pt>
    <dgm:pt modelId="{B53E375C-3B3E-41CE-9D7E-5AF6F925CD68}" type="pres">
      <dgm:prSet presAssocID="{115F11C7-FB5D-4DA2-A11F-FAD75B945139}" presName="Name37" presStyleLbl="parChTrans1D4" presStyleIdx="3" presStyleCnt="4"/>
      <dgm:spPr/>
    </dgm:pt>
    <dgm:pt modelId="{6E15E457-C7E6-4809-AFB2-1967E8A4ED00}" type="pres">
      <dgm:prSet presAssocID="{DBC62EC0-2DF9-4CA9-8475-000691D45242}" presName="hierRoot2" presStyleCnt="0">
        <dgm:presLayoutVars>
          <dgm:hierBranch val="init"/>
        </dgm:presLayoutVars>
      </dgm:prSet>
      <dgm:spPr/>
    </dgm:pt>
    <dgm:pt modelId="{08619499-F50B-4BC4-A36D-7BE558F44CBA}" type="pres">
      <dgm:prSet presAssocID="{DBC62EC0-2DF9-4CA9-8475-000691D45242}" presName="rootComposite" presStyleCnt="0"/>
      <dgm:spPr/>
    </dgm:pt>
    <dgm:pt modelId="{D84C5871-9F06-4BD1-A4EB-A6ACFDBBFE0A}" type="pres">
      <dgm:prSet presAssocID="{DBC62EC0-2DF9-4CA9-8475-000691D45242}" presName="rootText" presStyleLbl="node4" presStyleIdx="3" presStyleCnt="4">
        <dgm:presLayoutVars>
          <dgm:chPref val="3"/>
        </dgm:presLayoutVars>
      </dgm:prSet>
      <dgm:spPr/>
    </dgm:pt>
    <dgm:pt modelId="{23C5A299-F83B-4BB5-A566-7E7CD43FA1AB}" type="pres">
      <dgm:prSet presAssocID="{DBC62EC0-2DF9-4CA9-8475-000691D45242}" presName="rootConnector" presStyleLbl="node4" presStyleIdx="3" presStyleCnt="4"/>
      <dgm:spPr/>
    </dgm:pt>
    <dgm:pt modelId="{D634BE4A-7828-4451-A624-D1184D33C03B}" type="pres">
      <dgm:prSet presAssocID="{DBC62EC0-2DF9-4CA9-8475-000691D45242}" presName="hierChild4" presStyleCnt="0"/>
      <dgm:spPr/>
    </dgm:pt>
    <dgm:pt modelId="{5579C72F-93E4-4EEB-B999-5512F8F88B46}" type="pres">
      <dgm:prSet presAssocID="{DBC62EC0-2DF9-4CA9-8475-000691D45242}" presName="hierChild5" presStyleCnt="0"/>
      <dgm:spPr/>
    </dgm:pt>
    <dgm:pt modelId="{D6BDFFD2-4341-4C61-8B9F-231DC742385E}" type="pres">
      <dgm:prSet presAssocID="{D781522A-747C-47B8-8E21-A855793935ED}" presName="hierChild5" presStyleCnt="0"/>
      <dgm:spPr/>
    </dgm:pt>
    <dgm:pt modelId="{E9BC6E73-8706-49D4-A71E-2593786E364A}" type="pres">
      <dgm:prSet presAssocID="{1D034C56-CA90-4957-A9E0-0CDB593A1A86}" presName="hierChild5" presStyleCnt="0"/>
      <dgm:spPr/>
    </dgm:pt>
    <dgm:pt modelId="{929974A2-85F2-4FB6-8B73-6B27C1B90CF7}" type="pres">
      <dgm:prSet presAssocID="{89CC3C03-8C54-46A3-9687-65DC95AB1203}" presName="hierChild3" presStyleCnt="0"/>
      <dgm:spPr/>
    </dgm:pt>
  </dgm:ptLst>
  <dgm:cxnLst>
    <dgm:cxn modelId="{2E05A701-404C-404F-8D64-2AD266AE1191}" type="presOf" srcId="{DBC62EC0-2DF9-4CA9-8475-000691D45242}" destId="{D84C5871-9F06-4BD1-A4EB-A6ACFDBBFE0A}" srcOrd="0" destOrd="0" presId="urn:microsoft.com/office/officeart/2005/8/layout/orgChart1"/>
    <dgm:cxn modelId="{3374CB07-E0DD-4F9D-8C3A-F9C8203562E9}" srcId="{5E8350AA-08F7-4A73-AF44-22A198F17E0C}" destId="{C79F6EFF-EC71-46DE-A3A5-06EE4D0657A2}" srcOrd="0" destOrd="0" parTransId="{A2FB49BA-E239-407F-BFB9-65B224C8D57B}" sibTransId="{E8900DAD-CF94-4869-8D80-522ADDE7B926}"/>
    <dgm:cxn modelId="{3BF19C08-4975-4E0F-AF1F-79B30D7417D4}" srcId="{C79F6EFF-EC71-46DE-A3A5-06EE4D0657A2}" destId="{D2AF7D73-5D1E-4F6D-82A8-A482A3732E2A}" srcOrd="0" destOrd="0" parTransId="{1246BE8C-A798-4CA9-8BA7-A1B9F667C5C0}" sibTransId="{98B04F01-F708-41F3-8CBA-B34156EBF34B}"/>
    <dgm:cxn modelId="{263D000E-13CE-4E00-9B9C-F5581AFC60B3}" type="presOf" srcId="{7D0D8C6A-1C8B-48B0-84CF-17D594A1E5D1}" destId="{3A69D41A-9F1E-4C1F-805E-33E7FDD90A64}" srcOrd="0" destOrd="0" presId="urn:microsoft.com/office/officeart/2005/8/layout/orgChart1"/>
    <dgm:cxn modelId="{56E14C12-2A21-4E74-BD67-BC7D59E67C4D}" srcId="{1D034C56-CA90-4957-A9E0-0CDB593A1A86}" destId="{DC358ED7-5FB3-472A-9976-37B750B9CD80}" srcOrd="0" destOrd="0" parTransId="{75D2687D-09FB-4851-80E9-305AAB9805B6}" sibTransId="{E9FB14EC-26F5-45AB-87F0-633974BF710F}"/>
    <dgm:cxn modelId="{1A3EE31B-DA90-4B4D-B782-43F5F3B88D44}" srcId="{89CC3C03-8C54-46A3-9687-65DC95AB1203}" destId="{5E8350AA-08F7-4A73-AF44-22A198F17E0C}" srcOrd="0" destOrd="0" parTransId="{D6991254-7744-4E0D-9F09-8BA985D29EC4}" sibTransId="{1F7C5863-FE18-4478-9A8D-23297A1B9846}"/>
    <dgm:cxn modelId="{D0C5B81C-58E6-47EC-8F76-E0155E2F7B8E}" type="presOf" srcId="{886565A2-7BFC-45D2-9F3C-3EAB2665E219}" destId="{EBCD549C-F97B-4C89-A4E5-D333A397C504}" srcOrd="0" destOrd="0" presId="urn:microsoft.com/office/officeart/2005/8/layout/orgChart1"/>
    <dgm:cxn modelId="{F92B9222-A9A0-4EC5-AEB8-17CD5FFEDED7}" type="presOf" srcId="{B0380033-1364-47DD-AF9E-EB47919D3035}" destId="{13321E03-AE47-437F-B5A5-A9DEB4445064}" srcOrd="0" destOrd="0" presId="urn:microsoft.com/office/officeart/2005/8/layout/orgChart1"/>
    <dgm:cxn modelId="{A78ED425-088B-4261-9D84-2BAD65404C75}" type="presOf" srcId="{D6991254-7744-4E0D-9F09-8BA985D29EC4}" destId="{0D263B09-CF63-4599-B0DB-F39804523A14}" srcOrd="0" destOrd="0" presId="urn:microsoft.com/office/officeart/2005/8/layout/orgChart1"/>
    <dgm:cxn modelId="{C992D226-4575-45EA-99DA-9B7C375D8A2F}" type="presOf" srcId="{00940321-EBF4-4F40-9C8C-530AA04C957D}" destId="{85EAF7D5-57E7-4BBB-B2CE-3D94C14F7B5C}" srcOrd="0" destOrd="0" presId="urn:microsoft.com/office/officeart/2005/8/layout/orgChart1"/>
    <dgm:cxn modelId="{2A4A952D-F17F-4C59-90E4-CE39E61AA548}" type="presOf" srcId="{D781522A-747C-47B8-8E21-A855793935ED}" destId="{F0D35A39-8FDA-44BC-A556-5C873B5A3A83}" srcOrd="1" destOrd="0" presId="urn:microsoft.com/office/officeart/2005/8/layout/orgChart1"/>
    <dgm:cxn modelId="{786EA32E-5E9B-4AD5-B2AA-6A4AF6E90901}" type="presOf" srcId="{89CC3C03-8C54-46A3-9687-65DC95AB1203}" destId="{ACD48CB2-837B-4B06-9405-D31A8902B48E}" srcOrd="1" destOrd="0" presId="urn:microsoft.com/office/officeart/2005/8/layout/orgChart1"/>
    <dgm:cxn modelId="{9B7FF233-1995-460B-B777-ED6346F96794}" type="presOf" srcId="{C79F6EFF-EC71-46DE-A3A5-06EE4D0657A2}" destId="{8C76241E-328E-4EBB-821E-551D5DDC0F8E}" srcOrd="0" destOrd="0" presId="urn:microsoft.com/office/officeart/2005/8/layout/orgChart1"/>
    <dgm:cxn modelId="{8D360F5D-1612-4CE8-987A-09A73C5C8EBF}" type="presOf" srcId="{1D034C56-CA90-4957-A9E0-0CDB593A1A86}" destId="{63FCD82C-5EE6-42FC-B032-B90F19C15840}" srcOrd="0" destOrd="0" presId="urn:microsoft.com/office/officeart/2005/8/layout/orgChart1"/>
    <dgm:cxn modelId="{7EB3F75D-BA9D-47B9-B369-EB6F33EADA04}" type="presOf" srcId="{115F11C7-FB5D-4DA2-A11F-FAD75B945139}" destId="{B53E375C-3B3E-41CE-9D7E-5AF6F925CD68}" srcOrd="0" destOrd="0" presId="urn:microsoft.com/office/officeart/2005/8/layout/orgChart1"/>
    <dgm:cxn modelId="{69F07C45-14A8-4315-ACF2-B024219741B9}" srcId="{4DB725C8-280E-4740-8274-F5B3DAC784D0}" destId="{89CC3C03-8C54-46A3-9687-65DC95AB1203}" srcOrd="0" destOrd="0" parTransId="{34667808-076B-4CF2-8794-3CDAE84964F5}" sibTransId="{B2A6434A-5A7F-438F-82A8-8F437BE03F67}"/>
    <dgm:cxn modelId="{59748A6F-A988-425F-800C-BB13FC4991B2}" type="presOf" srcId="{75D2687D-09FB-4851-80E9-305AAB9805B6}" destId="{D507DA96-677B-4FC3-A495-F0A475C9F5B7}" srcOrd="0" destOrd="0" presId="urn:microsoft.com/office/officeart/2005/8/layout/orgChart1"/>
    <dgm:cxn modelId="{8CC0D878-99D2-4FB2-B7E7-A1DAE80C7BCC}" type="presOf" srcId="{1246BE8C-A798-4CA9-8BA7-A1B9F667C5C0}" destId="{5B12707B-FF3E-4782-BD43-08A7C92E6F8D}" srcOrd="0" destOrd="0" presId="urn:microsoft.com/office/officeart/2005/8/layout/orgChart1"/>
    <dgm:cxn modelId="{2CE9FB7A-DA0F-490C-A50D-623912054750}" type="presOf" srcId="{425C20E6-A98E-4E6D-BC7E-8EC61C721DBC}" destId="{A41A689A-2987-4383-9A00-DF51AED44897}" srcOrd="0" destOrd="0" presId="urn:microsoft.com/office/officeart/2005/8/layout/orgChart1"/>
    <dgm:cxn modelId="{1E3BD582-E738-46AD-8562-7726F946ABD7}" type="presOf" srcId="{D781522A-747C-47B8-8E21-A855793935ED}" destId="{D06364BD-E6A1-485A-88C8-42C689758D36}" srcOrd="0" destOrd="0" presId="urn:microsoft.com/office/officeart/2005/8/layout/orgChart1"/>
    <dgm:cxn modelId="{08190B88-EDA2-4809-A897-191ED3B279EC}" type="presOf" srcId="{DC358ED7-5FB3-472A-9976-37B750B9CD80}" destId="{3F34DBFE-F10D-4C11-976E-15E9C419441E}" srcOrd="0" destOrd="0" presId="urn:microsoft.com/office/officeart/2005/8/layout/orgChart1"/>
    <dgm:cxn modelId="{F765EA8C-7214-4B5A-8F14-A157B70C2619}" srcId="{1D034C56-CA90-4957-A9E0-0CDB593A1A86}" destId="{D781522A-747C-47B8-8E21-A855793935ED}" srcOrd="1" destOrd="0" parTransId="{EFF44BF0-D8DD-4482-937D-55B5A1C38025}" sibTransId="{DB500B9B-6EC4-4456-990B-3E563B69A688}"/>
    <dgm:cxn modelId="{A10FB88D-DF88-4D53-B6F5-6E5C1CA507C7}" srcId="{1F5FFCB4-A45C-43EB-86E8-D78BAC003EDB}" destId="{00940321-EBF4-4F40-9C8C-530AA04C957D}" srcOrd="0" destOrd="0" parTransId="{425C20E6-A98E-4E6D-BC7E-8EC61C721DBC}" sibTransId="{EA181D0A-5BAC-4739-B03E-35D47C1BC56E}"/>
    <dgm:cxn modelId="{13E56190-2B7B-44E2-B1CF-B9D434ABAD4E}" srcId="{89CC3C03-8C54-46A3-9687-65DC95AB1203}" destId="{1D034C56-CA90-4957-A9E0-0CDB593A1A86}" srcOrd="1" destOrd="0" parTransId="{5529E63C-1CDD-4BA1-943B-E3AC054FF51C}" sibTransId="{CA85DF9F-FCFD-4BCE-B228-558504C100ED}"/>
    <dgm:cxn modelId="{F6683797-8CCF-4626-A1B8-41F83A7DEDC2}" type="presOf" srcId="{1F5FFCB4-A45C-43EB-86E8-D78BAC003EDB}" destId="{290A21A8-BD0E-4B65-800E-66C6AB85052D}" srcOrd="0" destOrd="0" presId="urn:microsoft.com/office/officeart/2005/8/layout/orgChart1"/>
    <dgm:cxn modelId="{DDD76098-6537-4D74-89BD-6634D953DD1E}" type="presOf" srcId="{C79F6EFF-EC71-46DE-A3A5-06EE4D0657A2}" destId="{7E048332-2CE7-46D6-B2A7-052F393C1DB2}" srcOrd="1" destOrd="0" presId="urn:microsoft.com/office/officeart/2005/8/layout/orgChart1"/>
    <dgm:cxn modelId="{CE197B9A-4E1E-42C9-B634-32B4E4980713}" type="presOf" srcId="{4DB725C8-280E-4740-8274-F5B3DAC784D0}" destId="{DA801815-E090-426C-B976-F04E06DEF695}" srcOrd="0" destOrd="0" presId="urn:microsoft.com/office/officeart/2005/8/layout/orgChart1"/>
    <dgm:cxn modelId="{ACBA3B9D-45C2-47A8-B4CB-02588513B823}" type="presOf" srcId="{EFF44BF0-D8DD-4482-937D-55B5A1C38025}" destId="{265D1985-B894-4FDD-AC42-335E6B340514}" srcOrd="0" destOrd="0" presId="urn:microsoft.com/office/officeart/2005/8/layout/orgChart1"/>
    <dgm:cxn modelId="{348DA4A3-239E-4D5D-A888-8214187EC8DB}" type="presOf" srcId="{00940321-EBF4-4F40-9C8C-530AA04C957D}" destId="{926D496B-DAD0-4FF5-A8CB-D2255C4C8208}" srcOrd="1" destOrd="0" presId="urn:microsoft.com/office/officeart/2005/8/layout/orgChart1"/>
    <dgm:cxn modelId="{F9F65BA9-4C47-4D1A-AD9A-4F48253C9489}" type="presOf" srcId="{DBC62EC0-2DF9-4CA9-8475-000691D45242}" destId="{23C5A299-F83B-4BB5-A566-7E7CD43FA1AB}" srcOrd="1" destOrd="0" presId="urn:microsoft.com/office/officeart/2005/8/layout/orgChart1"/>
    <dgm:cxn modelId="{5F30A9AE-619B-4964-B1A0-DE23A412D0E7}" type="presOf" srcId="{D2AF7D73-5D1E-4F6D-82A8-A482A3732E2A}" destId="{C60F836D-985E-4A49-8887-045A3EC71693}" srcOrd="1" destOrd="0" presId="urn:microsoft.com/office/officeart/2005/8/layout/orgChart1"/>
    <dgm:cxn modelId="{ED717CB1-9FC3-4A8A-B3AE-FAD19C8F3BE7}" type="presOf" srcId="{1D034C56-CA90-4957-A9E0-0CDB593A1A86}" destId="{1697813D-CD2B-4773-ACD7-C78653869D84}" srcOrd="1" destOrd="0" presId="urn:microsoft.com/office/officeart/2005/8/layout/orgChart1"/>
    <dgm:cxn modelId="{FD3328B2-69EE-4397-8F45-E2FCF44EAD86}" srcId="{D781522A-747C-47B8-8E21-A855793935ED}" destId="{DBC62EC0-2DF9-4CA9-8475-000691D45242}" srcOrd="0" destOrd="0" parTransId="{115F11C7-FB5D-4DA2-A11F-FAD75B945139}" sibTransId="{712826C2-AD75-4490-A69F-BB0E7DA27FC4}"/>
    <dgm:cxn modelId="{AB9384C0-F200-49CF-8FD9-F9AF04E3C2B9}" type="presOf" srcId="{DC358ED7-5FB3-472A-9976-37B750B9CD80}" destId="{A69575C2-0233-4151-A650-CD596DF5796A}" srcOrd="1" destOrd="0" presId="urn:microsoft.com/office/officeart/2005/8/layout/orgChart1"/>
    <dgm:cxn modelId="{7A7D98C8-8317-4A3E-8737-745D958B8AE1}" srcId="{5E8350AA-08F7-4A73-AF44-22A198F17E0C}" destId="{1F5FFCB4-A45C-43EB-86E8-D78BAC003EDB}" srcOrd="1" destOrd="0" parTransId="{7D0D8C6A-1C8B-48B0-84CF-17D594A1E5D1}" sibTransId="{AC816E8F-09C3-4F83-A772-2E2185870640}"/>
    <dgm:cxn modelId="{9EBB01C9-4520-46D4-B9F9-287F0ED1C392}" type="presOf" srcId="{D2AF7D73-5D1E-4F6D-82A8-A482A3732E2A}" destId="{561737F9-EDD5-421A-A25B-5EB1B9A9B88B}" srcOrd="0" destOrd="0" presId="urn:microsoft.com/office/officeart/2005/8/layout/orgChart1"/>
    <dgm:cxn modelId="{E6ACEBD3-02BC-428D-8C8C-391084CD2D03}" type="presOf" srcId="{1F5FFCB4-A45C-43EB-86E8-D78BAC003EDB}" destId="{03DBE6C8-DF6A-4508-94B4-D61F790887A8}" srcOrd="1" destOrd="0" presId="urn:microsoft.com/office/officeart/2005/8/layout/orgChart1"/>
    <dgm:cxn modelId="{C0C922DE-EF52-4CB5-95CC-01E968D27C84}" type="presOf" srcId="{5E8350AA-08F7-4A73-AF44-22A198F17E0C}" destId="{901FF8F2-BC28-4B55-B6F9-C84AD4A6071B}" srcOrd="0" destOrd="0" presId="urn:microsoft.com/office/officeart/2005/8/layout/orgChart1"/>
    <dgm:cxn modelId="{E977A2E2-C95D-439D-92C1-A5C2A7CC647F}" type="presOf" srcId="{5E8350AA-08F7-4A73-AF44-22A198F17E0C}" destId="{9BE8B678-D3FB-4513-9BFA-53DB7BE65DCE}" srcOrd="1" destOrd="0" presId="urn:microsoft.com/office/officeart/2005/8/layout/orgChart1"/>
    <dgm:cxn modelId="{FDAAB2E6-3F6A-42F8-BA66-7DC0B7F47F2F}" srcId="{DC358ED7-5FB3-472A-9976-37B750B9CD80}" destId="{B0380033-1364-47DD-AF9E-EB47919D3035}" srcOrd="0" destOrd="0" parTransId="{886565A2-7BFC-45D2-9F3C-3EAB2665E219}" sibTransId="{A86B76DC-0A0A-4A81-B9A6-4A1EC0606395}"/>
    <dgm:cxn modelId="{AF5947E7-2AFE-4FFA-85C0-EC684937A85B}" type="presOf" srcId="{5529E63C-1CDD-4BA1-943B-E3AC054FF51C}" destId="{9AF91472-C00C-4827-8711-04B893C38684}" srcOrd="0" destOrd="0" presId="urn:microsoft.com/office/officeart/2005/8/layout/orgChart1"/>
    <dgm:cxn modelId="{A747E3ED-3483-4818-B03A-353D1E927D1F}" type="presOf" srcId="{89CC3C03-8C54-46A3-9687-65DC95AB1203}" destId="{53C1FB2D-2C0E-457B-88D7-4B02FEFFA973}" srcOrd="0" destOrd="0" presId="urn:microsoft.com/office/officeart/2005/8/layout/orgChart1"/>
    <dgm:cxn modelId="{3E410FF2-2EC0-4D54-B750-C88A13EB7FC5}" type="presOf" srcId="{B0380033-1364-47DD-AF9E-EB47919D3035}" destId="{30F75247-5918-4A03-A5D5-35ECA26E590A}" srcOrd="1" destOrd="0" presId="urn:microsoft.com/office/officeart/2005/8/layout/orgChart1"/>
    <dgm:cxn modelId="{DC98E9FD-1AF7-4074-8E12-52F0635F2EAC}" type="presOf" srcId="{A2FB49BA-E239-407F-BFB9-65B224C8D57B}" destId="{6365ED2E-9ED8-43E7-8475-AFA15A7E004C}" srcOrd="0" destOrd="0" presId="urn:microsoft.com/office/officeart/2005/8/layout/orgChart1"/>
    <dgm:cxn modelId="{A7EB73BD-464C-4FFA-BDA7-7B0CEDB45C70}" type="presParOf" srcId="{DA801815-E090-426C-B976-F04E06DEF695}" destId="{0BEB5920-7449-4DC0-BCF4-ACDA907CCCD0}" srcOrd="0" destOrd="0" presId="urn:microsoft.com/office/officeart/2005/8/layout/orgChart1"/>
    <dgm:cxn modelId="{540B25AB-D116-48C0-84CF-C2742DD57CE3}" type="presParOf" srcId="{0BEB5920-7449-4DC0-BCF4-ACDA907CCCD0}" destId="{00BD5326-0B08-49B5-B260-71D1B41F3818}" srcOrd="0" destOrd="0" presId="urn:microsoft.com/office/officeart/2005/8/layout/orgChart1"/>
    <dgm:cxn modelId="{DF4E531C-0318-46F2-853C-D64119396905}" type="presParOf" srcId="{00BD5326-0B08-49B5-B260-71D1B41F3818}" destId="{53C1FB2D-2C0E-457B-88D7-4B02FEFFA973}" srcOrd="0" destOrd="0" presId="urn:microsoft.com/office/officeart/2005/8/layout/orgChart1"/>
    <dgm:cxn modelId="{B38A6158-4645-4071-95A0-32007E530B73}" type="presParOf" srcId="{00BD5326-0B08-49B5-B260-71D1B41F3818}" destId="{ACD48CB2-837B-4B06-9405-D31A8902B48E}" srcOrd="1" destOrd="0" presId="urn:microsoft.com/office/officeart/2005/8/layout/orgChart1"/>
    <dgm:cxn modelId="{C100D0B9-C02B-4607-AD5C-66F40F5560BE}" type="presParOf" srcId="{0BEB5920-7449-4DC0-BCF4-ACDA907CCCD0}" destId="{2913D6EC-E491-4F8B-95B9-A60A01DA4BCA}" srcOrd="1" destOrd="0" presId="urn:microsoft.com/office/officeart/2005/8/layout/orgChart1"/>
    <dgm:cxn modelId="{9EDF0510-22E5-4F38-B9CB-B0D7DABC95A0}" type="presParOf" srcId="{2913D6EC-E491-4F8B-95B9-A60A01DA4BCA}" destId="{0D263B09-CF63-4599-B0DB-F39804523A14}" srcOrd="0" destOrd="0" presId="urn:microsoft.com/office/officeart/2005/8/layout/orgChart1"/>
    <dgm:cxn modelId="{05C8AD15-27BB-4327-983D-CE5253736733}" type="presParOf" srcId="{2913D6EC-E491-4F8B-95B9-A60A01DA4BCA}" destId="{B70C8688-8FB9-4F15-A342-9F885372EE49}" srcOrd="1" destOrd="0" presId="urn:microsoft.com/office/officeart/2005/8/layout/orgChart1"/>
    <dgm:cxn modelId="{E3A8D7E9-85AD-4EFC-A7D8-A9E3566EE00E}" type="presParOf" srcId="{B70C8688-8FB9-4F15-A342-9F885372EE49}" destId="{73E7E852-8D9E-4931-B5DA-66E5CA455139}" srcOrd="0" destOrd="0" presId="urn:microsoft.com/office/officeart/2005/8/layout/orgChart1"/>
    <dgm:cxn modelId="{B1BB300B-A3D7-4E9F-AC91-A9F713626E56}" type="presParOf" srcId="{73E7E852-8D9E-4931-B5DA-66E5CA455139}" destId="{901FF8F2-BC28-4B55-B6F9-C84AD4A6071B}" srcOrd="0" destOrd="0" presId="urn:microsoft.com/office/officeart/2005/8/layout/orgChart1"/>
    <dgm:cxn modelId="{D0636618-7E2F-4D8F-A9F8-771C50011BD7}" type="presParOf" srcId="{73E7E852-8D9E-4931-B5DA-66E5CA455139}" destId="{9BE8B678-D3FB-4513-9BFA-53DB7BE65DCE}" srcOrd="1" destOrd="0" presId="urn:microsoft.com/office/officeart/2005/8/layout/orgChart1"/>
    <dgm:cxn modelId="{AF6E4777-BEAE-48FC-AB59-1BC26DAB932C}" type="presParOf" srcId="{B70C8688-8FB9-4F15-A342-9F885372EE49}" destId="{47312AFE-3B62-42B5-A068-0F44D80AF2F3}" srcOrd="1" destOrd="0" presId="urn:microsoft.com/office/officeart/2005/8/layout/orgChart1"/>
    <dgm:cxn modelId="{50EF536A-4E3A-426B-98FC-DDBE6AB18B3C}" type="presParOf" srcId="{47312AFE-3B62-42B5-A068-0F44D80AF2F3}" destId="{6365ED2E-9ED8-43E7-8475-AFA15A7E004C}" srcOrd="0" destOrd="0" presId="urn:microsoft.com/office/officeart/2005/8/layout/orgChart1"/>
    <dgm:cxn modelId="{A1B6CE5A-3EE5-4831-8AEA-0E09FC3D586B}" type="presParOf" srcId="{47312AFE-3B62-42B5-A068-0F44D80AF2F3}" destId="{84636BFC-630F-40F0-85CE-F2BF7F87E47D}" srcOrd="1" destOrd="0" presId="urn:microsoft.com/office/officeart/2005/8/layout/orgChart1"/>
    <dgm:cxn modelId="{25B3C2F4-F76C-4D50-B37B-BFA30F7B8EFC}" type="presParOf" srcId="{84636BFC-630F-40F0-85CE-F2BF7F87E47D}" destId="{49AC7067-D7DD-495D-8A1F-F57FD762F512}" srcOrd="0" destOrd="0" presId="urn:microsoft.com/office/officeart/2005/8/layout/orgChart1"/>
    <dgm:cxn modelId="{BE67A4E7-549E-41F8-8060-A2D6FE8895C7}" type="presParOf" srcId="{49AC7067-D7DD-495D-8A1F-F57FD762F512}" destId="{8C76241E-328E-4EBB-821E-551D5DDC0F8E}" srcOrd="0" destOrd="0" presId="urn:microsoft.com/office/officeart/2005/8/layout/orgChart1"/>
    <dgm:cxn modelId="{43478AB6-1715-4067-83CB-A7021B7F55F4}" type="presParOf" srcId="{49AC7067-D7DD-495D-8A1F-F57FD762F512}" destId="{7E048332-2CE7-46D6-B2A7-052F393C1DB2}" srcOrd="1" destOrd="0" presId="urn:microsoft.com/office/officeart/2005/8/layout/orgChart1"/>
    <dgm:cxn modelId="{7A1ED09D-C49D-4597-A53B-590CDAD11595}" type="presParOf" srcId="{84636BFC-630F-40F0-85CE-F2BF7F87E47D}" destId="{4300EB57-E9B2-4409-9878-43F8B2846387}" srcOrd="1" destOrd="0" presId="urn:microsoft.com/office/officeart/2005/8/layout/orgChart1"/>
    <dgm:cxn modelId="{DB7DFFC8-2688-4C30-93C3-7DCF11CD3EB0}" type="presParOf" srcId="{4300EB57-E9B2-4409-9878-43F8B2846387}" destId="{5B12707B-FF3E-4782-BD43-08A7C92E6F8D}" srcOrd="0" destOrd="0" presId="urn:microsoft.com/office/officeart/2005/8/layout/orgChart1"/>
    <dgm:cxn modelId="{814F3AEF-17B7-4236-84EE-95E725A23911}" type="presParOf" srcId="{4300EB57-E9B2-4409-9878-43F8B2846387}" destId="{87BB0433-F7F9-4821-85C9-CBD94854FF22}" srcOrd="1" destOrd="0" presId="urn:microsoft.com/office/officeart/2005/8/layout/orgChart1"/>
    <dgm:cxn modelId="{849E0D07-46EF-432B-A3B8-6C39467D14DB}" type="presParOf" srcId="{87BB0433-F7F9-4821-85C9-CBD94854FF22}" destId="{7C0C06F7-1AB8-4C36-B446-98169391B914}" srcOrd="0" destOrd="0" presId="urn:microsoft.com/office/officeart/2005/8/layout/orgChart1"/>
    <dgm:cxn modelId="{31D389EA-1845-4823-BA7D-D7BCED5E8100}" type="presParOf" srcId="{7C0C06F7-1AB8-4C36-B446-98169391B914}" destId="{561737F9-EDD5-421A-A25B-5EB1B9A9B88B}" srcOrd="0" destOrd="0" presId="urn:microsoft.com/office/officeart/2005/8/layout/orgChart1"/>
    <dgm:cxn modelId="{BF63BA74-42C4-482E-BB16-5DCE3A68E5D0}" type="presParOf" srcId="{7C0C06F7-1AB8-4C36-B446-98169391B914}" destId="{C60F836D-985E-4A49-8887-045A3EC71693}" srcOrd="1" destOrd="0" presId="urn:microsoft.com/office/officeart/2005/8/layout/orgChart1"/>
    <dgm:cxn modelId="{26861CD3-E981-4734-80F9-0E3208D118A4}" type="presParOf" srcId="{87BB0433-F7F9-4821-85C9-CBD94854FF22}" destId="{30CB94D7-E8C1-4804-B153-CF71BB151FB9}" srcOrd="1" destOrd="0" presId="urn:microsoft.com/office/officeart/2005/8/layout/orgChart1"/>
    <dgm:cxn modelId="{FD706EEC-200A-4E20-8C0E-BA62B1511B6D}" type="presParOf" srcId="{87BB0433-F7F9-4821-85C9-CBD94854FF22}" destId="{C52D10AA-F263-45C4-B9E2-05BB0B6FA298}" srcOrd="2" destOrd="0" presId="urn:microsoft.com/office/officeart/2005/8/layout/orgChart1"/>
    <dgm:cxn modelId="{B3C19CD1-B167-4A67-95CB-9BC378263956}" type="presParOf" srcId="{84636BFC-630F-40F0-85CE-F2BF7F87E47D}" destId="{F4B3B4CF-E21C-4777-BA0C-9053F10AEBB9}" srcOrd="2" destOrd="0" presId="urn:microsoft.com/office/officeart/2005/8/layout/orgChart1"/>
    <dgm:cxn modelId="{D5D6934D-46CC-4202-B375-154C16326885}" type="presParOf" srcId="{47312AFE-3B62-42B5-A068-0F44D80AF2F3}" destId="{3A69D41A-9F1E-4C1F-805E-33E7FDD90A64}" srcOrd="2" destOrd="0" presId="urn:microsoft.com/office/officeart/2005/8/layout/orgChart1"/>
    <dgm:cxn modelId="{5C55BAD9-C50F-4A45-A5BD-0DAE3048140B}" type="presParOf" srcId="{47312AFE-3B62-42B5-A068-0F44D80AF2F3}" destId="{53A78227-282E-4D2B-B866-0810E7747CA7}" srcOrd="3" destOrd="0" presId="urn:microsoft.com/office/officeart/2005/8/layout/orgChart1"/>
    <dgm:cxn modelId="{5C6C4B29-298F-478D-8687-E654B5F827E4}" type="presParOf" srcId="{53A78227-282E-4D2B-B866-0810E7747CA7}" destId="{3F259BCF-BB45-4506-BF66-DFA9C9E7B293}" srcOrd="0" destOrd="0" presId="urn:microsoft.com/office/officeart/2005/8/layout/orgChart1"/>
    <dgm:cxn modelId="{8756F6F6-1BB8-420F-905C-6E1AB6FA1AD5}" type="presParOf" srcId="{3F259BCF-BB45-4506-BF66-DFA9C9E7B293}" destId="{290A21A8-BD0E-4B65-800E-66C6AB85052D}" srcOrd="0" destOrd="0" presId="urn:microsoft.com/office/officeart/2005/8/layout/orgChart1"/>
    <dgm:cxn modelId="{50515306-6231-4941-B18E-F08674F7923A}" type="presParOf" srcId="{3F259BCF-BB45-4506-BF66-DFA9C9E7B293}" destId="{03DBE6C8-DF6A-4508-94B4-D61F790887A8}" srcOrd="1" destOrd="0" presId="urn:microsoft.com/office/officeart/2005/8/layout/orgChart1"/>
    <dgm:cxn modelId="{538E6BB8-720A-4A88-9B7B-4862A096EFD3}" type="presParOf" srcId="{53A78227-282E-4D2B-B866-0810E7747CA7}" destId="{FD2D9C0C-3704-4E01-A666-5AB834089A1F}" srcOrd="1" destOrd="0" presId="urn:microsoft.com/office/officeart/2005/8/layout/orgChart1"/>
    <dgm:cxn modelId="{4DF8EC1F-584A-4B21-A011-22B352EB8727}" type="presParOf" srcId="{FD2D9C0C-3704-4E01-A666-5AB834089A1F}" destId="{A41A689A-2987-4383-9A00-DF51AED44897}" srcOrd="0" destOrd="0" presId="urn:microsoft.com/office/officeart/2005/8/layout/orgChart1"/>
    <dgm:cxn modelId="{07EB3A48-AE89-48DB-9902-E421453668A5}" type="presParOf" srcId="{FD2D9C0C-3704-4E01-A666-5AB834089A1F}" destId="{A29F37BC-7703-4D3D-BBF0-0A865572D4FD}" srcOrd="1" destOrd="0" presId="urn:microsoft.com/office/officeart/2005/8/layout/orgChart1"/>
    <dgm:cxn modelId="{51E092C2-074B-43D8-86D1-329BB5BFF29C}" type="presParOf" srcId="{A29F37BC-7703-4D3D-BBF0-0A865572D4FD}" destId="{FBAD047C-8BEC-427E-B6BB-6AECA2D01B65}" srcOrd="0" destOrd="0" presId="urn:microsoft.com/office/officeart/2005/8/layout/orgChart1"/>
    <dgm:cxn modelId="{E6EA604F-21A8-4A59-9546-AA3958022A6A}" type="presParOf" srcId="{FBAD047C-8BEC-427E-B6BB-6AECA2D01B65}" destId="{85EAF7D5-57E7-4BBB-B2CE-3D94C14F7B5C}" srcOrd="0" destOrd="0" presId="urn:microsoft.com/office/officeart/2005/8/layout/orgChart1"/>
    <dgm:cxn modelId="{C06FDE08-34EF-486F-8635-6494BD58111C}" type="presParOf" srcId="{FBAD047C-8BEC-427E-B6BB-6AECA2D01B65}" destId="{926D496B-DAD0-4FF5-A8CB-D2255C4C8208}" srcOrd="1" destOrd="0" presId="urn:microsoft.com/office/officeart/2005/8/layout/orgChart1"/>
    <dgm:cxn modelId="{2622873A-1115-46A9-AD68-6755A2D84E27}" type="presParOf" srcId="{A29F37BC-7703-4D3D-BBF0-0A865572D4FD}" destId="{F1EAF5BA-1F17-4B17-9EBA-B72E39D82CD0}" srcOrd="1" destOrd="0" presId="urn:microsoft.com/office/officeart/2005/8/layout/orgChart1"/>
    <dgm:cxn modelId="{059DDDA4-FCCE-4F79-9A06-05A4AD96745E}" type="presParOf" srcId="{A29F37BC-7703-4D3D-BBF0-0A865572D4FD}" destId="{63E76CA3-F439-4F59-9418-775B33EC2799}" srcOrd="2" destOrd="0" presId="urn:microsoft.com/office/officeart/2005/8/layout/orgChart1"/>
    <dgm:cxn modelId="{3510C752-7D97-44FE-826A-6505F7F556EB}" type="presParOf" srcId="{53A78227-282E-4D2B-B866-0810E7747CA7}" destId="{CEC82317-EE62-443C-A581-38D5EE69079F}" srcOrd="2" destOrd="0" presId="urn:microsoft.com/office/officeart/2005/8/layout/orgChart1"/>
    <dgm:cxn modelId="{48613008-629E-470E-87BE-D901019579A4}" type="presParOf" srcId="{B70C8688-8FB9-4F15-A342-9F885372EE49}" destId="{4B89FFA7-1599-49DD-BDB8-87C87AE53C99}" srcOrd="2" destOrd="0" presId="urn:microsoft.com/office/officeart/2005/8/layout/orgChart1"/>
    <dgm:cxn modelId="{16DC7BCD-1942-49E1-9056-CCDAEB130A07}" type="presParOf" srcId="{2913D6EC-E491-4F8B-95B9-A60A01DA4BCA}" destId="{9AF91472-C00C-4827-8711-04B893C38684}" srcOrd="2" destOrd="0" presId="urn:microsoft.com/office/officeart/2005/8/layout/orgChart1"/>
    <dgm:cxn modelId="{D72CF8C0-DD38-4C55-87F1-8BE0EA01F347}" type="presParOf" srcId="{2913D6EC-E491-4F8B-95B9-A60A01DA4BCA}" destId="{F068E79F-E826-4EEB-B2A4-3A7EF2AA1D82}" srcOrd="3" destOrd="0" presId="urn:microsoft.com/office/officeart/2005/8/layout/orgChart1"/>
    <dgm:cxn modelId="{F6D1F281-3FCF-4F1D-BE00-FEB1747C9B90}" type="presParOf" srcId="{F068E79F-E826-4EEB-B2A4-3A7EF2AA1D82}" destId="{B6F51362-349F-4AC8-97E3-280818621D9D}" srcOrd="0" destOrd="0" presId="urn:microsoft.com/office/officeart/2005/8/layout/orgChart1"/>
    <dgm:cxn modelId="{ED726724-CED7-4983-AA7F-4A5BA97A33CB}" type="presParOf" srcId="{B6F51362-349F-4AC8-97E3-280818621D9D}" destId="{63FCD82C-5EE6-42FC-B032-B90F19C15840}" srcOrd="0" destOrd="0" presId="urn:microsoft.com/office/officeart/2005/8/layout/orgChart1"/>
    <dgm:cxn modelId="{68812276-C4D0-4666-8A9F-0332C7C753D3}" type="presParOf" srcId="{B6F51362-349F-4AC8-97E3-280818621D9D}" destId="{1697813D-CD2B-4773-ACD7-C78653869D84}" srcOrd="1" destOrd="0" presId="urn:microsoft.com/office/officeart/2005/8/layout/orgChart1"/>
    <dgm:cxn modelId="{FAD4ED63-7538-46AD-8D7D-7B08276448D9}" type="presParOf" srcId="{F068E79F-E826-4EEB-B2A4-3A7EF2AA1D82}" destId="{801B4579-55DC-45B7-B971-B87EBEF50DB9}" srcOrd="1" destOrd="0" presId="urn:microsoft.com/office/officeart/2005/8/layout/orgChart1"/>
    <dgm:cxn modelId="{3EAD911E-74DD-488E-9069-4E564DDC68A9}" type="presParOf" srcId="{801B4579-55DC-45B7-B971-B87EBEF50DB9}" destId="{D507DA96-677B-4FC3-A495-F0A475C9F5B7}" srcOrd="0" destOrd="0" presId="urn:microsoft.com/office/officeart/2005/8/layout/orgChart1"/>
    <dgm:cxn modelId="{53A70E9B-7E16-41AC-BC35-C22E6E7F26B8}" type="presParOf" srcId="{801B4579-55DC-45B7-B971-B87EBEF50DB9}" destId="{E2A5C667-648E-447E-9FDC-5F6C53AFF640}" srcOrd="1" destOrd="0" presId="urn:microsoft.com/office/officeart/2005/8/layout/orgChart1"/>
    <dgm:cxn modelId="{430B6108-6FCB-49D9-A5E3-82D4868D87A5}" type="presParOf" srcId="{E2A5C667-648E-447E-9FDC-5F6C53AFF640}" destId="{76A27D3E-5C11-488A-94F4-B0A201A3B119}" srcOrd="0" destOrd="0" presId="urn:microsoft.com/office/officeart/2005/8/layout/orgChart1"/>
    <dgm:cxn modelId="{06D1BBC6-BDB1-4EEF-9517-D14D3F0B8D0E}" type="presParOf" srcId="{76A27D3E-5C11-488A-94F4-B0A201A3B119}" destId="{3F34DBFE-F10D-4C11-976E-15E9C419441E}" srcOrd="0" destOrd="0" presId="urn:microsoft.com/office/officeart/2005/8/layout/orgChart1"/>
    <dgm:cxn modelId="{0E33715E-E4E2-444E-807A-F10C23FBA0E2}" type="presParOf" srcId="{76A27D3E-5C11-488A-94F4-B0A201A3B119}" destId="{A69575C2-0233-4151-A650-CD596DF5796A}" srcOrd="1" destOrd="0" presId="urn:microsoft.com/office/officeart/2005/8/layout/orgChart1"/>
    <dgm:cxn modelId="{4DBA2581-4E4F-4D13-ADF3-3712A118F56B}" type="presParOf" srcId="{E2A5C667-648E-447E-9FDC-5F6C53AFF640}" destId="{6AECC41E-E91E-4F70-A4C9-AF352163BE44}" srcOrd="1" destOrd="0" presId="urn:microsoft.com/office/officeart/2005/8/layout/orgChart1"/>
    <dgm:cxn modelId="{3E773167-04CA-4301-8821-98F59BDFEB54}" type="presParOf" srcId="{6AECC41E-E91E-4F70-A4C9-AF352163BE44}" destId="{EBCD549C-F97B-4C89-A4E5-D333A397C504}" srcOrd="0" destOrd="0" presId="urn:microsoft.com/office/officeart/2005/8/layout/orgChart1"/>
    <dgm:cxn modelId="{36AE5F38-1D55-48C4-8F03-FF5CB028A7A3}" type="presParOf" srcId="{6AECC41E-E91E-4F70-A4C9-AF352163BE44}" destId="{8D3693E1-B6FE-4853-B7BD-FB9577D3C2A3}" srcOrd="1" destOrd="0" presId="urn:microsoft.com/office/officeart/2005/8/layout/orgChart1"/>
    <dgm:cxn modelId="{202F762C-93A3-4991-810E-6C9A6E392F6A}" type="presParOf" srcId="{8D3693E1-B6FE-4853-B7BD-FB9577D3C2A3}" destId="{268F0091-37E9-480F-B060-01E144514C9F}" srcOrd="0" destOrd="0" presId="urn:microsoft.com/office/officeart/2005/8/layout/orgChart1"/>
    <dgm:cxn modelId="{F6567666-7A2A-48D3-B35F-4BD97501ED11}" type="presParOf" srcId="{268F0091-37E9-480F-B060-01E144514C9F}" destId="{13321E03-AE47-437F-B5A5-A9DEB4445064}" srcOrd="0" destOrd="0" presId="urn:microsoft.com/office/officeart/2005/8/layout/orgChart1"/>
    <dgm:cxn modelId="{B105ECE2-3E3A-4510-98E6-D83344D01F0A}" type="presParOf" srcId="{268F0091-37E9-480F-B060-01E144514C9F}" destId="{30F75247-5918-4A03-A5D5-35ECA26E590A}" srcOrd="1" destOrd="0" presId="urn:microsoft.com/office/officeart/2005/8/layout/orgChart1"/>
    <dgm:cxn modelId="{03858366-3F13-4FFE-B584-02CC4EC79715}" type="presParOf" srcId="{8D3693E1-B6FE-4853-B7BD-FB9577D3C2A3}" destId="{2F3A2B9D-83E2-4429-9C0B-7C04B4A67417}" srcOrd="1" destOrd="0" presId="urn:microsoft.com/office/officeart/2005/8/layout/orgChart1"/>
    <dgm:cxn modelId="{BCB50B39-2E67-4550-802A-F3A9E77B56CD}" type="presParOf" srcId="{8D3693E1-B6FE-4853-B7BD-FB9577D3C2A3}" destId="{C3192061-4E62-4498-B8E2-6C0B50915906}" srcOrd="2" destOrd="0" presId="urn:microsoft.com/office/officeart/2005/8/layout/orgChart1"/>
    <dgm:cxn modelId="{1F4488D9-A1DB-411B-8247-9C6BE6B9DC31}" type="presParOf" srcId="{E2A5C667-648E-447E-9FDC-5F6C53AFF640}" destId="{2FD55F12-EBE8-432D-AB77-90A8F8FE4AA3}" srcOrd="2" destOrd="0" presId="urn:microsoft.com/office/officeart/2005/8/layout/orgChart1"/>
    <dgm:cxn modelId="{A67125CB-ACEC-4545-B981-31F12A926C05}" type="presParOf" srcId="{801B4579-55DC-45B7-B971-B87EBEF50DB9}" destId="{265D1985-B894-4FDD-AC42-335E6B340514}" srcOrd="2" destOrd="0" presId="urn:microsoft.com/office/officeart/2005/8/layout/orgChart1"/>
    <dgm:cxn modelId="{7B9A8E36-F0D1-4704-98AC-4E8FC8ADC6E9}" type="presParOf" srcId="{801B4579-55DC-45B7-B971-B87EBEF50DB9}" destId="{D48AD4CC-3C50-4085-93CC-F95C0FBA509F}" srcOrd="3" destOrd="0" presId="urn:microsoft.com/office/officeart/2005/8/layout/orgChart1"/>
    <dgm:cxn modelId="{A3121A79-EA92-4B70-ABA5-C9C869EE8552}" type="presParOf" srcId="{D48AD4CC-3C50-4085-93CC-F95C0FBA509F}" destId="{BA1A7F75-93AC-404F-8AD7-FBFA121F18A3}" srcOrd="0" destOrd="0" presId="urn:microsoft.com/office/officeart/2005/8/layout/orgChart1"/>
    <dgm:cxn modelId="{02A37D68-7958-4788-8139-57B2C0A5D62B}" type="presParOf" srcId="{BA1A7F75-93AC-404F-8AD7-FBFA121F18A3}" destId="{D06364BD-E6A1-485A-88C8-42C689758D36}" srcOrd="0" destOrd="0" presId="urn:microsoft.com/office/officeart/2005/8/layout/orgChart1"/>
    <dgm:cxn modelId="{736225A9-B187-4ECE-9036-7E79610706C2}" type="presParOf" srcId="{BA1A7F75-93AC-404F-8AD7-FBFA121F18A3}" destId="{F0D35A39-8FDA-44BC-A556-5C873B5A3A83}" srcOrd="1" destOrd="0" presId="urn:microsoft.com/office/officeart/2005/8/layout/orgChart1"/>
    <dgm:cxn modelId="{7641F0F2-7648-44FB-AD3D-7850AD7BED4B}" type="presParOf" srcId="{D48AD4CC-3C50-4085-93CC-F95C0FBA509F}" destId="{3E0DE83E-7E35-4C01-A1D0-C49321C24A6A}" srcOrd="1" destOrd="0" presId="urn:microsoft.com/office/officeart/2005/8/layout/orgChart1"/>
    <dgm:cxn modelId="{F4A44F02-3D1E-4371-B1CB-C8E45074DF51}" type="presParOf" srcId="{3E0DE83E-7E35-4C01-A1D0-C49321C24A6A}" destId="{B53E375C-3B3E-41CE-9D7E-5AF6F925CD68}" srcOrd="0" destOrd="0" presId="urn:microsoft.com/office/officeart/2005/8/layout/orgChart1"/>
    <dgm:cxn modelId="{DBF49BCD-E90D-4015-B834-D4A61CB1D12E}" type="presParOf" srcId="{3E0DE83E-7E35-4C01-A1D0-C49321C24A6A}" destId="{6E15E457-C7E6-4809-AFB2-1967E8A4ED00}" srcOrd="1" destOrd="0" presId="urn:microsoft.com/office/officeart/2005/8/layout/orgChart1"/>
    <dgm:cxn modelId="{31E83234-63BB-4CC0-A526-093AA99A823D}" type="presParOf" srcId="{6E15E457-C7E6-4809-AFB2-1967E8A4ED00}" destId="{08619499-F50B-4BC4-A36D-7BE558F44CBA}" srcOrd="0" destOrd="0" presId="urn:microsoft.com/office/officeart/2005/8/layout/orgChart1"/>
    <dgm:cxn modelId="{EFF5855B-CED3-44A9-8F9A-0F64315EEABF}" type="presParOf" srcId="{08619499-F50B-4BC4-A36D-7BE558F44CBA}" destId="{D84C5871-9F06-4BD1-A4EB-A6ACFDBBFE0A}" srcOrd="0" destOrd="0" presId="urn:microsoft.com/office/officeart/2005/8/layout/orgChart1"/>
    <dgm:cxn modelId="{439884B7-04E8-42EA-B389-59F2B411DECA}" type="presParOf" srcId="{08619499-F50B-4BC4-A36D-7BE558F44CBA}" destId="{23C5A299-F83B-4BB5-A566-7E7CD43FA1AB}" srcOrd="1" destOrd="0" presId="urn:microsoft.com/office/officeart/2005/8/layout/orgChart1"/>
    <dgm:cxn modelId="{1B862CFD-D995-480E-9446-13FBA204B1A4}" type="presParOf" srcId="{6E15E457-C7E6-4809-AFB2-1967E8A4ED00}" destId="{D634BE4A-7828-4451-A624-D1184D33C03B}" srcOrd="1" destOrd="0" presId="urn:microsoft.com/office/officeart/2005/8/layout/orgChart1"/>
    <dgm:cxn modelId="{11F57ED8-1945-4F99-BA2B-1D81F2E922F9}" type="presParOf" srcId="{6E15E457-C7E6-4809-AFB2-1967E8A4ED00}" destId="{5579C72F-93E4-4EEB-B999-5512F8F88B46}" srcOrd="2" destOrd="0" presId="urn:microsoft.com/office/officeart/2005/8/layout/orgChart1"/>
    <dgm:cxn modelId="{5478EF14-A973-41B3-9087-469E3821E864}" type="presParOf" srcId="{D48AD4CC-3C50-4085-93CC-F95C0FBA509F}" destId="{D6BDFFD2-4341-4C61-8B9F-231DC742385E}" srcOrd="2" destOrd="0" presId="urn:microsoft.com/office/officeart/2005/8/layout/orgChart1"/>
    <dgm:cxn modelId="{27FF9DF7-D51D-40B5-B6B8-2DBA9F9A6D46}" type="presParOf" srcId="{F068E79F-E826-4EEB-B2A4-3A7EF2AA1D82}" destId="{E9BC6E73-8706-49D4-A71E-2593786E364A}" srcOrd="2" destOrd="0" presId="urn:microsoft.com/office/officeart/2005/8/layout/orgChart1"/>
    <dgm:cxn modelId="{C7A5B973-5F2F-4261-A361-D93E3D9C2640}" type="presParOf" srcId="{0BEB5920-7449-4DC0-BCF4-ACDA907CCCD0}" destId="{929974A2-85F2-4FB6-8B73-6B27C1B90CF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CCE4393-D656-4F0E-835D-4477BD6A14C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IN"/>
        </a:p>
      </dgm:t>
    </dgm:pt>
    <dgm:pt modelId="{198FE846-A72D-46C2-BE17-C0320DA05F33}">
      <dgm:prSet phldrT="[Text]"/>
      <dgm:spPr/>
      <dgm:t>
        <a:bodyPr/>
        <a:lstStyle/>
        <a:p>
          <a:r>
            <a:rPr lang="en-US"/>
            <a:t>Non parametric methods</a:t>
          </a:r>
          <a:endParaRPr lang="en-IN"/>
        </a:p>
      </dgm:t>
    </dgm:pt>
    <dgm:pt modelId="{311876CE-5EA5-46B6-8594-F39E81E1674D}" type="parTrans" cxnId="{03A3B6C6-87BB-407E-801D-E5BC2F57ACC6}">
      <dgm:prSet/>
      <dgm:spPr/>
      <dgm:t>
        <a:bodyPr/>
        <a:lstStyle/>
        <a:p>
          <a:endParaRPr lang="en-IN"/>
        </a:p>
      </dgm:t>
    </dgm:pt>
    <dgm:pt modelId="{2A3520C9-18B3-468B-9D98-FB57CA6108BC}" type="sibTrans" cxnId="{03A3B6C6-87BB-407E-801D-E5BC2F57ACC6}">
      <dgm:prSet/>
      <dgm:spPr/>
      <dgm:t>
        <a:bodyPr/>
        <a:lstStyle/>
        <a:p>
          <a:endParaRPr lang="en-IN"/>
        </a:p>
      </dgm:t>
    </dgm:pt>
    <dgm:pt modelId="{54E5A7F1-F94B-4682-82CC-BBC78F08ABEF}">
      <dgm:prSet phldrT="[Text]"/>
      <dgm:spPr/>
      <dgm:t>
        <a:bodyPr/>
        <a:lstStyle/>
        <a:p>
          <a:r>
            <a:rPr lang="en-US"/>
            <a:t>Sign test</a:t>
          </a:r>
          <a:endParaRPr lang="en-IN"/>
        </a:p>
      </dgm:t>
    </dgm:pt>
    <dgm:pt modelId="{2804C329-B08D-4976-9675-6CB5B66F1903}" type="parTrans" cxnId="{B6886296-F45B-47E2-B55C-A1CC0452770F}">
      <dgm:prSet/>
      <dgm:spPr/>
      <dgm:t>
        <a:bodyPr/>
        <a:lstStyle/>
        <a:p>
          <a:endParaRPr lang="en-IN"/>
        </a:p>
      </dgm:t>
    </dgm:pt>
    <dgm:pt modelId="{3E6552F4-E85B-4754-AE0E-91A8038E3D81}" type="sibTrans" cxnId="{B6886296-F45B-47E2-B55C-A1CC0452770F}">
      <dgm:prSet/>
      <dgm:spPr/>
      <dgm:t>
        <a:bodyPr/>
        <a:lstStyle/>
        <a:p>
          <a:endParaRPr lang="en-IN"/>
        </a:p>
      </dgm:t>
    </dgm:pt>
    <dgm:pt modelId="{D9E8A798-2349-4983-AAB3-E7F757403B13}">
      <dgm:prSet phldrT="[Text]"/>
      <dgm:spPr/>
      <dgm:t>
        <a:bodyPr/>
        <a:lstStyle/>
        <a:p>
          <a:r>
            <a:rPr lang="en-US"/>
            <a:t>Wilcoxon signed rank test</a:t>
          </a:r>
          <a:endParaRPr lang="en-IN"/>
        </a:p>
      </dgm:t>
    </dgm:pt>
    <dgm:pt modelId="{B7136653-00C4-44B6-88AE-098A49049945}" type="parTrans" cxnId="{4AB7AD8B-963F-4C92-AC4D-1C75655883B5}">
      <dgm:prSet/>
      <dgm:spPr/>
      <dgm:t>
        <a:bodyPr/>
        <a:lstStyle/>
        <a:p>
          <a:endParaRPr lang="en-IN"/>
        </a:p>
      </dgm:t>
    </dgm:pt>
    <dgm:pt modelId="{DC7FBFF2-D9E2-40F1-B9D4-F89AA43DC1AD}" type="sibTrans" cxnId="{4AB7AD8B-963F-4C92-AC4D-1C75655883B5}">
      <dgm:prSet/>
      <dgm:spPr/>
      <dgm:t>
        <a:bodyPr/>
        <a:lstStyle/>
        <a:p>
          <a:endParaRPr lang="en-IN"/>
        </a:p>
      </dgm:t>
    </dgm:pt>
    <dgm:pt modelId="{ADF291F8-4EE2-4530-9CF3-D3DBEF19740D}">
      <dgm:prSet phldrT="[Text]"/>
      <dgm:spPr/>
      <dgm:t>
        <a:bodyPr/>
        <a:lstStyle/>
        <a:p>
          <a:pPr>
            <a:buFont typeface="+mj-lt"/>
            <a:buAutoNum type="arabicPeriod"/>
          </a:pPr>
          <a:r>
            <a:rPr lang="en-US"/>
            <a:t>Mann whitney Wilcoxon test</a:t>
          </a:r>
          <a:endParaRPr lang="en-IN"/>
        </a:p>
      </dgm:t>
    </dgm:pt>
    <dgm:pt modelId="{1F738E10-5D80-44D1-9349-3F3ECCB6747F}" type="parTrans" cxnId="{2C209D90-AE43-482E-87A8-FB7E53E08D45}">
      <dgm:prSet/>
      <dgm:spPr/>
      <dgm:t>
        <a:bodyPr/>
        <a:lstStyle/>
        <a:p>
          <a:endParaRPr lang="en-IN"/>
        </a:p>
      </dgm:t>
    </dgm:pt>
    <dgm:pt modelId="{72408E6B-9E57-48F0-A828-5F39AC7C9148}" type="sibTrans" cxnId="{2C209D90-AE43-482E-87A8-FB7E53E08D45}">
      <dgm:prSet/>
      <dgm:spPr/>
      <dgm:t>
        <a:bodyPr/>
        <a:lstStyle/>
        <a:p>
          <a:endParaRPr lang="en-IN"/>
        </a:p>
      </dgm:t>
    </dgm:pt>
    <dgm:pt modelId="{D98093FF-681A-4C2B-9FB3-63C9A09249C5}">
      <dgm:prSet phldrT="[Text]"/>
      <dgm:spPr/>
      <dgm:t>
        <a:bodyPr/>
        <a:lstStyle/>
        <a:p>
          <a:r>
            <a:rPr lang="en-US"/>
            <a:t>Kruskal wallis test</a:t>
          </a:r>
          <a:endParaRPr lang="en-IN"/>
        </a:p>
      </dgm:t>
    </dgm:pt>
    <dgm:pt modelId="{28C17FAB-7112-4415-AA72-115BD665DFCD}" type="parTrans" cxnId="{DEF4C70E-8ED5-47BC-AB5F-6B074C3B709B}">
      <dgm:prSet/>
      <dgm:spPr/>
      <dgm:t>
        <a:bodyPr/>
        <a:lstStyle/>
        <a:p>
          <a:endParaRPr lang="en-IN"/>
        </a:p>
      </dgm:t>
    </dgm:pt>
    <dgm:pt modelId="{E8A63D86-0722-4167-9EBC-79F469356772}" type="sibTrans" cxnId="{DEF4C70E-8ED5-47BC-AB5F-6B074C3B709B}">
      <dgm:prSet/>
      <dgm:spPr/>
      <dgm:t>
        <a:bodyPr/>
        <a:lstStyle/>
        <a:p>
          <a:endParaRPr lang="en-IN"/>
        </a:p>
      </dgm:t>
    </dgm:pt>
    <dgm:pt modelId="{CB7AD519-8E14-4AA8-BE82-CA0BCAC3E81D}" type="pres">
      <dgm:prSet presAssocID="{2CCE4393-D656-4F0E-835D-4477BD6A14C7}" presName="hierChild1" presStyleCnt="0">
        <dgm:presLayoutVars>
          <dgm:orgChart val="1"/>
          <dgm:chPref val="1"/>
          <dgm:dir/>
          <dgm:animOne val="branch"/>
          <dgm:animLvl val="lvl"/>
          <dgm:resizeHandles/>
        </dgm:presLayoutVars>
      </dgm:prSet>
      <dgm:spPr/>
    </dgm:pt>
    <dgm:pt modelId="{E035A315-C2CA-44CE-884F-E2BDDD18119C}" type="pres">
      <dgm:prSet presAssocID="{198FE846-A72D-46C2-BE17-C0320DA05F33}" presName="hierRoot1" presStyleCnt="0">
        <dgm:presLayoutVars>
          <dgm:hierBranch val="init"/>
        </dgm:presLayoutVars>
      </dgm:prSet>
      <dgm:spPr/>
    </dgm:pt>
    <dgm:pt modelId="{6DDBDAD3-5970-4D76-A374-FE5A9C379670}" type="pres">
      <dgm:prSet presAssocID="{198FE846-A72D-46C2-BE17-C0320DA05F33}" presName="rootComposite1" presStyleCnt="0"/>
      <dgm:spPr/>
    </dgm:pt>
    <dgm:pt modelId="{40E5FB58-22AB-43D9-B11A-B8B34C893D02}" type="pres">
      <dgm:prSet presAssocID="{198FE846-A72D-46C2-BE17-C0320DA05F33}" presName="rootText1" presStyleLbl="node0" presStyleIdx="0" presStyleCnt="1">
        <dgm:presLayoutVars>
          <dgm:chPref val="3"/>
        </dgm:presLayoutVars>
      </dgm:prSet>
      <dgm:spPr/>
    </dgm:pt>
    <dgm:pt modelId="{4467AAB5-43FF-4D6B-8A41-9A24131CF2BC}" type="pres">
      <dgm:prSet presAssocID="{198FE846-A72D-46C2-BE17-C0320DA05F33}" presName="rootConnector1" presStyleLbl="node1" presStyleIdx="0" presStyleCnt="0"/>
      <dgm:spPr/>
    </dgm:pt>
    <dgm:pt modelId="{260D6907-09CD-4FE4-AF8A-64637B90491B}" type="pres">
      <dgm:prSet presAssocID="{198FE846-A72D-46C2-BE17-C0320DA05F33}" presName="hierChild2" presStyleCnt="0"/>
      <dgm:spPr/>
    </dgm:pt>
    <dgm:pt modelId="{306B7C9E-4A65-402E-AEA4-9813E9E89F29}" type="pres">
      <dgm:prSet presAssocID="{2804C329-B08D-4976-9675-6CB5B66F1903}" presName="Name37" presStyleLbl="parChTrans1D2" presStyleIdx="0" presStyleCnt="4"/>
      <dgm:spPr/>
    </dgm:pt>
    <dgm:pt modelId="{E6F62A40-349E-447D-A9ED-808BE1C07264}" type="pres">
      <dgm:prSet presAssocID="{54E5A7F1-F94B-4682-82CC-BBC78F08ABEF}" presName="hierRoot2" presStyleCnt="0">
        <dgm:presLayoutVars>
          <dgm:hierBranch val="init"/>
        </dgm:presLayoutVars>
      </dgm:prSet>
      <dgm:spPr/>
    </dgm:pt>
    <dgm:pt modelId="{749C2EA5-1D20-47DB-BA66-56A577B91ABF}" type="pres">
      <dgm:prSet presAssocID="{54E5A7F1-F94B-4682-82CC-BBC78F08ABEF}" presName="rootComposite" presStyleCnt="0"/>
      <dgm:spPr/>
    </dgm:pt>
    <dgm:pt modelId="{35A69474-83FA-4BF5-BF98-34452EB4025D}" type="pres">
      <dgm:prSet presAssocID="{54E5A7F1-F94B-4682-82CC-BBC78F08ABEF}" presName="rootText" presStyleLbl="node2" presStyleIdx="0" presStyleCnt="4">
        <dgm:presLayoutVars>
          <dgm:chPref val="3"/>
        </dgm:presLayoutVars>
      </dgm:prSet>
      <dgm:spPr/>
    </dgm:pt>
    <dgm:pt modelId="{0EF1A22A-54B0-4D45-8E64-F1EE84982499}" type="pres">
      <dgm:prSet presAssocID="{54E5A7F1-F94B-4682-82CC-BBC78F08ABEF}" presName="rootConnector" presStyleLbl="node2" presStyleIdx="0" presStyleCnt="4"/>
      <dgm:spPr/>
    </dgm:pt>
    <dgm:pt modelId="{CC779B75-B51D-4A19-AF28-127662A1C232}" type="pres">
      <dgm:prSet presAssocID="{54E5A7F1-F94B-4682-82CC-BBC78F08ABEF}" presName="hierChild4" presStyleCnt="0"/>
      <dgm:spPr/>
    </dgm:pt>
    <dgm:pt modelId="{761C0AF4-7F65-42B2-9B6B-E8FCB0360759}" type="pres">
      <dgm:prSet presAssocID="{54E5A7F1-F94B-4682-82CC-BBC78F08ABEF}" presName="hierChild5" presStyleCnt="0"/>
      <dgm:spPr/>
    </dgm:pt>
    <dgm:pt modelId="{F14669AA-2827-4997-A729-A859686D2AAE}" type="pres">
      <dgm:prSet presAssocID="{B7136653-00C4-44B6-88AE-098A49049945}" presName="Name37" presStyleLbl="parChTrans1D2" presStyleIdx="1" presStyleCnt="4"/>
      <dgm:spPr/>
    </dgm:pt>
    <dgm:pt modelId="{181C9B4C-2810-48CE-8F7F-0D1529911A2C}" type="pres">
      <dgm:prSet presAssocID="{D9E8A798-2349-4983-AAB3-E7F757403B13}" presName="hierRoot2" presStyleCnt="0">
        <dgm:presLayoutVars>
          <dgm:hierBranch val="init"/>
        </dgm:presLayoutVars>
      </dgm:prSet>
      <dgm:spPr/>
    </dgm:pt>
    <dgm:pt modelId="{5B77BF42-8BCA-45BD-ADDE-F0FD3808A9EF}" type="pres">
      <dgm:prSet presAssocID="{D9E8A798-2349-4983-AAB3-E7F757403B13}" presName="rootComposite" presStyleCnt="0"/>
      <dgm:spPr/>
    </dgm:pt>
    <dgm:pt modelId="{91CACB2D-C303-4EDD-903E-97D9FF9FFE61}" type="pres">
      <dgm:prSet presAssocID="{D9E8A798-2349-4983-AAB3-E7F757403B13}" presName="rootText" presStyleLbl="node2" presStyleIdx="1" presStyleCnt="4">
        <dgm:presLayoutVars>
          <dgm:chPref val="3"/>
        </dgm:presLayoutVars>
      </dgm:prSet>
      <dgm:spPr/>
    </dgm:pt>
    <dgm:pt modelId="{C333ACBF-C7EF-4923-A649-CB0DF9B53C9E}" type="pres">
      <dgm:prSet presAssocID="{D9E8A798-2349-4983-AAB3-E7F757403B13}" presName="rootConnector" presStyleLbl="node2" presStyleIdx="1" presStyleCnt="4"/>
      <dgm:spPr/>
    </dgm:pt>
    <dgm:pt modelId="{5D66917C-CE42-4BD3-98D8-2516D6386099}" type="pres">
      <dgm:prSet presAssocID="{D9E8A798-2349-4983-AAB3-E7F757403B13}" presName="hierChild4" presStyleCnt="0"/>
      <dgm:spPr/>
    </dgm:pt>
    <dgm:pt modelId="{6BAC72FC-14A7-4F63-8F62-C1552981A2DD}" type="pres">
      <dgm:prSet presAssocID="{D9E8A798-2349-4983-AAB3-E7F757403B13}" presName="hierChild5" presStyleCnt="0"/>
      <dgm:spPr/>
    </dgm:pt>
    <dgm:pt modelId="{1712C97F-221D-44EA-9628-5B63D24FDC30}" type="pres">
      <dgm:prSet presAssocID="{1F738E10-5D80-44D1-9349-3F3ECCB6747F}" presName="Name37" presStyleLbl="parChTrans1D2" presStyleIdx="2" presStyleCnt="4"/>
      <dgm:spPr/>
    </dgm:pt>
    <dgm:pt modelId="{0DCDB950-0786-42F9-A19C-0AE60C3CA959}" type="pres">
      <dgm:prSet presAssocID="{ADF291F8-4EE2-4530-9CF3-D3DBEF19740D}" presName="hierRoot2" presStyleCnt="0">
        <dgm:presLayoutVars>
          <dgm:hierBranch val="init"/>
        </dgm:presLayoutVars>
      </dgm:prSet>
      <dgm:spPr/>
    </dgm:pt>
    <dgm:pt modelId="{7CAD69F0-ED09-4DBA-9946-BA78FFE0B480}" type="pres">
      <dgm:prSet presAssocID="{ADF291F8-4EE2-4530-9CF3-D3DBEF19740D}" presName="rootComposite" presStyleCnt="0"/>
      <dgm:spPr/>
    </dgm:pt>
    <dgm:pt modelId="{A32B1045-B0BB-49DB-9A99-06DA6410368E}" type="pres">
      <dgm:prSet presAssocID="{ADF291F8-4EE2-4530-9CF3-D3DBEF19740D}" presName="rootText" presStyleLbl="node2" presStyleIdx="2" presStyleCnt="4">
        <dgm:presLayoutVars>
          <dgm:chPref val="3"/>
        </dgm:presLayoutVars>
      </dgm:prSet>
      <dgm:spPr/>
    </dgm:pt>
    <dgm:pt modelId="{7588B8CE-5E32-4DDE-8AE7-5020460664EE}" type="pres">
      <dgm:prSet presAssocID="{ADF291F8-4EE2-4530-9CF3-D3DBEF19740D}" presName="rootConnector" presStyleLbl="node2" presStyleIdx="2" presStyleCnt="4"/>
      <dgm:spPr/>
    </dgm:pt>
    <dgm:pt modelId="{4EE7C0A0-ECDF-49B8-8BA3-0EDCC936EB9B}" type="pres">
      <dgm:prSet presAssocID="{ADF291F8-4EE2-4530-9CF3-D3DBEF19740D}" presName="hierChild4" presStyleCnt="0"/>
      <dgm:spPr/>
    </dgm:pt>
    <dgm:pt modelId="{30CADB85-6C13-42EC-926C-8A7C2C293972}" type="pres">
      <dgm:prSet presAssocID="{ADF291F8-4EE2-4530-9CF3-D3DBEF19740D}" presName="hierChild5" presStyleCnt="0"/>
      <dgm:spPr/>
    </dgm:pt>
    <dgm:pt modelId="{EBAEA043-C8C3-4D16-BF3F-E41E037524B4}" type="pres">
      <dgm:prSet presAssocID="{28C17FAB-7112-4415-AA72-115BD665DFCD}" presName="Name37" presStyleLbl="parChTrans1D2" presStyleIdx="3" presStyleCnt="4"/>
      <dgm:spPr/>
    </dgm:pt>
    <dgm:pt modelId="{96F6B3C0-79CA-444C-AEA4-13087A20397A}" type="pres">
      <dgm:prSet presAssocID="{D98093FF-681A-4C2B-9FB3-63C9A09249C5}" presName="hierRoot2" presStyleCnt="0">
        <dgm:presLayoutVars>
          <dgm:hierBranch val="init"/>
        </dgm:presLayoutVars>
      </dgm:prSet>
      <dgm:spPr/>
    </dgm:pt>
    <dgm:pt modelId="{2E547669-5B1E-41F6-BED7-9A18AAC49D7C}" type="pres">
      <dgm:prSet presAssocID="{D98093FF-681A-4C2B-9FB3-63C9A09249C5}" presName="rootComposite" presStyleCnt="0"/>
      <dgm:spPr/>
    </dgm:pt>
    <dgm:pt modelId="{A78E5BCE-1924-4D07-89A2-E9ADC3EA9A7E}" type="pres">
      <dgm:prSet presAssocID="{D98093FF-681A-4C2B-9FB3-63C9A09249C5}" presName="rootText" presStyleLbl="node2" presStyleIdx="3" presStyleCnt="4">
        <dgm:presLayoutVars>
          <dgm:chPref val="3"/>
        </dgm:presLayoutVars>
      </dgm:prSet>
      <dgm:spPr/>
    </dgm:pt>
    <dgm:pt modelId="{2D3EB357-AEAD-44B0-9C9A-7F4CA7E740D3}" type="pres">
      <dgm:prSet presAssocID="{D98093FF-681A-4C2B-9FB3-63C9A09249C5}" presName="rootConnector" presStyleLbl="node2" presStyleIdx="3" presStyleCnt="4"/>
      <dgm:spPr/>
    </dgm:pt>
    <dgm:pt modelId="{E90F3CAA-39CF-4905-A16B-0CCEBBD722CD}" type="pres">
      <dgm:prSet presAssocID="{D98093FF-681A-4C2B-9FB3-63C9A09249C5}" presName="hierChild4" presStyleCnt="0"/>
      <dgm:spPr/>
    </dgm:pt>
    <dgm:pt modelId="{0323ED99-B6EB-49FF-ACB5-38B86E45A870}" type="pres">
      <dgm:prSet presAssocID="{D98093FF-681A-4C2B-9FB3-63C9A09249C5}" presName="hierChild5" presStyleCnt="0"/>
      <dgm:spPr/>
    </dgm:pt>
    <dgm:pt modelId="{3DA57153-E72E-4515-B8EF-3EED6A2847AF}" type="pres">
      <dgm:prSet presAssocID="{198FE846-A72D-46C2-BE17-C0320DA05F33}" presName="hierChild3" presStyleCnt="0"/>
      <dgm:spPr/>
    </dgm:pt>
  </dgm:ptLst>
  <dgm:cxnLst>
    <dgm:cxn modelId="{DEF4C70E-8ED5-47BC-AB5F-6B074C3B709B}" srcId="{198FE846-A72D-46C2-BE17-C0320DA05F33}" destId="{D98093FF-681A-4C2B-9FB3-63C9A09249C5}" srcOrd="3" destOrd="0" parTransId="{28C17FAB-7112-4415-AA72-115BD665DFCD}" sibTransId="{E8A63D86-0722-4167-9EBC-79F469356772}"/>
    <dgm:cxn modelId="{C0AFBA16-72F7-4B6A-B324-5889866B7732}" type="presOf" srcId="{198FE846-A72D-46C2-BE17-C0320DA05F33}" destId="{4467AAB5-43FF-4D6B-8A41-9A24131CF2BC}" srcOrd="1" destOrd="0" presId="urn:microsoft.com/office/officeart/2005/8/layout/orgChart1"/>
    <dgm:cxn modelId="{741D0B61-C209-4B49-808C-848B2694E0F5}" type="presOf" srcId="{D98093FF-681A-4C2B-9FB3-63C9A09249C5}" destId="{2D3EB357-AEAD-44B0-9C9A-7F4CA7E740D3}" srcOrd="1" destOrd="0" presId="urn:microsoft.com/office/officeart/2005/8/layout/orgChart1"/>
    <dgm:cxn modelId="{6BFBE344-F13A-4055-9FC2-499C5A81F2C2}" type="presOf" srcId="{B7136653-00C4-44B6-88AE-098A49049945}" destId="{F14669AA-2827-4997-A729-A859686D2AAE}" srcOrd="0" destOrd="0" presId="urn:microsoft.com/office/officeart/2005/8/layout/orgChart1"/>
    <dgm:cxn modelId="{0F24A250-5FB4-446A-AE0C-3978ADE74B6C}" type="presOf" srcId="{ADF291F8-4EE2-4530-9CF3-D3DBEF19740D}" destId="{A32B1045-B0BB-49DB-9A99-06DA6410368E}" srcOrd="0" destOrd="0" presId="urn:microsoft.com/office/officeart/2005/8/layout/orgChart1"/>
    <dgm:cxn modelId="{6460CE79-FCEE-4398-97E8-90CF53C30B1C}" type="presOf" srcId="{1F738E10-5D80-44D1-9349-3F3ECCB6747F}" destId="{1712C97F-221D-44EA-9628-5B63D24FDC30}" srcOrd="0" destOrd="0" presId="urn:microsoft.com/office/officeart/2005/8/layout/orgChart1"/>
    <dgm:cxn modelId="{78C7337F-1C16-444A-917E-14B9425BFBCE}" type="presOf" srcId="{D9E8A798-2349-4983-AAB3-E7F757403B13}" destId="{C333ACBF-C7EF-4923-A649-CB0DF9B53C9E}" srcOrd="1" destOrd="0" presId="urn:microsoft.com/office/officeart/2005/8/layout/orgChart1"/>
    <dgm:cxn modelId="{926F8986-E2BF-4D94-8FD9-A73B869A557B}" type="presOf" srcId="{D9E8A798-2349-4983-AAB3-E7F757403B13}" destId="{91CACB2D-C303-4EDD-903E-97D9FF9FFE61}" srcOrd="0" destOrd="0" presId="urn:microsoft.com/office/officeart/2005/8/layout/orgChart1"/>
    <dgm:cxn modelId="{28C80189-1DE1-46FD-A890-D2834471BA15}" type="presOf" srcId="{198FE846-A72D-46C2-BE17-C0320DA05F33}" destId="{40E5FB58-22AB-43D9-B11A-B8B34C893D02}" srcOrd="0" destOrd="0" presId="urn:microsoft.com/office/officeart/2005/8/layout/orgChart1"/>
    <dgm:cxn modelId="{4AB7AD8B-963F-4C92-AC4D-1C75655883B5}" srcId="{198FE846-A72D-46C2-BE17-C0320DA05F33}" destId="{D9E8A798-2349-4983-AAB3-E7F757403B13}" srcOrd="1" destOrd="0" parTransId="{B7136653-00C4-44B6-88AE-098A49049945}" sibTransId="{DC7FBFF2-D9E2-40F1-B9D4-F89AA43DC1AD}"/>
    <dgm:cxn modelId="{2C209D90-AE43-482E-87A8-FB7E53E08D45}" srcId="{198FE846-A72D-46C2-BE17-C0320DA05F33}" destId="{ADF291F8-4EE2-4530-9CF3-D3DBEF19740D}" srcOrd="2" destOrd="0" parTransId="{1F738E10-5D80-44D1-9349-3F3ECCB6747F}" sibTransId="{72408E6B-9E57-48F0-A828-5F39AC7C9148}"/>
    <dgm:cxn modelId="{88980694-DDAB-4B2B-8445-311DA610160F}" type="presOf" srcId="{2CCE4393-D656-4F0E-835D-4477BD6A14C7}" destId="{CB7AD519-8E14-4AA8-BE82-CA0BCAC3E81D}" srcOrd="0" destOrd="0" presId="urn:microsoft.com/office/officeart/2005/8/layout/orgChart1"/>
    <dgm:cxn modelId="{B6886296-F45B-47E2-B55C-A1CC0452770F}" srcId="{198FE846-A72D-46C2-BE17-C0320DA05F33}" destId="{54E5A7F1-F94B-4682-82CC-BBC78F08ABEF}" srcOrd="0" destOrd="0" parTransId="{2804C329-B08D-4976-9675-6CB5B66F1903}" sibTransId="{3E6552F4-E85B-4754-AE0E-91A8038E3D81}"/>
    <dgm:cxn modelId="{07C9AA96-7B0F-49DB-80DE-9DDA6D07173D}" type="presOf" srcId="{54E5A7F1-F94B-4682-82CC-BBC78F08ABEF}" destId="{35A69474-83FA-4BF5-BF98-34452EB4025D}" srcOrd="0" destOrd="0" presId="urn:microsoft.com/office/officeart/2005/8/layout/orgChart1"/>
    <dgm:cxn modelId="{677DF6A5-9E7F-48F6-96C0-C16139CCFEDA}" type="presOf" srcId="{ADF291F8-4EE2-4530-9CF3-D3DBEF19740D}" destId="{7588B8CE-5E32-4DDE-8AE7-5020460664EE}" srcOrd="1" destOrd="0" presId="urn:microsoft.com/office/officeart/2005/8/layout/orgChart1"/>
    <dgm:cxn modelId="{23CCA7C5-E701-49E3-A04B-70067E70C76F}" type="presOf" srcId="{54E5A7F1-F94B-4682-82CC-BBC78F08ABEF}" destId="{0EF1A22A-54B0-4D45-8E64-F1EE84982499}" srcOrd="1" destOrd="0" presId="urn:microsoft.com/office/officeart/2005/8/layout/orgChart1"/>
    <dgm:cxn modelId="{03A3B6C6-87BB-407E-801D-E5BC2F57ACC6}" srcId="{2CCE4393-D656-4F0E-835D-4477BD6A14C7}" destId="{198FE846-A72D-46C2-BE17-C0320DA05F33}" srcOrd="0" destOrd="0" parTransId="{311876CE-5EA5-46B6-8594-F39E81E1674D}" sibTransId="{2A3520C9-18B3-468B-9D98-FB57CA6108BC}"/>
    <dgm:cxn modelId="{992F08CE-0C4F-43CF-9BEC-FF4C88E7FA26}" type="presOf" srcId="{2804C329-B08D-4976-9675-6CB5B66F1903}" destId="{306B7C9E-4A65-402E-AEA4-9813E9E89F29}" srcOrd="0" destOrd="0" presId="urn:microsoft.com/office/officeart/2005/8/layout/orgChart1"/>
    <dgm:cxn modelId="{F647B8DB-E1D2-4BC9-9EF0-B980DBEE6EF0}" type="presOf" srcId="{28C17FAB-7112-4415-AA72-115BD665DFCD}" destId="{EBAEA043-C8C3-4D16-BF3F-E41E037524B4}" srcOrd="0" destOrd="0" presId="urn:microsoft.com/office/officeart/2005/8/layout/orgChart1"/>
    <dgm:cxn modelId="{07DCD0E8-19EE-4762-932A-FB076013E5A2}" type="presOf" srcId="{D98093FF-681A-4C2B-9FB3-63C9A09249C5}" destId="{A78E5BCE-1924-4D07-89A2-E9ADC3EA9A7E}" srcOrd="0" destOrd="0" presId="urn:microsoft.com/office/officeart/2005/8/layout/orgChart1"/>
    <dgm:cxn modelId="{9679F97B-DC58-4A0B-9CFA-256E4D0AC92D}" type="presParOf" srcId="{CB7AD519-8E14-4AA8-BE82-CA0BCAC3E81D}" destId="{E035A315-C2CA-44CE-884F-E2BDDD18119C}" srcOrd="0" destOrd="0" presId="urn:microsoft.com/office/officeart/2005/8/layout/orgChart1"/>
    <dgm:cxn modelId="{6D9D6AD1-B1B3-4C2F-9243-56AA64D7B4B3}" type="presParOf" srcId="{E035A315-C2CA-44CE-884F-E2BDDD18119C}" destId="{6DDBDAD3-5970-4D76-A374-FE5A9C379670}" srcOrd="0" destOrd="0" presId="urn:microsoft.com/office/officeart/2005/8/layout/orgChart1"/>
    <dgm:cxn modelId="{92F001C4-0BE5-4C61-B19B-9858B51C77C1}" type="presParOf" srcId="{6DDBDAD3-5970-4D76-A374-FE5A9C379670}" destId="{40E5FB58-22AB-43D9-B11A-B8B34C893D02}" srcOrd="0" destOrd="0" presId="urn:microsoft.com/office/officeart/2005/8/layout/orgChart1"/>
    <dgm:cxn modelId="{F48787FF-6F18-4F00-B202-1936151465ED}" type="presParOf" srcId="{6DDBDAD3-5970-4D76-A374-FE5A9C379670}" destId="{4467AAB5-43FF-4D6B-8A41-9A24131CF2BC}" srcOrd="1" destOrd="0" presId="urn:microsoft.com/office/officeart/2005/8/layout/orgChart1"/>
    <dgm:cxn modelId="{D59CF0E0-F036-4BCE-AD16-8AEBACC6B901}" type="presParOf" srcId="{E035A315-C2CA-44CE-884F-E2BDDD18119C}" destId="{260D6907-09CD-4FE4-AF8A-64637B90491B}" srcOrd="1" destOrd="0" presId="urn:microsoft.com/office/officeart/2005/8/layout/orgChart1"/>
    <dgm:cxn modelId="{1486F774-B44B-4C79-9BCF-4D173C4C6081}" type="presParOf" srcId="{260D6907-09CD-4FE4-AF8A-64637B90491B}" destId="{306B7C9E-4A65-402E-AEA4-9813E9E89F29}" srcOrd="0" destOrd="0" presId="urn:microsoft.com/office/officeart/2005/8/layout/orgChart1"/>
    <dgm:cxn modelId="{6CE77840-99A5-4355-9DA6-179890B8B54E}" type="presParOf" srcId="{260D6907-09CD-4FE4-AF8A-64637B90491B}" destId="{E6F62A40-349E-447D-A9ED-808BE1C07264}" srcOrd="1" destOrd="0" presId="urn:microsoft.com/office/officeart/2005/8/layout/orgChart1"/>
    <dgm:cxn modelId="{C5ADC122-5CA6-4A76-8AA5-6205292C9BEE}" type="presParOf" srcId="{E6F62A40-349E-447D-A9ED-808BE1C07264}" destId="{749C2EA5-1D20-47DB-BA66-56A577B91ABF}" srcOrd="0" destOrd="0" presId="urn:microsoft.com/office/officeart/2005/8/layout/orgChart1"/>
    <dgm:cxn modelId="{239D28F1-CF69-4F7D-9883-C16342AAC914}" type="presParOf" srcId="{749C2EA5-1D20-47DB-BA66-56A577B91ABF}" destId="{35A69474-83FA-4BF5-BF98-34452EB4025D}" srcOrd="0" destOrd="0" presId="urn:microsoft.com/office/officeart/2005/8/layout/orgChart1"/>
    <dgm:cxn modelId="{77CCBD22-63D1-4C05-A5F7-EAA4B75CF8E0}" type="presParOf" srcId="{749C2EA5-1D20-47DB-BA66-56A577B91ABF}" destId="{0EF1A22A-54B0-4D45-8E64-F1EE84982499}" srcOrd="1" destOrd="0" presId="urn:microsoft.com/office/officeart/2005/8/layout/orgChart1"/>
    <dgm:cxn modelId="{F5E88529-4630-4573-B4DF-9AFF2D0AE312}" type="presParOf" srcId="{E6F62A40-349E-447D-A9ED-808BE1C07264}" destId="{CC779B75-B51D-4A19-AF28-127662A1C232}" srcOrd="1" destOrd="0" presId="urn:microsoft.com/office/officeart/2005/8/layout/orgChart1"/>
    <dgm:cxn modelId="{40280490-1E2D-4CAC-B314-3E93CCFDBC51}" type="presParOf" srcId="{E6F62A40-349E-447D-A9ED-808BE1C07264}" destId="{761C0AF4-7F65-42B2-9B6B-E8FCB0360759}" srcOrd="2" destOrd="0" presId="urn:microsoft.com/office/officeart/2005/8/layout/orgChart1"/>
    <dgm:cxn modelId="{23EFEF08-ACBF-47D6-A90E-5A3B37B87485}" type="presParOf" srcId="{260D6907-09CD-4FE4-AF8A-64637B90491B}" destId="{F14669AA-2827-4997-A729-A859686D2AAE}" srcOrd="2" destOrd="0" presId="urn:microsoft.com/office/officeart/2005/8/layout/orgChart1"/>
    <dgm:cxn modelId="{F7B2E067-0154-4F90-AECE-AC6D0E5C91A7}" type="presParOf" srcId="{260D6907-09CD-4FE4-AF8A-64637B90491B}" destId="{181C9B4C-2810-48CE-8F7F-0D1529911A2C}" srcOrd="3" destOrd="0" presId="urn:microsoft.com/office/officeart/2005/8/layout/orgChart1"/>
    <dgm:cxn modelId="{F28625B1-1F2B-49D4-A005-F3E0CF3534B0}" type="presParOf" srcId="{181C9B4C-2810-48CE-8F7F-0D1529911A2C}" destId="{5B77BF42-8BCA-45BD-ADDE-F0FD3808A9EF}" srcOrd="0" destOrd="0" presId="urn:microsoft.com/office/officeart/2005/8/layout/orgChart1"/>
    <dgm:cxn modelId="{FF2A4667-5B41-48DE-97C6-6AE0A7048B59}" type="presParOf" srcId="{5B77BF42-8BCA-45BD-ADDE-F0FD3808A9EF}" destId="{91CACB2D-C303-4EDD-903E-97D9FF9FFE61}" srcOrd="0" destOrd="0" presId="urn:microsoft.com/office/officeart/2005/8/layout/orgChart1"/>
    <dgm:cxn modelId="{20D5E3C0-E8CF-41DD-ADF2-5C5D5190A6BB}" type="presParOf" srcId="{5B77BF42-8BCA-45BD-ADDE-F0FD3808A9EF}" destId="{C333ACBF-C7EF-4923-A649-CB0DF9B53C9E}" srcOrd="1" destOrd="0" presId="urn:microsoft.com/office/officeart/2005/8/layout/orgChart1"/>
    <dgm:cxn modelId="{9A6AB95B-E4D9-4406-87FD-ADE9B0007D86}" type="presParOf" srcId="{181C9B4C-2810-48CE-8F7F-0D1529911A2C}" destId="{5D66917C-CE42-4BD3-98D8-2516D6386099}" srcOrd="1" destOrd="0" presId="urn:microsoft.com/office/officeart/2005/8/layout/orgChart1"/>
    <dgm:cxn modelId="{AA06FB7E-55F0-4BAF-A4D1-0ED7ED9F6A32}" type="presParOf" srcId="{181C9B4C-2810-48CE-8F7F-0D1529911A2C}" destId="{6BAC72FC-14A7-4F63-8F62-C1552981A2DD}" srcOrd="2" destOrd="0" presId="urn:microsoft.com/office/officeart/2005/8/layout/orgChart1"/>
    <dgm:cxn modelId="{17A24763-90FD-48EB-BF45-00AB6E4087D9}" type="presParOf" srcId="{260D6907-09CD-4FE4-AF8A-64637B90491B}" destId="{1712C97F-221D-44EA-9628-5B63D24FDC30}" srcOrd="4" destOrd="0" presId="urn:microsoft.com/office/officeart/2005/8/layout/orgChart1"/>
    <dgm:cxn modelId="{BBA8E965-18BA-4A1F-A68D-C80286010872}" type="presParOf" srcId="{260D6907-09CD-4FE4-AF8A-64637B90491B}" destId="{0DCDB950-0786-42F9-A19C-0AE60C3CA959}" srcOrd="5" destOrd="0" presId="urn:microsoft.com/office/officeart/2005/8/layout/orgChart1"/>
    <dgm:cxn modelId="{EBB735A2-D4FA-44D8-BE5A-037FA599E48E}" type="presParOf" srcId="{0DCDB950-0786-42F9-A19C-0AE60C3CA959}" destId="{7CAD69F0-ED09-4DBA-9946-BA78FFE0B480}" srcOrd="0" destOrd="0" presId="urn:microsoft.com/office/officeart/2005/8/layout/orgChart1"/>
    <dgm:cxn modelId="{39D8EA18-5118-4900-ABAF-E58CF3F523DF}" type="presParOf" srcId="{7CAD69F0-ED09-4DBA-9946-BA78FFE0B480}" destId="{A32B1045-B0BB-49DB-9A99-06DA6410368E}" srcOrd="0" destOrd="0" presId="urn:microsoft.com/office/officeart/2005/8/layout/orgChart1"/>
    <dgm:cxn modelId="{299FE2CE-402A-4EC6-A75D-2851139D1B08}" type="presParOf" srcId="{7CAD69F0-ED09-4DBA-9946-BA78FFE0B480}" destId="{7588B8CE-5E32-4DDE-8AE7-5020460664EE}" srcOrd="1" destOrd="0" presId="urn:microsoft.com/office/officeart/2005/8/layout/orgChart1"/>
    <dgm:cxn modelId="{F5C9D17B-ABFB-4DDB-8A50-EE9AE7B3FC27}" type="presParOf" srcId="{0DCDB950-0786-42F9-A19C-0AE60C3CA959}" destId="{4EE7C0A0-ECDF-49B8-8BA3-0EDCC936EB9B}" srcOrd="1" destOrd="0" presId="urn:microsoft.com/office/officeart/2005/8/layout/orgChart1"/>
    <dgm:cxn modelId="{C6FF0F76-7B7E-4981-BA3B-F98AA73DA427}" type="presParOf" srcId="{0DCDB950-0786-42F9-A19C-0AE60C3CA959}" destId="{30CADB85-6C13-42EC-926C-8A7C2C293972}" srcOrd="2" destOrd="0" presId="urn:microsoft.com/office/officeart/2005/8/layout/orgChart1"/>
    <dgm:cxn modelId="{60C18E25-3A77-482D-9F3A-71E938929148}" type="presParOf" srcId="{260D6907-09CD-4FE4-AF8A-64637B90491B}" destId="{EBAEA043-C8C3-4D16-BF3F-E41E037524B4}" srcOrd="6" destOrd="0" presId="urn:microsoft.com/office/officeart/2005/8/layout/orgChart1"/>
    <dgm:cxn modelId="{7848DEE1-C22B-4CED-83E3-A960DB80083D}" type="presParOf" srcId="{260D6907-09CD-4FE4-AF8A-64637B90491B}" destId="{96F6B3C0-79CA-444C-AEA4-13087A20397A}" srcOrd="7" destOrd="0" presId="urn:microsoft.com/office/officeart/2005/8/layout/orgChart1"/>
    <dgm:cxn modelId="{AE88CFA5-73ED-4650-AA17-9B489A6FECAD}" type="presParOf" srcId="{96F6B3C0-79CA-444C-AEA4-13087A20397A}" destId="{2E547669-5B1E-41F6-BED7-9A18AAC49D7C}" srcOrd="0" destOrd="0" presId="urn:microsoft.com/office/officeart/2005/8/layout/orgChart1"/>
    <dgm:cxn modelId="{8EFA0C91-BCFC-4E71-9520-323ECC561162}" type="presParOf" srcId="{2E547669-5B1E-41F6-BED7-9A18AAC49D7C}" destId="{A78E5BCE-1924-4D07-89A2-E9ADC3EA9A7E}" srcOrd="0" destOrd="0" presId="urn:microsoft.com/office/officeart/2005/8/layout/orgChart1"/>
    <dgm:cxn modelId="{FB6F7F64-E6BF-4F20-8420-2593D8B63F1F}" type="presParOf" srcId="{2E547669-5B1E-41F6-BED7-9A18AAC49D7C}" destId="{2D3EB357-AEAD-44B0-9C9A-7F4CA7E740D3}" srcOrd="1" destOrd="0" presId="urn:microsoft.com/office/officeart/2005/8/layout/orgChart1"/>
    <dgm:cxn modelId="{028DBB78-BBD6-4C99-A44C-D8A5821C874C}" type="presParOf" srcId="{96F6B3C0-79CA-444C-AEA4-13087A20397A}" destId="{E90F3CAA-39CF-4905-A16B-0CCEBBD722CD}" srcOrd="1" destOrd="0" presId="urn:microsoft.com/office/officeart/2005/8/layout/orgChart1"/>
    <dgm:cxn modelId="{067F820F-B5A9-4E43-9858-B130A00B9301}" type="presParOf" srcId="{96F6B3C0-79CA-444C-AEA4-13087A20397A}" destId="{0323ED99-B6EB-49FF-ACB5-38B86E45A870}" srcOrd="2" destOrd="0" presId="urn:microsoft.com/office/officeart/2005/8/layout/orgChart1"/>
    <dgm:cxn modelId="{A660FFA9-0E6F-431B-896E-ACD8C4751755}" type="presParOf" srcId="{E035A315-C2CA-44CE-884F-E2BDDD18119C}" destId="{3DA57153-E72E-4515-B8EF-3EED6A2847A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54FC048-D6B5-41BA-B80B-10A918DB440F}"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IN"/>
        </a:p>
      </dgm:t>
    </dgm:pt>
    <dgm:pt modelId="{DE8595D1-FE78-499C-B273-F351C81C8635}">
      <dgm:prSet phldrT="[Text]"/>
      <dgm:spPr/>
      <dgm:t>
        <a:bodyPr/>
        <a:lstStyle/>
        <a:p>
          <a:r>
            <a:rPr lang="en-US"/>
            <a:t>Time series components</a:t>
          </a:r>
          <a:endParaRPr lang="en-IN"/>
        </a:p>
      </dgm:t>
    </dgm:pt>
    <dgm:pt modelId="{E8AD78A9-81B9-4167-A62E-935A05D28023}" type="parTrans" cxnId="{04BBC505-3844-4B1E-81AA-7153B994BC20}">
      <dgm:prSet/>
      <dgm:spPr/>
      <dgm:t>
        <a:bodyPr/>
        <a:lstStyle/>
        <a:p>
          <a:endParaRPr lang="en-IN"/>
        </a:p>
      </dgm:t>
    </dgm:pt>
    <dgm:pt modelId="{A6BC535C-54D5-4A75-BAD7-0B1B4A13119D}" type="sibTrans" cxnId="{04BBC505-3844-4B1E-81AA-7153B994BC20}">
      <dgm:prSet/>
      <dgm:spPr/>
      <dgm:t>
        <a:bodyPr/>
        <a:lstStyle/>
        <a:p>
          <a:endParaRPr lang="en-IN"/>
        </a:p>
      </dgm:t>
    </dgm:pt>
    <dgm:pt modelId="{B4A566A8-FB8D-4124-AC7F-525ECE95E3F4}">
      <dgm:prSet phldrT="[Text]"/>
      <dgm:spPr/>
      <dgm:t>
        <a:bodyPr/>
        <a:lstStyle/>
        <a:p>
          <a:r>
            <a:rPr lang="en-US"/>
            <a:t>Trend component</a:t>
          </a:r>
          <a:endParaRPr lang="en-IN"/>
        </a:p>
      </dgm:t>
    </dgm:pt>
    <dgm:pt modelId="{10A9C8B6-AB32-4E6B-922B-8001B75DF288}" type="parTrans" cxnId="{89E58B00-3249-4486-ADF8-BABFE770EF37}">
      <dgm:prSet/>
      <dgm:spPr/>
      <dgm:t>
        <a:bodyPr/>
        <a:lstStyle/>
        <a:p>
          <a:endParaRPr lang="en-IN"/>
        </a:p>
      </dgm:t>
    </dgm:pt>
    <dgm:pt modelId="{C792FFAC-A696-4D69-8424-72FE2A4EE465}" type="sibTrans" cxnId="{89E58B00-3249-4486-ADF8-BABFE770EF37}">
      <dgm:prSet/>
      <dgm:spPr/>
      <dgm:t>
        <a:bodyPr/>
        <a:lstStyle/>
        <a:p>
          <a:endParaRPr lang="en-IN"/>
        </a:p>
      </dgm:t>
    </dgm:pt>
    <dgm:pt modelId="{CDEAD8C7-CCED-4A32-BB55-3ED005B26ABB}">
      <dgm:prSet phldrT="[Text]"/>
      <dgm:spPr/>
      <dgm:t>
        <a:bodyPr/>
        <a:lstStyle/>
        <a:p>
          <a:r>
            <a:rPr lang="en-US"/>
            <a:t>Seasonal component</a:t>
          </a:r>
          <a:endParaRPr lang="en-IN"/>
        </a:p>
      </dgm:t>
    </dgm:pt>
    <dgm:pt modelId="{A016A437-3D87-4C03-95FC-99B7198E32F3}" type="parTrans" cxnId="{8DD03CF6-3E83-414C-A827-547DED025F0E}">
      <dgm:prSet/>
      <dgm:spPr/>
      <dgm:t>
        <a:bodyPr/>
        <a:lstStyle/>
        <a:p>
          <a:endParaRPr lang="en-IN"/>
        </a:p>
      </dgm:t>
    </dgm:pt>
    <dgm:pt modelId="{CB113637-E850-42C6-8F8A-28600114D11B}" type="sibTrans" cxnId="{8DD03CF6-3E83-414C-A827-547DED025F0E}">
      <dgm:prSet/>
      <dgm:spPr/>
      <dgm:t>
        <a:bodyPr/>
        <a:lstStyle/>
        <a:p>
          <a:endParaRPr lang="en-IN"/>
        </a:p>
      </dgm:t>
    </dgm:pt>
    <dgm:pt modelId="{AD5C28AC-4308-4264-BD06-D340DDF5E071}">
      <dgm:prSet phldrT="[Text]"/>
      <dgm:spPr/>
      <dgm:t>
        <a:bodyPr/>
        <a:lstStyle/>
        <a:p>
          <a:r>
            <a:rPr lang="en-US"/>
            <a:t>Cyclical component</a:t>
          </a:r>
          <a:endParaRPr lang="en-IN"/>
        </a:p>
      </dgm:t>
    </dgm:pt>
    <dgm:pt modelId="{C304B887-846A-47E2-BF7C-4F21382552F0}" type="parTrans" cxnId="{123F94B2-6555-4B02-9299-59CA392E063C}">
      <dgm:prSet/>
      <dgm:spPr/>
      <dgm:t>
        <a:bodyPr/>
        <a:lstStyle/>
        <a:p>
          <a:endParaRPr lang="en-IN"/>
        </a:p>
      </dgm:t>
    </dgm:pt>
    <dgm:pt modelId="{9AD6876A-509B-486C-8075-DDCD8F8C284F}" type="sibTrans" cxnId="{123F94B2-6555-4B02-9299-59CA392E063C}">
      <dgm:prSet/>
      <dgm:spPr/>
      <dgm:t>
        <a:bodyPr/>
        <a:lstStyle/>
        <a:p>
          <a:endParaRPr lang="en-IN"/>
        </a:p>
      </dgm:t>
    </dgm:pt>
    <dgm:pt modelId="{BBB0D163-6A30-41FF-B420-456A926E843C}">
      <dgm:prSet phldrT="[Text]"/>
      <dgm:spPr/>
      <dgm:t>
        <a:bodyPr/>
        <a:lstStyle/>
        <a:p>
          <a:r>
            <a:rPr lang="en-US"/>
            <a:t>Random component</a:t>
          </a:r>
          <a:endParaRPr lang="en-IN"/>
        </a:p>
      </dgm:t>
    </dgm:pt>
    <dgm:pt modelId="{977C41BA-DFE1-4E46-BDF3-EF14229827FB}" type="parTrans" cxnId="{36FE2E84-5E31-4178-A743-52EBF7834394}">
      <dgm:prSet/>
      <dgm:spPr/>
      <dgm:t>
        <a:bodyPr/>
        <a:lstStyle/>
        <a:p>
          <a:endParaRPr lang="en-IN"/>
        </a:p>
      </dgm:t>
    </dgm:pt>
    <dgm:pt modelId="{D703C5E2-413C-42DF-A09B-071A4492E749}" type="sibTrans" cxnId="{36FE2E84-5E31-4178-A743-52EBF7834394}">
      <dgm:prSet/>
      <dgm:spPr/>
      <dgm:t>
        <a:bodyPr/>
        <a:lstStyle/>
        <a:p>
          <a:endParaRPr lang="en-IN"/>
        </a:p>
      </dgm:t>
    </dgm:pt>
    <dgm:pt modelId="{4CE9D432-8B61-415E-9474-FD9CC56BE088}">
      <dgm:prSet phldrT="[Text]"/>
      <dgm:spPr/>
      <dgm:t>
        <a:bodyPr/>
        <a:lstStyle/>
        <a:p>
          <a:r>
            <a:rPr lang="en-US"/>
            <a:t>Long</a:t>
          </a:r>
          <a:r>
            <a:rPr lang="en-US" baseline="0"/>
            <a:t> term, underlying direction or pattern in data over a period of time.</a:t>
          </a:r>
        </a:p>
        <a:p>
          <a:r>
            <a:rPr lang="en-US" baseline="0"/>
            <a:t>Eg: Population growth.</a:t>
          </a:r>
          <a:endParaRPr lang="en-IN"/>
        </a:p>
      </dgm:t>
    </dgm:pt>
    <dgm:pt modelId="{F2F513C8-F748-4D5B-BF09-67CC0AB42968}" type="parTrans" cxnId="{DDF6B2D5-3C92-4EE0-8F8C-05D5109AF9CB}">
      <dgm:prSet/>
      <dgm:spPr/>
      <dgm:t>
        <a:bodyPr/>
        <a:lstStyle/>
        <a:p>
          <a:endParaRPr lang="en-IN"/>
        </a:p>
      </dgm:t>
    </dgm:pt>
    <dgm:pt modelId="{A4750FFA-AA7E-4C13-9990-746D79773F75}" type="sibTrans" cxnId="{DDF6B2D5-3C92-4EE0-8F8C-05D5109AF9CB}">
      <dgm:prSet/>
      <dgm:spPr/>
      <dgm:t>
        <a:bodyPr/>
        <a:lstStyle/>
        <a:p>
          <a:endParaRPr lang="en-IN"/>
        </a:p>
      </dgm:t>
    </dgm:pt>
    <dgm:pt modelId="{4B3E0188-B6EB-4E1E-95EC-2787176C9C74}">
      <dgm:prSet phldrT="[Text]"/>
      <dgm:spPr/>
      <dgm:t>
        <a:bodyPr/>
        <a:lstStyle/>
        <a:p>
          <a:r>
            <a:rPr lang="en-US"/>
            <a:t>Repeating pattern usually within 12 month period.</a:t>
          </a:r>
        </a:p>
        <a:p>
          <a:r>
            <a:rPr lang="en-US"/>
            <a:t>Eg: Electricity demand.</a:t>
          </a:r>
          <a:endParaRPr lang="en-IN"/>
        </a:p>
      </dgm:t>
    </dgm:pt>
    <dgm:pt modelId="{8DE6F08D-95E2-4D01-A677-791321838D41}" type="parTrans" cxnId="{2FA43DAF-9327-40E7-9880-31E9DA9020C5}">
      <dgm:prSet/>
      <dgm:spPr/>
      <dgm:t>
        <a:bodyPr/>
        <a:lstStyle/>
        <a:p>
          <a:endParaRPr lang="en-IN"/>
        </a:p>
      </dgm:t>
    </dgm:pt>
    <dgm:pt modelId="{6882AB07-DDC4-4270-96A1-F5F2E468F5BA}" type="sibTrans" cxnId="{2FA43DAF-9327-40E7-9880-31E9DA9020C5}">
      <dgm:prSet/>
      <dgm:spPr/>
      <dgm:t>
        <a:bodyPr/>
        <a:lstStyle/>
        <a:p>
          <a:endParaRPr lang="en-IN"/>
        </a:p>
      </dgm:t>
    </dgm:pt>
    <dgm:pt modelId="{1685C52C-6FD4-4863-891F-8CF20A9BE6DD}">
      <dgm:prSet phldrT="[Text]"/>
      <dgm:spPr/>
      <dgm:t>
        <a:bodyPr/>
        <a:lstStyle/>
        <a:p>
          <a:r>
            <a:rPr lang="en-US"/>
            <a:t>Repeating swings more than one year.</a:t>
          </a:r>
        </a:p>
        <a:p>
          <a:r>
            <a:rPr lang="en-US"/>
            <a:t>Eg: Stock market.</a:t>
          </a:r>
          <a:endParaRPr lang="en-IN"/>
        </a:p>
      </dgm:t>
    </dgm:pt>
    <dgm:pt modelId="{8EA94392-D5DB-4012-9E6D-B90EA24DC7D5}" type="parTrans" cxnId="{F66C6CF4-AD6D-465D-96A3-66FA53F66DD2}">
      <dgm:prSet/>
      <dgm:spPr/>
      <dgm:t>
        <a:bodyPr/>
        <a:lstStyle/>
        <a:p>
          <a:endParaRPr lang="en-IN"/>
        </a:p>
      </dgm:t>
    </dgm:pt>
    <dgm:pt modelId="{42C5B435-E03A-4F0F-A2F5-3D502564AE11}" type="sibTrans" cxnId="{F66C6CF4-AD6D-465D-96A3-66FA53F66DD2}">
      <dgm:prSet/>
      <dgm:spPr/>
      <dgm:t>
        <a:bodyPr/>
        <a:lstStyle/>
        <a:p>
          <a:endParaRPr lang="en-IN"/>
        </a:p>
      </dgm:t>
    </dgm:pt>
    <dgm:pt modelId="{EF9CCC90-82C7-40F9-833B-C0C61750FF11}">
      <dgm:prSet phldrT="[Text]"/>
      <dgm:spPr/>
      <dgm:t>
        <a:bodyPr/>
        <a:lstStyle/>
        <a:p>
          <a:r>
            <a:rPr lang="en-US"/>
            <a:t>Unpredictable or irregular fluctuations in data.</a:t>
          </a:r>
        </a:p>
        <a:p>
          <a:r>
            <a:rPr lang="en-US"/>
            <a:t>Eg: Measurement of errors.</a:t>
          </a:r>
          <a:endParaRPr lang="en-IN"/>
        </a:p>
      </dgm:t>
    </dgm:pt>
    <dgm:pt modelId="{8A92C21F-C7DC-40B9-ABA8-7DD608CB0FFC}" type="parTrans" cxnId="{5A6DE796-FDF0-4F45-B43F-A167500C1C0F}">
      <dgm:prSet/>
      <dgm:spPr/>
      <dgm:t>
        <a:bodyPr/>
        <a:lstStyle/>
        <a:p>
          <a:endParaRPr lang="en-IN"/>
        </a:p>
      </dgm:t>
    </dgm:pt>
    <dgm:pt modelId="{C2DCDFD1-F55C-4798-A1A9-8E0F705EC26B}" type="sibTrans" cxnId="{5A6DE796-FDF0-4F45-B43F-A167500C1C0F}">
      <dgm:prSet/>
      <dgm:spPr/>
      <dgm:t>
        <a:bodyPr/>
        <a:lstStyle/>
        <a:p>
          <a:endParaRPr lang="en-IN"/>
        </a:p>
      </dgm:t>
    </dgm:pt>
    <dgm:pt modelId="{E3BA404F-1586-46E2-88E7-2F0C7134ABB5}" type="pres">
      <dgm:prSet presAssocID="{454FC048-D6B5-41BA-B80B-10A918DB440F}" presName="hierChild1" presStyleCnt="0">
        <dgm:presLayoutVars>
          <dgm:orgChart val="1"/>
          <dgm:chPref val="1"/>
          <dgm:dir/>
          <dgm:animOne val="branch"/>
          <dgm:animLvl val="lvl"/>
          <dgm:resizeHandles/>
        </dgm:presLayoutVars>
      </dgm:prSet>
      <dgm:spPr/>
    </dgm:pt>
    <dgm:pt modelId="{0BE73B9B-C748-4ADF-9B6B-842DDF8A64D1}" type="pres">
      <dgm:prSet presAssocID="{DE8595D1-FE78-499C-B273-F351C81C8635}" presName="hierRoot1" presStyleCnt="0">
        <dgm:presLayoutVars>
          <dgm:hierBranch val="init"/>
        </dgm:presLayoutVars>
      </dgm:prSet>
      <dgm:spPr/>
    </dgm:pt>
    <dgm:pt modelId="{99C723C1-1FA5-467D-BB72-C9BEACD02FDF}" type="pres">
      <dgm:prSet presAssocID="{DE8595D1-FE78-499C-B273-F351C81C8635}" presName="rootComposite1" presStyleCnt="0"/>
      <dgm:spPr/>
    </dgm:pt>
    <dgm:pt modelId="{8A3B5D76-D4C5-4BD8-8590-34AFB764BC8D}" type="pres">
      <dgm:prSet presAssocID="{DE8595D1-FE78-499C-B273-F351C81C8635}" presName="rootText1" presStyleLbl="node0" presStyleIdx="0" presStyleCnt="1">
        <dgm:presLayoutVars>
          <dgm:chPref val="3"/>
        </dgm:presLayoutVars>
      </dgm:prSet>
      <dgm:spPr/>
    </dgm:pt>
    <dgm:pt modelId="{3D6927B5-1C52-4947-A899-EF98FA626745}" type="pres">
      <dgm:prSet presAssocID="{DE8595D1-FE78-499C-B273-F351C81C8635}" presName="rootConnector1" presStyleLbl="node1" presStyleIdx="0" presStyleCnt="0"/>
      <dgm:spPr/>
    </dgm:pt>
    <dgm:pt modelId="{6390757D-8DA1-4F4A-B284-819DA38FC58B}" type="pres">
      <dgm:prSet presAssocID="{DE8595D1-FE78-499C-B273-F351C81C8635}" presName="hierChild2" presStyleCnt="0"/>
      <dgm:spPr/>
    </dgm:pt>
    <dgm:pt modelId="{B65EBDAF-D773-470C-9EA7-2CC80CF2CDE1}" type="pres">
      <dgm:prSet presAssocID="{10A9C8B6-AB32-4E6B-922B-8001B75DF288}" presName="Name37" presStyleLbl="parChTrans1D2" presStyleIdx="0" presStyleCnt="4"/>
      <dgm:spPr/>
    </dgm:pt>
    <dgm:pt modelId="{9391A107-4267-4E0A-BC63-3F5D739449B7}" type="pres">
      <dgm:prSet presAssocID="{B4A566A8-FB8D-4124-AC7F-525ECE95E3F4}" presName="hierRoot2" presStyleCnt="0">
        <dgm:presLayoutVars>
          <dgm:hierBranch val="init"/>
        </dgm:presLayoutVars>
      </dgm:prSet>
      <dgm:spPr/>
    </dgm:pt>
    <dgm:pt modelId="{65297015-84FF-4CCA-B6AD-C9439C87E909}" type="pres">
      <dgm:prSet presAssocID="{B4A566A8-FB8D-4124-AC7F-525ECE95E3F4}" presName="rootComposite" presStyleCnt="0"/>
      <dgm:spPr/>
    </dgm:pt>
    <dgm:pt modelId="{9A342BEB-7C6E-4B09-9C2D-4A426138CBF1}" type="pres">
      <dgm:prSet presAssocID="{B4A566A8-FB8D-4124-AC7F-525ECE95E3F4}" presName="rootText" presStyleLbl="node2" presStyleIdx="0" presStyleCnt="4">
        <dgm:presLayoutVars>
          <dgm:chPref val="3"/>
        </dgm:presLayoutVars>
      </dgm:prSet>
      <dgm:spPr/>
    </dgm:pt>
    <dgm:pt modelId="{4BC00061-81D4-4FB0-8A3D-871D94E3E7D7}" type="pres">
      <dgm:prSet presAssocID="{B4A566A8-FB8D-4124-AC7F-525ECE95E3F4}" presName="rootConnector" presStyleLbl="node2" presStyleIdx="0" presStyleCnt="4"/>
      <dgm:spPr/>
    </dgm:pt>
    <dgm:pt modelId="{F0DA8842-EA87-46AE-B4A3-374177AA6C18}" type="pres">
      <dgm:prSet presAssocID="{B4A566A8-FB8D-4124-AC7F-525ECE95E3F4}" presName="hierChild4" presStyleCnt="0"/>
      <dgm:spPr/>
    </dgm:pt>
    <dgm:pt modelId="{C5BA94FA-DF4B-4113-A188-7DEA5187C6E6}" type="pres">
      <dgm:prSet presAssocID="{F2F513C8-F748-4D5B-BF09-67CC0AB42968}" presName="Name37" presStyleLbl="parChTrans1D3" presStyleIdx="0" presStyleCnt="4"/>
      <dgm:spPr/>
    </dgm:pt>
    <dgm:pt modelId="{21ABCB13-31AE-4F90-9179-256780088D50}" type="pres">
      <dgm:prSet presAssocID="{4CE9D432-8B61-415E-9474-FD9CC56BE088}" presName="hierRoot2" presStyleCnt="0">
        <dgm:presLayoutVars>
          <dgm:hierBranch val="init"/>
        </dgm:presLayoutVars>
      </dgm:prSet>
      <dgm:spPr/>
    </dgm:pt>
    <dgm:pt modelId="{A93A02A1-75B5-48B2-9E39-C09E20DFF6A6}" type="pres">
      <dgm:prSet presAssocID="{4CE9D432-8B61-415E-9474-FD9CC56BE088}" presName="rootComposite" presStyleCnt="0"/>
      <dgm:spPr/>
    </dgm:pt>
    <dgm:pt modelId="{1D93CA38-B5B7-484F-A903-03FA0B1BA3F7}" type="pres">
      <dgm:prSet presAssocID="{4CE9D432-8B61-415E-9474-FD9CC56BE088}" presName="rootText" presStyleLbl="node3" presStyleIdx="0" presStyleCnt="4" custScaleX="112206" custScaleY="162338">
        <dgm:presLayoutVars>
          <dgm:chPref val="3"/>
        </dgm:presLayoutVars>
      </dgm:prSet>
      <dgm:spPr/>
    </dgm:pt>
    <dgm:pt modelId="{971F4C7C-0929-4F18-9673-31C3CF483CAB}" type="pres">
      <dgm:prSet presAssocID="{4CE9D432-8B61-415E-9474-FD9CC56BE088}" presName="rootConnector" presStyleLbl="node3" presStyleIdx="0" presStyleCnt="4"/>
      <dgm:spPr/>
    </dgm:pt>
    <dgm:pt modelId="{78FA27E7-B9E7-4630-9B29-7240E035EB9F}" type="pres">
      <dgm:prSet presAssocID="{4CE9D432-8B61-415E-9474-FD9CC56BE088}" presName="hierChild4" presStyleCnt="0"/>
      <dgm:spPr/>
    </dgm:pt>
    <dgm:pt modelId="{E3A051F0-BD93-4DE7-B2F6-6EF8E36AEF42}" type="pres">
      <dgm:prSet presAssocID="{4CE9D432-8B61-415E-9474-FD9CC56BE088}" presName="hierChild5" presStyleCnt="0"/>
      <dgm:spPr/>
    </dgm:pt>
    <dgm:pt modelId="{2C5F4D24-0AC4-43AB-9CF4-7D4AB4E76EDC}" type="pres">
      <dgm:prSet presAssocID="{B4A566A8-FB8D-4124-AC7F-525ECE95E3F4}" presName="hierChild5" presStyleCnt="0"/>
      <dgm:spPr/>
    </dgm:pt>
    <dgm:pt modelId="{114D2191-9BEA-49D8-ADB4-95CCACF88402}" type="pres">
      <dgm:prSet presAssocID="{A016A437-3D87-4C03-95FC-99B7198E32F3}" presName="Name37" presStyleLbl="parChTrans1D2" presStyleIdx="1" presStyleCnt="4"/>
      <dgm:spPr/>
    </dgm:pt>
    <dgm:pt modelId="{C397993A-FC57-4737-9ECD-09F17730A17D}" type="pres">
      <dgm:prSet presAssocID="{CDEAD8C7-CCED-4A32-BB55-3ED005B26ABB}" presName="hierRoot2" presStyleCnt="0">
        <dgm:presLayoutVars>
          <dgm:hierBranch val="init"/>
        </dgm:presLayoutVars>
      </dgm:prSet>
      <dgm:spPr/>
    </dgm:pt>
    <dgm:pt modelId="{686427F5-B7C2-4186-9863-A2F6DB01ACF8}" type="pres">
      <dgm:prSet presAssocID="{CDEAD8C7-CCED-4A32-BB55-3ED005B26ABB}" presName="rootComposite" presStyleCnt="0"/>
      <dgm:spPr/>
    </dgm:pt>
    <dgm:pt modelId="{4862D04A-F672-4D01-AFD1-B32342DD74DD}" type="pres">
      <dgm:prSet presAssocID="{CDEAD8C7-CCED-4A32-BB55-3ED005B26ABB}" presName="rootText" presStyleLbl="node2" presStyleIdx="1" presStyleCnt="4">
        <dgm:presLayoutVars>
          <dgm:chPref val="3"/>
        </dgm:presLayoutVars>
      </dgm:prSet>
      <dgm:spPr/>
    </dgm:pt>
    <dgm:pt modelId="{223C9253-9CBC-4B6D-904E-D449412C958E}" type="pres">
      <dgm:prSet presAssocID="{CDEAD8C7-CCED-4A32-BB55-3ED005B26ABB}" presName="rootConnector" presStyleLbl="node2" presStyleIdx="1" presStyleCnt="4"/>
      <dgm:spPr/>
    </dgm:pt>
    <dgm:pt modelId="{81764AD8-FA93-43A9-8D1D-10938B2EEF90}" type="pres">
      <dgm:prSet presAssocID="{CDEAD8C7-CCED-4A32-BB55-3ED005B26ABB}" presName="hierChild4" presStyleCnt="0"/>
      <dgm:spPr/>
    </dgm:pt>
    <dgm:pt modelId="{7875ADD2-EB25-4C6F-9C2F-C6C0BD141516}" type="pres">
      <dgm:prSet presAssocID="{8DE6F08D-95E2-4D01-A677-791321838D41}" presName="Name37" presStyleLbl="parChTrans1D3" presStyleIdx="1" presStyleCnt="4"/>
      <dgm:spPr/>
    </dgm:pt>
    <dgm:pt modelId="{53A47F49-D31A-48CF-85F0-F987A3D65C10}" type="pres">
      <dgm:prSet presAssocID="{4B3E0188-B6EB-4E1E-95EC-2787176C9C74}" presName="hierRoot2" presStyleCnt="0">
        <dgm:presLayoutVars>
          <dgm:hierBranch val="init"/>
        </dgm:presLayoutVars>
      </dgm:prSet>
      <dgm:spPr/>
    </dgm:pt>
    <dgm:pt modelId="{FCC174E9-3341-4DC6-92F5-C35F8F32D8BD}" type="pres">
      <dgm:prSet presAssocID="{4B3E0188-B6EB-4E1E-95EC-2787176C9C74}" presName="rootComposite" presStyleCnt="0"/>
      <dgm:spPr/>
    </dgm:pt>
    <dgm:pt modelId="{AAC440BF-F0C9-45E8-AFF3-055F52A194CE}" type="pres">
      <dgm:prSet presAssocID="{4B3E0188-B6EB-4E1E-95EC-2787176C9C74}" presName="rootText" presStyleLbl="node3" presStyleIdx="1" presStyleCnt="4" custScaleX="109286" custScaleY="151177" custLinFactNeighborY="4092">
        <dgm:presLayoutVars>
          <dgm:chPref val="3"/>
        </dgm:presLayoutVars>
      </dgm:prSet>
      <dgm:spPr/>
    </dgm:pt>
    <dgm:pt modelId="{541ADE1C-9EED-4259-A9CA-F2049D5141BC}" type="pres">
      <dgm:prSet presAssocID="{4B3E0188-B6EB-4E1E-95EC-2787176C9C74}" presName="rootConnector" presStyleLbl="node3" presStyleIdx="1" presStyleCnt="4"/>
      <dgm:spPr/>
    </dgm:pt>
    <dgm:pt modelId="{3A844E76-9BB3-4334-8665-567D561A0827}" type="pres">
      <dgm:prSet presAssocID="{4B3E0188-B6EB-4E1E-95EC-2787176C9C74}" presName="hierChild4" presStyleCnt="0"/>
      <dgm:spPr/>
    </dgm:pt>
    <dgm:pt modelId="{1276CA84-854A-4C31-83D7-F33FB46C1C80}" type="pres">
      <dgm:prSet presAssocID="{4B3E0188-B6EB-4E1E-95EC-2787176C9C74}" presName="hierChild5" presStyleCnt="0"/>
      <dgm:spPr/>
    </dgm:pt>
    <dgm:pt modelId="{983C0164-128D-450E-A6B9-619547EF2912}" type="pres">
      <dgm:prSet presAssocID="{CDEAD8C7-CCED-4A32-BB55-3ED005B26ABB}" presName="hierChild5" presStyleCnt="0"/>
      <dgm:spPr/>
    </dgm:pt>
    <dgm:pt modelId="{6F31CFAC-3911-4602-9BA5-9AE14C3E88CC}" type="pres">
      <dgm:prSet presAssocID="{C304B887-846A-47E2-BF7C-4F21382552F0}" presName="Name37" presStyleLbl="parChTrans1D2" presStyleIdx="2" presStyleCnt="4"/>
      <dgm:spPr/>
    </dgm:pt>
    <dgm:pt modelId="{98391BB3-F8CE-49B7-9D8D-244B774A66EB}" type="pres">
      <dgm:prSet presAssocID="{AD5C28AC-4308-4264-BD06-D340DDF5E071}" presName="hierRoot2" presStyleCnt="0">
        <dgm:presLayoutVars>
          <dgm:hierBranch val="init"/>
        </dgm:presLayoutVars>
      </dgm:prSet>
      <dgm:spPr/>
    </dgm:pt>
    <dgm:pt modelId="{E8D36CAD-1E3B-4F66-B410-5E259BCD669C}" type="pres">
      <dgm:prSet presAssocID="{AD5C28AC-4308-4264-BD06-D340DDF5E071}" presName="rootComposite" presStyleCnt="0"/>
      <dgm:spPr/>
    </dgm:pt>
    <dgm:pt modelId="{22B6A082-D818-48B4-9F6B-9256B9268256}" type="pres">
      <dgm:prSet presAssocID="{AD5C28AC-4308-4264-BD06-D340DDF5E071}" presName="rootText" presStyleLbl="node2" presStyleIdx="2" presStyleCnt="4">
        <dgm:presLayoutVars>
          <dgm:chPref val="3"/>
        </dgm:presLayoutVars>
      </dgm:prSet>
      <dgm:spPr/>
    </dgm:pt>
    <dgm:pt modelId="{BA081474-5AAB-4DFD-91D0-AF68F30BC157}" type="pres">
      <dgm:prSet presAssocID="{AD5C28AC-4308-4264-BD06-D340DDF5E071}" presName="rootConnector" presStyleLbl="node2" presStyleIdx="2" presStyleCnt="4"/>
      <dgm:spPr/>
    </dgm:pt>
    <dgm:pt modelId="{F9AD0CC4-FF78-4B80-A9CD-16036784809F}" type="pres">
      <dgm:prSet presAssocID="{AD5C28AC-4308-4264-BD06-D340DDF5E071}" presName="hierChild4" presStyleCnt="0"/>
      <dgm:spPr/>
    </dgm:pt>
    <dgm:pt modelId="{EB0C7C65-25B1-474D-BA0A-2F28799209E1}" type="pres">
      <dgm:prSet presAssocID="{8EA94392-D5DB-4012-9E6D-B90EA24DC7D5}" presName="Name37" presStyleLbl="parChTrans1D3" presStyleIdx="2" presStyleCnt="4"/>
      <dgm:spPr/>
    </dgm:pt>
    <dgm:pt modelId="{774A50A2-99A1-42F1-85E2-F1975334FCF1}" type="pres">
      <dgm:prSet presAssocID="{1685C52C-6FD4-4863-891F-8CF20A9BE6DD}" presName="hierRoot2" presStyleCnt="0">
        <dgm:presLayoutVars>
          <dgm:hierBranch val="init"/>
        </dgm:presLayoutVars>
      </dgm:prSet>
      <dgm:spPr/>
    </dgm:pt>
    <dgm:pt modelId="{BD3BE57F-AC57-4707-A368-32A680A5586D}" type="pres">
      <dgm:prSet presAssocID="{1685C52C-6FD4-4863-891F-8CF20A9BE6DD}" presName="rootComposite" presStyleCnt="0"/>
      <dgm:spPr/>
    </dgm:pt>
    <dgm:pt modelId="{9C8864FA-6D14-4880-9577-972C83E77FBD}" type="pres">
      <dgm:prSet presAssocID="{1685C52C-6FD4-4863-891F-8CF20A9BE6DD}" presName="rootText" presStyleLbl="node3" presStyleIdx="2" presStyleCnt="4">
        <dgm:presLayoutVars>
          <dgm:chPref val="3"/>
        </dgm:presLayoutVars>
      </dgm:prSet>
      <dgm:spPr/>
    </dgm:pt>
    <dgm:pt modelId="{0E7A57C9-DEC9-4D66-BCA7-B79E18EE0011}" type="pres">
      <dgm:prSet presAssocID="{1685C52C-6FD4-4863-891F-8CF20A9BE6DD}" presName="rootConnector" presStyleLbl="node3" presStyleIdx="2" presStyleCnt="4"/>
      <dgm:spPr/>
    </dgm:pt>
    <dgm:pt modelId="{C3F69BB9-10B8-4828-8611-5CFF407FBDF5}" type="pres">
      <dgm:prSet presAssocID="{1685C52C-6FD4-4863-891F-8CF20A9BE6DD}" presName="hierChild4" presStyleCnt="0"/>
      <dgm:spPr/>
    </dgm:pt>
    <dgm:pt modelId="{2FCF7F46-71D3-4C04-BC38-06FE007B014A}" type="pres">
      <dgm:prSet presAssocID="{1685C52C-6FD4-4863-891F-8CF20A9BE6DD}" presName="hierChild5" presStyleCnt="0"/>
      <dgm:spPr/>
    </dgm:pt>
    <dgm:pt modelId="{AA2C5185-6B92-470A-BF6E-50358C0C1FA9}" type="pres">
      <dgm:prSet presAssocID="{AD5C28AC-4308-4264-BD06-D340DDF5E071}" presName="hierChild5" presStyleCnt="0"/>
      <dgm:spPr/>
    </dgm:pt>
    <dgm:pt modelId="{747B5B4E-847C-436F-B862-B5ACF8DDF817}" type="pres">
      <dgm:prSet presAssocID="{977C41BA-DFE1-4E46-BDF3-EF14229827FB}" presName="Name37" presStyleLbl="parChTrans1D2" presStyleIdx="3" presStyleCnt="4"/>
      <dgm:spPr/>
    </dgm:pt>
    <dgm:pt modelId="{F593CCDE-2961-4662-860F-6C292191135B}" type="pres">
      <dgm:prSet presAssocID="{BBB0D163-6A30-41FF-B420-456A926E843C}" presName="hierRoot2" presStyleCnt="0">
        <dgm:presLayoutVars>
          <dgm:hierBranch val="init"/>
        </dgm:presLayoutVars>
      </dgm:prSet>
      <dgm:spPr/>
    </dgm:pt>
    <dgm:pt modelId="{BA6C08D9-7F41-4ECE-9509-B48F56AF81F1}" type="pres">
      <dgm:prSet presAssocID="{BBB0D163-6A30-41FF-B420-456A926E843C}" presName="rootComposite" presStyleCnt="0"/>
      <dgm:spPr/>
    </dgm:pt>
    <dgm:pt modelId="{39BC34ED-2048-48EF-8C89-89C99917253A}" type="pres">
      <dgm:prSet presAssocID="{BBB0D163-6A30-41FF-B420-456A926E843C}" presName="rootText" presStyleLbl="node2" presStyleIdx="3" presStyleCnt="4">
        <dgm:presLayoutVars>
          <dgm:chPref val="3"/>
        </dgm:presLayoutVars>
      </dgm:prSet>
      <dgm:spPr/>
    </dgm:pt>
    <dgm:pt modelId="{5167491E-CD1B-4E5C-B18A-AE63BA7643DF}" type="pres">
      <dgm:prSet presAssocID="{BBB0D163-6A30-41FF-B420-456A926E843C}" presName="rootConnector" presStyleLbl="node2" presStyleIdx="3" presStyleCnt="4"/>
      <dgm:spPr/>
    </dgm:pt>
    <dgm:pt modelId="{2E0F87EA-35FC-4259-907D-DA97B5039EC6}" type="pres">
      <dgm:prSet presAssocID="{BBB0D163-6A30-41FF-B420-456A926E843C}" presName="hierChild4" presStyleCnt="0"/>
      <dgm:spPr/>
    </dgm:pt>
    <dgm:pt modelId="{5864E1D2-0420-482F-8213-04B11254A00B}" type="pres">
      <dgm:prSet presAssocID="{8A92C21F-C7DC-40B9-ABA8-7DD608CB0FFC}" presName="Name37" presStyleLbl="parChTrans1D3" presStyleIdx="3" presStyleCnt="4"/>
      <dgm:spPr/>
    </dgm:pt>
    <dgm:pt modelId="{9A701389-50A9-4A4D-ACEF-8A8579AE287B}" type="pres">
      <dgm:prSet presAssocID="{EF9CCC90-82C7-40F9-833B-C0C61750FF11}" presName="hierRoot2" presStyleCnt="0">
        <dgm:presLayoutVars>
          <dgm:hierBranch val="init"/>
        </dgm:presLayoutVars>
      </dgm:prSet>
      <dgm:spPr/>
    </dgm:pt>
    <dgm:pt modelId="{E0360EFF-95C7-4E60-8AE6-F77838364F0A}" type="pres">
      <dgm:prSet presAssocID="{EF9CCC90-82C7-40F9-833B-C0C61750FF11}" presName="rootComposite" presStyleCnt="0"/>
      <dgm:spPr/>
    </dgm:pt>
    <dgm:pt modelId="{F0E5DF4E-3FF4-4419-95CB-192CE6B47D71}" type="pres">
      <dgm:prSet presAssocID="{EF9CCC90-82C7-40F9-833B-C0C61750FF11}" presName="rootText" presStyleLbl="node3" presStyleIdx="3" presStyleCnt="4" custScaleX="97379" custScaleY="176407">
        <dgm:presLayoutVars>
          <dgm:chPref val="3"/>
        </dgm:presLayoutVars>
      </dgm:prSet>
      <dgm:spPr/>
    </dgm:pt>
    <dgm:pt modelId="{4A15A320-A23E-47B4-B13D-56F2BFE6479A}" type="pres">
      <dgm:prSet presAssocID="{EF9CCC90-82C7-40F9-833B-C0C61750FF11}" presName="rootConnector" presStyleLbl="node3" presStyleIdx="3" presStyleCnt="4"/>
      <dgm:spPr/>
    </dgm:pt>
    <dgm:pt modelId="{11B49465-A52D-4FFF-928C-B72D47E96FC8}" type="pres">
      <dgm:prSet presAssocID="{EF9CCC90-82C7-40F9-833B-C0C61750FF11}" presName="hierChild4" presStyleCnt="0"/>
      <dgm:spPr/>
    </dgm:pt>
    <dgm:pt modelId="{18484F91-5A77-4FE2-8E9F-C421ACAEFBEA}" type="pres">
      <dgm:prSet presAssocID="{EF9CCC90-82C7-40F9-833B-C0C61750FF11}" presName="hierChild5" presStyleCnt="0"/>
      <dgm:spPr/>
    </dgm:pt>
    <dgm:pt modelId="{09E53CAD-2F92-4A62-B431-33D8C059483B}" type="pres">
      <dgm:prSet presAssocID="{BBB0D163-6A30-41FF-B420-456A926E843C}" presName="hierChild5" presStyleCnt="0"/>
      <dgm:spPr/>
    </dgm:pt>
    <dgm:pt modelId="{113E081A-5758-4263-B3A3-ADEF1F02C624}" type="pres">
      <dgm:prSet presAssocID="{DE8595D1-FE78-499C-B273-F351C81C8635}" presName="hierChild3" presStyleCnt="0"/>
      <dgm:spPr/>
    </dgm:pt>
  </dgm:ptLst>
  <dgm:cxnLst>
    <dgm:cxn modelId="{89E58B00-3249-4486-ADF8-BABFE770EF37}" srcId="{DE8595D1-FE78-499C-B273-F351C81C8635}" destId="{B4A566A8-FB8D-4124-AC7F-525ECE95E3F4}" srcOrd="0" destOrd="0" parTransId="{10A9C8B6-AB32-4E6B-922B-8001B75DF288}" sibTransId="{C792FFAC-A696-4D69-8424-72FE2A4EE465}"/>
    <dgm:cxn modelId="{04BBC505-3844-4B1E-81AA-7153B994BC20}" srcId="{454FC048-D6B5-41BA-B80B-10A918DB440F}" destId="{DE8595D1-FE78-499C-B273-F351C81C8635}" srcOrd="0" destOrd="0" parTransId="{E8AD78A9-81B9-4167-A62E-935A05D28023}" sibTransId="{A6BC535C-54D5-4A75-BAD7-0B1B4A13119D}"/>
    <dgm:cxn modelId="{E4F6CA0D-727B-41CB-9DED-299C1854E68A}" type="presOf" srcId="{1685C52C-6FD4-4863-891F-8CF20A9BE6DD}" destId="{9C8864FA-6D14-4880-9577-972C83E77FBD}" srcOrd="0" destOrd="0" presId="urn:microsoft.com/office/officeart/2005/8/layout/orgChart1"/>
    <dgm:cxn modelId="{848D6012-C634-44B6-9501-529C8C849064}" type="presOf" srcId="{4B3E0188-B6EB-4E1E-95EC-2787176C9C74}" destId="{AAC440BF-F0C9-45E8-AFF3-055F52A194CE}" srcOrd="0" destOrd="0" presId="urn:microsoft.com/office/officeart/2005/8/layout/orgChart1"/>
    <dgm:cxn modelId="{A6A4461A-842C-4791-A356-F0154EEBA9A1}" type="presOf" srcId="{8A92C21F-C7DC-40B9-ABA8-7DD608CB0FFC}" destId="{5864E1D2-0420-482F-8213-04B11254A00B}" srcOrd="0" destOrd="0" presId="urn:microsoft.com/office/officeart/2005/8/layout/orgChart1"/>
    <dgm:cxn modelId="{8B374622-419E-40D3-888F-279F8B53EF10}" type="presOf" srcId="{C304B887-846A-47E2-BF7C-4F21382552F0}" destId="{6F31CFAC-3911-4602-9BA5-9AE14C3E88CC}" srcOrd="0" destOrd="0" presId="urn:microsoft.com/office/officeart/2005/8/layout/orgChart1"/>
    <dgm:cxn modelId="{AB81A023-6441-43F6-8AFD-315552D5E4A0}" type="presOf" srcId="{DE8595D1-FE78-499C-B273-F351C81C8635}" destId="{8A3B5D76-D4C5-4BD8-8590-34AFB764BC8D}" srcOrd="0" destOrd="0" presId="urn:microsoft.com/office/officeart/2005/8/layout/orgChart1"/>
    <dgm:cxn modelId="{FB7F8533-BFDD-454D-A6CE-B9140A55DD8B}" type="presOf" srcId="{454FC048-D6B5-41BA-B80B-10A918DB440F}" destId="{E3BA404F-1586-46E2-88E7-2F0C7134ABB5}" srcOrd="0" destOrd="0" presId="urn:microsoft.com/office/officeart/2005/8/layout/orgChart1"/>
    <dgm:cxn modelId="{6751F335-3080-45BB-B488-4C0A5949E29B}" type="presOf" srcId="{4B3E0188-B6EB-4E1E-95EC-2787176C9C74}" destId="{541ADE1C-9EED-4259-A9CA-F2049D5141BC}" srcOrd="1" destOrd="0" presId="urn:microsoft.com/office/officeart/2005/8/layout/orgChart1"/>
    <dgm:cxn modelId="{AEDE4D38-0220-4C17-911E-B66A16FF3445}" type="presOf" srcId="{AD5C28AC-4308-4264-BD06-D340DDF5E071}" destId="{BA081474-5AAB-4DFD-91D0-AF68F30BC157}" srcOrd="1" destOrd="0" presId="urn:microsoft.com/office/officeart/2005/8/layout/orgChart1"/>
    <dgm:cxn modelId="{B65C6E38-B9D3-4F8C-97B5-8567E89ABBC9}" type="presOf" srcId="{F2F513C8-F748-4D5B-BF09-67CC0AB42968}" destId="{C5BA94FA-DF4B-4113-A188-7DEA5187C6E6}" srcOrd="0" destOrd="0" presId="urn:microsoft.com/office/officeart/2005/8/layout/orgChart1"/>
    <dgm:cxn modelId="{8E807B3C-9B0C-4D06-9BBB-41351FE1EE08}" type="presOf" srcId="{4CE9D432-8B61-415E-9474-FD9CC56BE088}" destId="{1D93CA38-B5B7-484F-A903-03FA0B1BA3F7}" srcOrd="0" destOrd="0" presId="urn:microsoft.com/office/officeart/2005/8/layout/orgChart1"/>
    <dgm:cxn modelId="{76EE5A42-F19B-40BC-97B3-EC6DD184AAB4}" type="presOf" srcId="{AD5C28AC-4308-4264-BD06-D340DDF5E071}" destId="{22B6A082-D818-48B4-9F6B-9256B9268256}" srcOrd="0" destOrd="0" presId="urn:microsoft.com/office/officeart/2005/8/layout/orgChart1"/>
    <dgm:cxn modelId="{D3541F48-E045-48C7-858F-20CA63E03ECD}" type="presOf" srcId="{8EA94392-D5DB-4012-9E6D-B90EA24DC7D5}" destId="{EB0C7C65-25B1-474D-BA0A-2F28799209E1}" srcOrd="0" destOrd="0" presId="urn:microsoft.com/office/officeart/2005/8/layout/orgChart1"/>
    <dgm:cxn modelId="{A030F86F-E413-4EB1-AC5A-6663ABF00097}" type="presOf" srcId="{BBB0D163-6A30-41FF-B420-456A926E843C}" destId="{5167491E-CD1B-4E5C-B18A-AE63BA7643DF}" srcOrd="1" destOrd="0" presId="urn:microsoft.com/office/officeart/2005/8/layout/orgChart1"/>
    <dgm:cxn modelId="{8F932553-B9F0-449F-8515-A9851C1E4C9C}" type="presOf" srcId="{CDEAD8C7-CCED-4A32-BB55-3ED005B26ABB}" destId="{223C9253-9CBC-4B6D-904E-D449412C958E}" srcOrd="1" destOrd="0" presId="urn:microsoft.com/office/officeart/2005/8/layout/orgChart1"/>
    <dgm:cxn modelId="{36FE2E84-5E31-4178-A743-52EBF7834394}" srcId="{DE8595D1-FE78-499C-B273-F351C81C8635}" destId="{BBB0D163-6A30-41FF-B420-456A926E843C}" srcOrd="3" destOrd="0" parTransId="{977C41BA-DFE1-4E46-BDF3-EF14229827FB}" sibTransId="{D703C5E2-413C-42DF-A09B-071A4492E749}"/>
    <dgm:cxn modelId="{C11FE984-EDA4-474A-B779-0F08D37F4BEA}" type="presOf" srcId="{EF9CCC90-82C7-40F9-833B-C0C61750FF11}" destId="{4A15A320-A23E-47B4-B13D-56F2BFE6479A}" srcOrd="1" destOrd="0" presId="urn:microsoft.com/office/officeart/2005/8/layout/orgChart1"/>
    <dgm:cxn modelId="{588C7D8F-A811-4573-922F-A199E859EDE2}" type="presOf" srcId="{977C41BA-DFE1-4E46-BDF3-EF14229827FB}" destId="{747B5B4E-847C-436F-B862-B5ACF8DDF817}" srcOrd="0" destOrd="0" presId="urn:microsoft.com/office/officeart/2005/8/layout/orgChart1"/>
    <dgm:cxn modelId="{5A6DE796-FDF0-4F45-B43F-A167500C1C0F}" srcId="{BBB0D163-6A30-41FF-B420-456A926E843C}" destId="{EF9CCC90-82C7-40F9-833B-C0C61750FF11}" srcOrd="0" destOrd="0" parTransId="{8A92C21F-C7DC-40B9-ABA8-7DD608CB0FFC}" sibTransId="{C2DCDFD1-F55C-4798-A1A9-8E0F705EC26B}"/>
    <dgm:cxn modelId="{D4291298-8751-4063-AD3B-1587E9CA14D2}" type="presOf" srcId="{B4A566A8-FB8D-4124-AC7F-525ECE95E3F4}" destId="{4BC00061-81D4-4FB0-8A3D-871D94E3E7D7}" srcOrd="1" destOrd="0" presId="urn:microsoft.com/office/officeart/2005/8/layout/orgChart1"/>
    <dgm:cxn modelId="{2FA43DAF-9327-40E7-9880-31E9DA9020C5}" srcId="{CDEAD8C7-CCED-4A32-BB55-3ED005B26ABB}" destId="{4B3E0188-B6EB-4E1E-95EC-2787176C9C74}" srcOrd="0" destOrd="0" parTransId="{8DE6F08D-95E2-4D01-A677-791321838D41}" sibTransId="{6882AB07-DDC4-4270-96A1-F5F2E468F5BA}"/>
    <dgm:cxn modelId="{123F94B2-6555-4B02-9299-59CA392E063C}" srcId="{DE8595D1-FE78-499C-B273-F351C81C8635}" destId="{AD5C28AC-4308-4264-BD06-D340DDF5E071}" srcOrd="2" destOrd="0" parTransId="{C304B887-846A-47E2-BF7C-4F21382552F0}" sibTransId="{9AD6876A-509B-486C-8075-DDCD8F8C284F}"/>
    <dgm:cxn modelId="{AB5E21BC-440B-4C79-8578-BC976202EB7D}" type="presOf" srcId="{A016A437-3D87-4C03-95FC-99B7198E32F3}" destId="{114D2191-9BEA-49D8-ADB4-95CCACF88402}" srcOrd="0" destOrd="0" presId="urn:microsoft.com/office/officeart/2005/8/layout/orgChart1"/>
    <dgm:cxn modelId="{E33078BC-4C1B-422F-AA72-91993DF922ED}" type="presOf" srcId="{CDEAD8C7-CCED-4A32-BB55-3ED005B26ABB}" destId="{4862D04A-F672-4D01-AFD1-B32342DD74DD}" srcOrd="0" destOrd="0" presId="urn:microsoft.com/office/officeart/2005/8/layout/orgChart1"/>
    <dgm:cxn modelId="{B432BBC1-3DAB-452B-B9B2-36C5B88C6576}" type="presOf" srcId="{BBB0D163-6A30-41FF-B420-456A926E843C}" destId="{39BC34ED-2048-48EF-8C89-89C99917253A}" srcOrd="0" destOrd="0" presId="urn:microsoft.com/office/officeart/2005/8/layout/orgChart1"/>
    <dgm:cxn modelId="{143543C5-BBC6-476A-8D84-11E930355686}" type="presOf" srcId="{B4A566A8-FB8D-4124-AC7F-525ECE95E3F4}" destId="{9A342BEB-7C6E-4B09-9C2D-4A426138CBF1}" srcOrd="0" destOrd="0" presId="urn:microsoft.com/office/officeart/2005/8/layout/orgChart1"/>
    <dgm:cxn modelId="{EEC6A7D2-A9CC-4C79-84C6-B98AEB9AA2A4}" type="presOf" srcId="{4CE9D432-8B61-415E-9474-FD9CC56BE088}" destId="{971F4C7C-0929-4F18-9673-31C3CF483CAB}" srcOrd="1" destOrd="0" presId="urn:microsoft.com/office/officeart/2005/8/layout/orgChart1"/>
    <dgm:cxn modelId="{DDF6B2D5-3C92-4EE0-8F8C-05D5109AF9CB}" srcId="{B4A566A8-FB8D-4124-AC7F-525ECE95E3F4}" destId="{4CE9D432-8B61-415E-9474-FD9CC56BE088}" srcOrd="0" destOrd="0" parTransId="{F2F513C8-F748-4D5B-BF09-67CC0AB42968}" sibTransId="{A4750FFA-AA7E-4C13-9990-746D79773F75}"/>
    <dgm:cxn modelId="{AC1A77E7-A661-40BF-A92B-F08F1BE6D25F}" type="presOf" srcId="{1685C52C-6FD4-4863-891F-8CF20A9BE6DD}" destId="{0E7A57C9-DEC9-4D66-BCA7-B79E18EE0011}" srcOrd="1" destOrd="0" presId="urn:microsoft.com/office/officeart/2005/8/layout/orgChart1"/>
    <dgm:cxn modelId="{C0F986F0-3522-489F-97B4-C4CA52BE24CC}" type="presOf" srcId="{8DE6F08D-95E2-4D01-A677-791321838D41}" destId="{7875ADD2-EB25-4C6F-9C2F-C6C0BD141516}" srcOrd="0" destOrd="0" presId="urn:microsoft.com/office/officeart/2005/8/layout/orgChart1"/>
    <dgm:cxn modelId="{B6FC55F3-94EB-4A38-A2CF-C00AD80457F0}" type="presOf" srcId="{EF9CCC90-82C7-40F9-833B-C0C61750FF11}" destId="{F0E5DF4E-3FF4-4419-95CB-192CE6B47D71}" srcOrd="0" destOrd="0" presId="urn:microsoft.com/office/officeart/2005/8/layout/orgChart1"/>
    <dgm:cxn modelId="{F66C6CF4-AD6D-465D-96A3-66FA53F66DD2}" srcId="{AD5C28AC-4308-4264-BD06-D340DDF5E071}" destId="{1685C52C-6FD4-4863-891F-8CF20A9BE6DD}" srcOrd="0" destOrd="0" parTransId="{8EA94392-D5DB-4012-9E6D-B90EA24DC7D5}" sibTransId="{42C5B435-E03A-4F0F-A2F5-3D502564AE11}"/>
    <dgm:cxn modelId="{34FFFAF4-3DE8-41FD-9FA7-EE4D814B1FD9}" type="presOf" srcId="{10A9C8B6-AB32-4E6B-922B-8001B75DF288}" destId="{B65EBDAF-D773-470C-9EA7-2CC80CF2CDE1}" srcOrd="0" destOrd="0" presId="urn:microsoft.com/office/officeart/2005/8/layout/orgChart1"/>
    <dgm:cxn modelId="{8DD03CF6-3E83-414C-A827-547DED025F0E}" srcId="{DE8595D1-FE78-499C-B273-F351C81C8635}" destId="{CDEAD8C7-CCED-4A32-BB55-3ED005B26ABB}" srcOrd="1" destOrd="0" parTransId="{A016A437-3D87-4C03-95FC-99B7198E32F3}" sibTransId="{CB113637-E850-42C6-8F8A-28600114D11B}"/>
    <dgm:cxn modelId="{771475FA-78B2-49C2-92D2-6F7254E26214}" type="presOf" srcId="{DE8595D1-FE78-499C-B273-F351C81C8635}" destId="{3D6927B5-1C52-4947-A899-EF98FA626745}" srcOrd="1" destOrd="0" presId="urn:microsoft.com/office/officeart/2005/8/layout/orgChart1"/>
    <dgm:cxn modelId="{4AC7E06F-F68A-412A-ACCA-A5D504AAE864}" type="presParOf" srcId="{E3BA404F-1586-46E2-88E7-2F0C7134ABB5}" destId="{0BE73B9B-C748-4ADF-9B6B-842DDF8A64D1}" srcOrd="0" destOrd="0" presId="urn:microsoft.com/office/officeart/2005/8/layout/orgChart1"/>
    <dgm:cxn modelId="{08CA6EFC-4093-4CFB-A667-856FED3985C5}" type="presParOf" srcId="{0BE73B9B-C748-4ADF-9B6B-842DDF8A64D1}" destId="{99C723C1-1FA5-467D-BB72-C9BEACD02FDF}" srcOrd="0" destOrd="0" presId="urn:microsoft.com/office/officeart/2005/8/layout/orgChart1"/>
    <dgm:cxn modelId="{7A88541C-625B-4871-B3FE-4069E43C97FC}" type="presParOf" srcId="{99C723C1-1FA5-467D-BB72-C9BEACD02FDF}" destId="{8A3B5D76-D4C5-4BD8-8590-34AFB764BC8D}" srcOrd="0" destOrd="0" presId="urn:microsoft.com/office/officeart/2005/8/layout/orgChart1"/>
    <dgm:cxn modelId="{ABA32ADD-AEE7-44C5-9B8E-128E27C25BBA}" type="presParOf" srcId="{99C723C1-1FA5-467D-BB72-C9BEACD02FDF}" destId="{3D6927B5-1C52-4947-A899-EF98FA626745}" srcOrd="1" destOrd="0" presId="urn:microsoft.com/office/officeart/2005/8/layout/orgChart1"/>
    <dgm:cxn modelId="{8EA9C08A-5F05-461F-9EE6-0ECD76A67510}" type="presParOf" srcId="{0BE73B9B-C748-4ADF-9B6B-842DDF8A64D1}" destId="{6390757D-8DA1-4F4A-B284-819DA38FC58B}" srcOrd="1" destOrd="0" presId="urn:microsoft.com/office/officeart/2005/8/layout/orgChart1"/>
    <dgm:cxn modelId="{2D742304-1F4C-45F0-A3B2-C7BB530753A4}" type="presParOf" srcId="{6390757D-8DA1-4F4A-B284-819DA38FC58B}" destId="{B65EBDAF-D773-470C-9EA7-2CC80CF2CDE1}" srcOrd="0" destOrd="0" presId="urn:microsoft.com/office/officeart/2005/8/layout/orgChart1"/>
    <dgm:cxn modelId="{CA71BDBD-0E1C-4DB4-8C1C-1046D62075E9}" type="presParOf" srcId="{6390757D-8DA1-4F4A-B284-819DA38FC58B}" destId="{9391A107-4267-4E0A-BC63-3F5D739449B7}" srcOrd="1" destOrd="0" presId="urn:microsoft.com/office/officeart/2005/8/layout/orgChart1"/>
    <dgm:cxn modelId="{A31B4360-CA23-4B64-9B34-5BCA02774119}" type="presParOf" srcId="{9391A107-4267-4E0A-BC63-3F5D739449B7}" destId="{65297015-84FF-4CCA-B6AD-C9439C87E909}" srcOrd="0" destOrd="0" presId="urn:microsoft.com/office/officeart/2005/8/layout/orgChart1"/>
    <dgm:cxn modelId="{338E7BEA-6D8B-4E4B-9127-92975A299E3D}" type="presParOf" srcId="{65297015-84FF-4CCA-B6AD-C9439C87E909}" destId="{9A342BEB-7C6E-4B09-9C2D-4A426138CBF1}" srcOrd="0" destOrd="0" presId="urn:microsoft.com/office/officeart/2005/8/layout/orgChart1"/>
    <dgm:cxn modelId="{E8FB7DAB-69BF-4127-92BF-5E8802BB1039}" type="presParOf" srcId="{65297015-84FF-4CCA-B6AD-C9439C87E909}" destId="{4BC00061-81D4-4FB0-8A3D-871D94E3E7D7}" srcOrd="1" destOrd="0" presId="urn:microsoft.com/office/officeart/2005/8/layout/orgChart1"/>
    <dgm:cxn modelId="{90A9DCA1-B55B-408A-B804-F8B23FEEC9D8}" type="presParOf" srcId="{9391A107-4267-4E0A-BC63-3F5D739449B7}" destId="{F0DA8842-EA87-46AE-B4A3-374177AA6C18}" srcOrd="1" destOrd="0" presId="urn:microsoft.com/office/officeart/2005/8/layout/orgChart1"/>
    <dgm:cxn modelId="{146DAC18-A42C-4118-8BC1-00AC251D55CC}" type="presParOf" srcId="{F0DA8842-EA87-46AE-B4A3-374177AA6C18}" destId="{C5BA94FA-DF4B-4113-A188-7DEA5187C6E6}" srcOrd="0" destOrd="0" presId="urn:microsoft.com/office/officeart/2005/8/layout/orgChart1"/>
    <dgm:cxn modelId="{BEFB8719-7532-4140-BACA-2D5B0EFC574E}" type="presParOf" srcId="{F0DA8842-EA87-46AE-B4A3-374177AA6C18}" destId="{21ABCB13-31AE-4F90-9179-256780088D50}" srcOrd="1" destOrd="0" presId="urn:microsoft.com/office/officeart/2005/8/layout/orgChart1"/>
    <dgm:cxn modelId="{123F5AA0-D754-4BAD-8915-A48A4D9B294B}" type="presParOf" srcId="{21ABCB13-31AE-4F90-9179-256780088D50}" destId="{A93A02A1-75B5-48B2-9E39-C09E20DFF6A6}" srcOrd="0" destOrd="0" presId="urn:microsoft.com/office/officeart/2005/8/layout/orgChart1"/>
    <dgm:cxn modelId="{92A2A0DD-192A-498E-8528-05163CC16AB6}" type="presParOf" srcId="{A93A02A1-75B5-48B2-9E39-C09E20DFF6A6}" destId="{1D93CA38-B5B7-484F-A903-03FA0B1BA3F7}" srcOrd="0" destOrd="0" presId="urn:microsoft.com/office/officeart/2005/8/layout/orgChart1"/>
    <dgm:cxn modelId="{BF2A1B85-BB86-433E-A3C2-FBB639DD70A5}" type="presParOf" srcId="{A93A02A1-75B5-48B2-9E39-C09E20DFF6A6}" destId="{971F4C7C-0929-4F18-9673-31C3CF483CAB}" srcOrd="1" destOrd="0" presId="urn:microsoft.com/office/officeart/2005/8/layout/orgChart1"/>
    <dgm:cxn modelId="{1099AC5D-9259-451C-ADD8-D17AF6B2340E}" type="presParOf" srcId="{21ABCB13-31AE-4F90-9179-256780088D50}" destId="{78FA27E7-B9E7-4630-9B29-7240E035EB9F}" srcOrd="1" destOrd="0" presId="urn:microsoft.com/office/officeart/2005/8/layout/orgChart1"/>
    <dgm:cxn modelId="{21821B85-C9F9-4EC5-AB2D-BE7DFF458D56}" type="presParOf" srcId="{21ABCB13-31AE-4F90-9179-256780088D50}" destId="{E3A051F0-BD93-4DE7-B2F6-6EF8E36AEF42}" srcOrd="2" destOrd="0" presId="urn:microsoft.com/office/officeart/2005/8/layout/orgChart1"/>
    <dgm:cxn modelId="{0FFC6572-6B04-4DAF-9567-77B83AD055FA}" type="presParOf" srcId="{9391A107-4267-4E0A-BC63-3F5D739449B7}" destId="{2C5F4D24-0AC4-43AB-9CF4-7D4AB4E76EDC}" srcOrd="2" destOrd="0" presId="urn:microsoft.com/office/officeart/2005/8/layout/orgChart1"/>
    <dgm:cxn modelId="{5F5037A6-A35E-4500-BA07-32A6B63A3240}" type="presParOf" srcId="{6390757D-8DA1-4F4A-B284-819DA38FC58B}" destId="{114D2191-9BEA-49D8-ADB4-95CCACF88402}" srcOrd="2" destOrd="0" presId="urn:microsoft.com/office/officeart/2005/8/layout/orgChart1"/>
    <dgm:cxn modelId="{B2AFCC53-1F78-48F0-9D2C-73959FD25F63}" type="presParOf" srcId="{6390757D-8DA1-4F4A-B284-819DA38FC58B}" destId="{C397993A-FC57-4737-9ECD-09F17730A17D}" srcOrd="3" destOrd="0" presId="urn:microsoft.com/office/officeart/2005/8/layout/orgChart1"/>
    <dgm:cxn modelId="{72868BB4-8595-43F6-8471-487188DF04BA}" type="presParOf" srcId="{C397993A-FC57-4737-9ECD-09F17730A17D}" destId="{686427F5-B7C2-4186-9863-A2F6DB01ACF8}" srcOrd="0" destOrd="0" presId="urn:microsoft.com/office/officeart/2005/8/layout/orgChart1"/>
    <dgm:cxn modelId="{CA6F247C-4882-4C74-80EE-D527A6121F2B}" type="presParOf" srcId="{686427F5-B7C2-4186-9863-A2F6DB01ACF8}" destId="{4862D04A-F672-4D01-AFD1-B32342DD74DD}" srcOrd="0" destOrd="0" presId="urn:microsoft.com/office/officeart/2005/8/layout/orgChart1"/>
    <dgm:cxn modelId="{89FFE78D-10D4-40A6-88C7-A7B6EA996FED}" type="presParOf" srcId="{686427F5-B7C2-4186-9863-A2F6DB01ACF8}" destId="{223C9253-9CBC-4B6D-904E-D449412C958E}" srcOrd="1" destOrd="0" presId="urn:microsoft.com/office/officeart/2005/8/layout/orgChart1"/>
    <dgm:cxn modelId="{463DEF35-A1B4-4471-A954-0C26D9C34ACE}" type="presParOf" srcId="{C397993A-FC57-4737-9ECD-09F17730A17D}" destId="{81764AD8-FA93-43A9-8D1D-10938B2EEF90}" srcOrd="1" destOrd="0" presId="urn:microsoft.com/office/officeart/2005/8/layout/orgChart1"/>
    <dgm:cxn modelId="{BF9D2A05-B9DE-40AB-8460-40814078A052}" type="presParOf" srcId="{81764AD8-FA93-43A9-8D1D-10938B2EEF90}" destId="{7875ADD2-EB25-4C6F-9C2F-C6C0BD141516}" srcOrd="0" destOrd="0" presId="urn:microsoft.com/office/officeart/2005/8/layout/orgChart1"/>
    <dgm:cxn modelId="{8B42B15E-1AE3-4262-B0F2-86BE6034F8A9}" type="presParOf" srcId="{81764AD8-FA93-43A9-8D1D-10938B2EEF90}" destId="{53A47F49-D31A-48CF-85F0-F987A3D65C10}" srcOrd="1" destOrd="0" presId="urn:microsoft.com/office/officeart/2005/8/layout/orgChart1"/>
    <dgm:cxn modelId="{F1CEB8E3-7595-44B3-AC89-F9EFC6B6A6E6}" type="presParOf" srcId="{53A47F49-D31A-48CF-85F0-F987A3D65C10}" destId="{FCC174E9-3341-4DC6-92F5-C35F8F32D8BD}" srcOrd="0" destOrd="0" presId="urn:microsoft.com/office/officeart/2005/8/layout/orgChart1"/>
    <dgm:cxn modelId="{70B8CC0B-400D-4E0B-84D7-7743E9C2F960}" type="presParOf" srcId="{FCC174E9-3341-4DC6-92F5-C35F8F32D8BD}" destId="{AAC440BF-F0C9-45E8-AFF3-055F52A194CE}" srcOrd="0" destOrd="0" presId="urn:microsoft.com/office/officeart/2005/8/layout/orgChart1"/>
    <dgm:cxn modelId="{5F951438-0FE8-42FF-8BED-200A8B522C58}" type="presParOf" srcId="{FCC174E9-3341-4DC6-92F5-C35F8F32D8BD}" destId="{541ADE1C-9EED-4259-A9CA-F2049D5141BC}" srcOrd="1" destOrd="0" presId="urn:microsoft.com/office/officeart/2005/8/layout/orgChart1"/>
    <dgm:cxn modelId="{1DA59F90-73D2-4BC7-A79D-B7DDC3822B82}" type="presParOf" srcId="{53A47F49-D31A-48CF-85F0-F987A3D65C10}" destId="{3A844E76-9BB3-4334-8665-567D561A0827}" srcOrd="1" destOrd="0" presId="urn:microsoft.com/office/officeart/2005/8/layout/orgChart1"/>
    <dgm:cxn modelId="{2B0FD135-41EB-4A9F-B740-038038F8F462}" type="presParOf" srcId="{53A47F49-D31A-48CF-85F0-F987A3D65C10}" destId="{1276CA84-854A-4C31-83D7-F33FB46C1C80}" srcOrd="2" destOrd="0" presId="urn:microsoft.com/office/officeart/2005/8/layout/orgChart1"/>
    <dgm:cxn modelId="{00432F92-6064-49E1-84BC-2A1DDBA5042D}" type="presParOf" srcId="{C397993A-FC57-4737-9ECD-09F17730A17D}" destId="{983C0164-128D-450E-A6B9-619547EF2912}" srcOrd="2" destOrd="0" presId="urn:microsoft.com/office/officeart/2005/8/layout/orgChart1"/>
    <dgm:cxn modelId="{C59C9D58-B9F6-4CE2-9272-C46DDA31CB6D}" type="presParOf" srcId="{6390757D-8DA1-4F4A-B284-819DA38FC58B}" destId="{6F31CFAC-3911-4602-9BA5-9AE14C3E88CC}" srcOrd="4" destOrd="0" presId="urn:microsoft.com/office/officeart/2005/8/layout/orgChart1"/>
    <dgm:cxn modelId="{72ED61C8-B1D2-48A5-9F6B-D421188AF3AE}" type="presParOf" srcId="{6390757D-8DA1-4F4A-B284-819DA38FC58B}" destId="{98391BB3-F8CE-49B7-9D8D-244B774A66EB}" srcOrd="5" destOrd="0" presId="urn:microsoft.com/office/officeart/2005/8/layout/orgChart1"/>
    <dgm:cxn modelId="{51A8527F-602D-4CEB-9643-B485B85D1F48}" type="presParOf" srcId="{98391BB3-F8CE-49B7-9D8D-244B774A66EB}" destId="{E8D36CAD-1E3B-4F66-B410-5E259BCD669C}" srcOrd="0" destOrd="0" presId="urn:microsoft.com/office/officeart/2005/8/layout/orgChart1"/>
    <dgm:cxn modelId="{5E9DDCBE-81D1-4B43-BAB4-4879A37A9CB5}" type="presParOf" srcId="{E8D36CAD-1E3B-4F66-B410-5E259BCD669C}" destId="{22B6A082-D818-48B4-9F6B-9256B9268256}" srcOrd="0" destOrd="0" presId="urn:microsoft.com/office/officeart/2005/8/layout/orgChart1"/>
    <dgm:cxn modelId="{04FC8DBB-F49E-486E-9E71-566C493B2E55}" type="presParOf" srcId="{E8D36CAD-1E3B-4F66-B410-5E259BCD669C}" destId="{BA081474-5AAB-4DFD-91D0-AF68F30BC157}" srcOrd="1" destOrd="0" presId="urn:microsoft.com/office/officeart/2005/8/layout/orgChart1"/>
    <dgm:cxn modelId="{3D969CE5-20EC-45E8-9B6D-7202D1A0994F}" type="presParOf" srcId="{98391BB3-F8CE-49B7-9D8D-244B774A66EB}" destId="{F9AD0CC4-FF78-4B80-A9CD-16036784809F}" srcOrd="1" destOrd="0" presId="urn:microsoft.com/office/officeart/2005/8/layout/orgChart1"/>
    <dgm:cxn modelId="{BD9E7CA3-D346-4F19-928A-A1C126EAAE64}" type="presParOf" srcId="{F9AD0CC4-FF78-4B80-A9CD-16036784809F}" destId="{EB0C7C65-25B1-474D-BA0A-2F28799209E1}" srcOrd="0" destOrd="0" presId="urn:microsoft.com/office/officeart/2005/8/layout/orgChart1"/>
    <dgm:cxn modelId="{1BCD7F77-F00E-4BE8-B2AB-DADD10B7266A}" type="presParOf" srcId="{F9AD0CC4-FF78-4B80-A9CD-16036784809F}" destId="{774A50A2-99A1-42F1-85E2-F1975334FCF1}" srcOrd="1" destOrd="0" presId="urn:microsoft.com/office/officeart/2005/8/layout/orgChart1"/>
    <dgm:cxn modelId="{0B857CA3-3663-435B-BC78-1F14E52A6DD1}" type="presParOf" srcId="{774A50A2-99A1-42F1-85E2-F1975334FCF1}" destId="{BD3BE57F-AC57-4707-A368-32A680A5586D}" srcOrd="0" destOrd="0" presId="urn:microsoft.com/office/officeart/2005/8/layout/orgChart1"/>
    <dgm:cxn modelId="{60F19CB4-9428-4392-B2BA-E774CA2DCCBD}" type="presParOf" srcId="{BD3BE57F-AC57-4707-A368-32A680A5586D}" destId="{9C8864FA-6D14-4880-9577-972C83E77FBD}" srcOrd="0" destOrd="0" presId="urn:microsoft.com/office/officeart/2005/8/layout/orgChart1"/>
    <dgm:cxn modelId="{4E27B102-C6E2-4375-8511-A78E72B6F142}" type="presParOf" srcId="{BD3BE57F-AC57-4707-A368-32A680A5586D}" destId="{0E7A57C9-DEC9-4D66-BCA7-B79E18EE0011}" srcOrd="1" destOrd="0" presId="urn:microsoft.com/office/officeart/2005/8/layout/orgChart1"/>
    <dgm:cxn modelId="{10C1138E-8D8B-4A4E-BF8B-8331AB98AC7A}" type="presParOf" srcId="{774A50A2-99A1-42F1-85E2-F1975334FCF1}" destId="{C3F69BB9-10B8-4828-8611-5CFF407FBDF5}" srcOrd="1" destOrd="0" presId="urn:microsoft.com/office/officeart/2005/8/layout/orgChart1"/>
    <dgm:cxn modelId="{0CD9A672-229E-48C9-AEDB-E6B638238A64}" type="presParOf" srcId="{774A50A2-99A1-42F1-85E2-F1975334FCF1}" destId="{2FCF7F46-71D3-4C04-BC38-06FE007B014A}" srcOrd="2" destOrd="0" presId="urn:microsoft.com/office/officeart/2005/8/layout/orgChart1"/>
    <dgm:cxn modelId="{25B1CF5F-8C9E-4060-B4D6-AC17B8B8184F}" type="presParOf" srcId="{98391BB3-F8CE-49B7-9D8D-244B774A66EB}" destId="{AA2C5185-6B92-470A-BF6E-50358C0C1FA9}" srcOrd="2" destOrd="0" presId="urn:microsoft.com/office/officeart/2005/8/layout/orgChart1"/>
    <dgm:cxn modelId="{6FB78806-7F36-4DBC-B943-F2D69ECF06FC}" type="presParOf" srcId="{6390757D-8DA1-4F4A-B284-819DA38FC58B}" destId="{747B5B4E-847C-436F-B862-B5ACF8DDF817}" srcOrd="6" destOrd="0" presId="urn:microsoft.com/office/officeart/2005/8/layout/orgChart1"/>
    <dgm:cxn modelId="{1621DD74-A45B-4500-BE54-CE7371847C76}" type="presParOf" srcId="{6390757D-8DA1-4F4A-B284-819DA38FC58B}" destId="{F593CCDE-2961-4662-860F-6C292191135B}" srcOrd="7" destOrd="0" presId="urn:microsoft.com/office/officeart/2005/8/layout/orgChart1"/>
    <dgm:cxn modelId="{B8FAF542-31A3-46A3-B008-8D50C66632F8}" type="presParOf" srcId="{F593CCDE-2961-4662-860F-6C292191135B}" destId="{BA6C08D9-7F41-4ECE-9509-B48F56AF81F1}" srcOrd="0" destOrd="0" presId="urn:microsoft.com/office/officeart/2005/8/layout/orgChart1"/>
    <dgm:cxn modelId="{0B63DE42-2CC3-49B1-82B6-8675062760D7}" type="presParOf" srcId="{BA6C08D9-7F41-4ECE-9509-B48F56AF81F1}" destId="{39BC34ED-2048-48EF-8C89-89C99917253A}" srcOrd="0" destOrd="0" presId="urn:microsoft.com/office/officeart/2005/8/layout/orgChart1"/>
    <dgm:cxn modelId="{656BC692-57FC-4FA5-A389-81B9F7CA3F16}" type="presParOf" srcId="{BA6C08D9-7F41-4ECE-9509-B48F56AF81F1}" destId="{5167491E-CD1B-4E5C-B18A-AE63BA7643DF}" srcOrd="1" destOrd="0" presId="urn:microsoft.com/office/officeart/2005/8/layout/orgChart1"/>
    <dgm:cxn modelId="{5D4A7DD6-C19E-430A-B265-6D16305F4394}" type="presParOf" srcId="{F593CCDE-2961-4662-860F-6C292191135B}" destId="{2E0F87EA-35FC-4259-907D-DA97B5039EC6}" srcOrd="1" destOrd="0" presId="urn:microsoft.com/office/officeart/2005/8/layout/orgChart1"/>
    <dgm:cxn modelId="{FFC5237C-41D0-42AB-97C2-7B186AA644E7}" type="presParOf" srcId="{2E0F87EA-35FC-4259-907D-DA97B5039EC6}" destId="{5864E1D2-0420-482F-8213-04B11254A00B}" srcOrd="0" destOrd="0" presId="urn:microsoft.com/office/officeart/2005/8/layout/orgChart1"/>
    <dgm:cxn modelId="{F11F4578-C694-4156-9C46-D217A1140F73}" type="presParOf" srcId="{2E0F87EA-35FC-4259-907D-DA97B5039EC6}" destId="{9A701389-50A9-4A4D-ACEF-8A8579AE287B}" srcOrd="1" destOrd="0" presId="urn:microsoft.com/office/officeart/2005/8/layout/orgChart1"/>
    <dgm:cxn modelId="{69DC741F-7571-4864-A5F7-28D5325DD732}" type="presParOf" srcId="{9A701389-50A9-4A4D-ACEF-8A8579AE287B}" destId="{E0360EFF-95C7-4E60-8AE6-F77838364F0A}" srcOrd="0" destOrd="0" presId="urn:microsoft.com/office/officeart/2005/8/layout/orgChart1"/>
    <dgm:cxn modelId="{537A6F7B-E0A7-4169-BBE9-C7C4C6356799}" type="presParOf" srcId="{E0360EFF-95C7-4E60-8AE6-F77838364F0A}" destId="{F0E5DF4E-3FF4-4419-95CB-192CE6B47D71}" srcOrd="0" destOrd="0" presId="urn:microsoft.com/office/officeart/2005/8/layout/orgChart1"/>
    <dgm:cxn modelId="{0A6A7FD8-D4C6-447D-9FF4-68B8FE302598}" type="presParOf" srcId="{E0360EFF-95C7-4E60-8AE6-F77838364F0A}" destId="{4A15A320-A23E-47B4-B13D-56F2BFE6479A}" srcOrd="1" destOrd="0" presId="urn:microsoft.com/office/officeart/2005/8/layout/orgChart1"/>
    <dgm:cxn modelId="{2E026539-3375-475D-96A9-C2DC31BB6068}" type="presParOf" srcId="{9A701389-50A9-4A4D-ACEF-8A8579AE287B}" destId="{11B49465-A52D-4FFF-928C-B72D47E96FC8}" srcOrd="1" destOrd="0" presId="urn:microsoft.com/office/officeart/2005/8/layout/orgChart1"/>
    <dgm:cxn modelId="{79A101D2-9B7C-4E44-B210-B09538136FAB}" type="presParOf" srcId="{9A701389-50A9-4A4D-ACEF-8A8579AE287B}" destId="{18484F91-5A77-4FE2-8E9F-C421ACAEFBEA}" srcOrd="2" destOrd="0" presId="urn:microsoft.com/office/officeart/2005/8/layout/orgChart1"/>
    <dgm:cxn modelId="{21270B70-E8A3-4C17-84D6-189C8990A0F4}" type="presParOf" srcId="{F593CCDE-2961-4662-860F-6C292191135B}" destId="{09E53CAD-2F92-4A62-B431-33D8C059483B}" srcOrd="2" destOrd="0" presId="urn:microsoft.com/office/officeart/2005/8/layout/orgChart1"/>
    <dgm:cxn modelId="{9F98A9D5-8386-4587-B7A1-531A77263F27}" type="presParOf" srcId="{0BE73B9B-C748-4ADF-9B6B-842DDF8A64D1}" destId="{113E081A-5758-4263-B3A3-ADEF1F02C62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54B1613-92E2-449C-844A-4BC5C618A8E4}"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IN"/>
        </a:p>
      </dgm:t>
    </dgm:pt>
    <dgm:pt modelId="{52C75B82-0533-4DD7-8833-A77D2FAE3648}">
      <dgm:prSet phldrT="[Text]" custT="1"/>
      <dgm:spPr/>
      <dgm:t>
        <a:bodyPr/>
        <a:lstStyle/>
        <a:p>
          <a:r>
            <a:rPr lang="en-US" sz="1900" kern="1200">
              <a:solidFill>
                <a:prstClr val="white"/>
              </a:solidFill>
              <a:latin typeface="Gill Sans MT" panose="020B0502020104020203"/>
              <a:ea typeface="+mn-ea"/>
              <a:cs typeface="+mn-cs"/>
            </a:rPr>
            <a:t>Machine learning methods</a:t>
          </a:r>
          <a:endParaRPr lang="en-IN" sz="1900" kern="1200">
            <a:solidFill>
              <a:prstClr val="white"/>
            </a:solidFill>
            <a:latin typeface="Gill Sans MT" panose="020B0502020104020203"/>
            <a:ea typeface="+mn-ea"/>
            <a:cs typeface="+mn-cs"/>
          </a:endParaRPr>
        </a:p>
      </dgm:t>
    </dgm:pt>
    <dgm:pt modelId="{A906B9F8-A735-4F7E-8404-FA8755024E5E}" type="parTrans" cxnId="{7C76DB11-5D94-42C3-980A-370E21C2F13F}">
      <dgm:prSet/>
      <dgm:spPr/>
      <dgm:t>
        <a:bodyPr/>
        <a:lstStyle/>
        <a:p>
          <a:endParaRPr lang="en-IN"/>
        </a:p>
      </dgm:t>
    </dgm:pt>
    <dgm:pt modelId="{25690A28-2A30-4AB6-B7AC-AD57BEBC660D}" type="sibTrans" cxnId="{7C76DB11-5D94-42C3-980A-370E21C2F13F}">
      <dgm:prSet/>
      <dgm:spPr/>
      <dgm:t>
        <a:bodyPr/>
        <a:lstStyle/>
        <a:p>
          <a:endParaRPr lang="en-IN"/>
        </a:p>
      </dgm:t>
    </dgm:pt>
    <dgm:pt modelId="{F389E74F-B598-4A5B-8D89-D6EDD21EBF38}">
      <dgm:prSet phldrT="[Text]" custT="1"/>
      <dgm:spPr/>
      <dgm:t>
        <a:bodyPr/>
        <a:lstStyle/>
        <a:p>
          <a:pPr marL="0" lvl="0" indent="0" algn="ctr" defTabSz="844550">
            <a:lnSpc>
              <a:spcPct val="90000"/>
            </a:lnSpc>
            <a:spcBef>
              <a:spcPct val="0"/>
            </a:spcBef>
            <a:spcAft>
              <a:spcPct val="35000"/>
            </a:spcAft>
            <a:buNone/>
          </a:pPr>
          <a:r>
            <a:rPr lang="en-IN" sz="1900" kern="1200">
              <a:solidFill>
                <a:prstClr val="white"/>
              </a:solidFill>
              <a:latin typeface="Gill Sans MT" panose="020B0502020104020203"/>
              <a:ea typeface="+mn-ea"/>
              <a:cs typeface="+mn-cs"/>
            </a:rPr>
            <a:t>Supervised Learning</a:t>
          </a:r>
        </a:p>
      </dgm:t>
    </dgm:pt>
    <dgm:pt modelId="{E63160FC-9C0E-411E-A86B-8FBC5D9A1625}" type="parTrans" cxnId="{7B1F5DFC-6FB6-42D5-8A06-5617EECC77C2}">
      <dgm:prSet/>
      <dgm:spPr/>
      <dgm:t>
        <a:bodyPr/>
        <a:lstStyle/>
        <a:p>
          <a:endParaRPr lang="en-IN"/>
        </a:p>
      </dgm:t>
    </dgm:pt>
    <dgm:pt modelId="{7BE1F281-46A5-44F3-807F-BE8D78D84F8E}" type="sibTrans" cxnId="{7B1F5DFC-6FB6-42D5-8A06-5617EECC77C2}">
      <dgm:prSet/>
      <dgm:spPr/>
      <dgm:t>
        <a:bodyPr/>
        <a:lstStyle/>
        <a:p>
          <a:endParaRPr lang="en-IN"/>
        </a:p>
      </dgm:t>
    </dgm:pt>
    <dgm:pt modelId="{53B5BF82-38DD-4E5B-97C3-D0D58DE03B79}">
      <dgm:prSet phldrT="[Text]" custT="1"/>
      <dgm:spPr/>
      <dgm:t>
        <a:bodyPr/>
        <a:lstStyle/>
        <a:p>
          <a:r>
            <a:rPr lang="en-IN" sz="1900" kern="1200">
              <a:solidFill>
                <a:prstClr val="white"/>
              </a:solidFill>
              <a:latin typeface="Gill Sans MT" panose="020B0502020104020203"/>
              <a:ea typeface="+mn-ea"/>
              <a:cs typeface="+mn-cs"/>
            </a:rPr>
            <a:t>Unsupervised Learning</a:t>
          </a:r>
        </a:p>
      </dgm:t>
    </dgm:pt>
    <dgm:pt modelId="{04385736-931B-498C-BA2D-8D7B12201586}" type="parTrans" cxnId="{65B60F1C-AABE-4D19-ABD4-A6E554DA80CC}">
      <dgm:prSet/>
      <dgm:spPr/>
      <dgm:t>
        <a:bodyPr/>
        <a:lstStyle/>
        <a:p>
          <a:endParaRPr lang="en-IN"/>
        </a:p>
      </dgm:t>
    </dgm:pt>
    <dgm:pt modelId="{4230424C-A939-46A6-9CF4-B98535715DE4}" type="sibTrans" cxnId="{65B60F1C-AABE-4D19-ABD4-A6E554DA80CC}">
      <dgm:prSet/>
      <dgm:spPr/>
      <dgm:t>
        <a:bodyPr/>
        <a:lstStyle/>
        <a:p>
          <a:endParaRPr lang="en-IN"/>
        </a:p>
      </dgm:t>
    </dgm:pt>
    <dgm:pt modelId="{6E3039CD-889F-4FFE-A86D-4E10DC82225A}">
      <dgm:prSet phldrT="[Text]" custT="1"/>
      <dgm:spPr/>
      <dgm:t>
        <a:bodyPr/>
        <a:lstStyle/>
        <a:p>
          <a:pPr marL="0" lvl="0" indent="0" algn="ctr" defTabSz="844550">
            <a:lnSpc>
              <a:spcPct val="90000"/>
            </a:lnSpc>
            <a:spcBef>
              <a:spcPct val="0"/>
            </a:spcBef>
            <a:spcAft>
              <a:spcPct val="35000"/>
            </a:spcAft>
            <a:buNone/>
          </a:pPr>
          <a:r>
            <a:rPr lang="en-IN" sz="1900" kern="1200">
              <a:solidFill>
                <a:prstClr val="white"/>
              </a:solidFill>
              <a:latin typeface="Gill Sans MT" panose="020B0502020104020203"/>
              <a:ea typeface="+mn-ea"/>
              <a:cs typeface="+mn-cs"/>
            </a:rPr>
            <a:t>Semi-Supervised Learning</a:t>
          </a:r>
        </a:p>
      </dgm:t>
    </dgm:pt>
    <dgm:pt modelId="{7273DE20-2445-4840-A098-DEB8ADF797CA}" type="parTrans" cxnId="{7E702096-F418-4D6C-A905-E3A9A02264FE}">
      <dgm:prSet/>
      <dgm:spPr/>
      <dgm:t>
        <a:bodyPr/>
        <a:lstStyle/>
        <a:p>
          <a:endParaRPr lang="en-IN"/>
        </a:p>
      </dgm:t>
    </dgm:pt>
    <dgm:pt modelId="{3C3BB039-E95C-42A7-8D99-8444F015F36D}" type="sibTrans" cxnId="{7E702096-F418-4D6C-A905-E3A9A02264FE}">
      <dgm:prSet/>
      <dgm:spPr/>
      <dgm:t>
        <a:bodyPr/>
        <a:lstStyle/>
        <a:p>
          <a:endParaRPr lang="en-IN"/>
        </a:p>
      </dgm:t>
    </dgm:pt>
    <dgm:pt modelId="{DCFE4BA9-AF12-4780-A93A-D50CF7613AD7}">
      <dgm:prSet phldrT="[Text]" custT="1"/>
      <dgm:spPr/>
      <dgm:t>
        <a:bodyPr/>
        <a:lstStyle/>
        <a:p>
          <a:pPr marL="0" lvl="0" indent="0" algn="ctr" defTabSz="844550">
            <a:lnSpc>
              <a:spcPct val="90000"/>
            </a:lnSpc>
            <a:spcBef>
              <a:spcPct val="0"/>
            </a:spcBef>
            <a:spcAft>
              <a:spcPct val="35000"/>
            </a:spcAft>
            <a:buNone/>
          </a:pPr>
          <a:r>
            <a:rPr lang="en-IN" sz="1900" kern="1200">
              <a:solidFill>
                <a:prstClr val="white"/>
              </a:solidFill>
              <a:latin typeface="Gill Sans MT" panose="020B0502020104020203"/>
              <a:ea typeface="+mn-ea"/>
              <a:cs typeface="+mn-cs"/>
            </a:rPr>
            <a:t>Linear and Logistic Regression, Decision Trees, Support Vector Machines </a:t>
          </a:r>
        </a:p>
      </dgm:t>
    </dgm:pt>
    <dgm:pt modelId="{2C3EC148-045B-49FF-86B1-F029FB495229}" type="parTrans" cxnId="{56906486-5727-4BDA-AF37-0BDE5FA5C63E}">
      <dgm:prSet/>
      <dgm:spPr/>
      <dgm:t>
        <a:bodyPr/>
        <a:lstStyle/>
        <a:p>
          <a:endParaRPr lang="en-IN"/>
        </a:p>
      </dgm:t>
    </dgm:pt>
    <dgm:pt modelId="{18CECC11-426E-48AF-BA50-C4C2EFFE1808}" type="sibTrans" cxnId="{56906486-5727-4BDA-AF37-0BDE5FA5C63E}">
      <dgm:prSet/>
      <dgm:spPr/>
      <dgm:t>
        <a:bodyPr/>
        <a:lstStyle/>
        <a:p>
          <a:endParaRPr lang="en-IN"/>
        </a:p>
      </dgm:t>
    </dgm:pt>
    <dgm:pt modelId="{685BD1EB-12CF-40EF-B14D-6CC1883050FA}">
      <dgm:prSet phldrT="[Text]" custT="1"/>
      <dgm:spPr/>
      <dgm:t>
        <a:bodyPr/>
        <a:lstStyle/>
        <a:p>
          <a:pPr marL="0" lvl="0" indent="0" algn="ctr" defTabSz="844550">
            <a:lnSpc>
              <a:spcPct val="90000"/>
            </a:lnSpc>
            <a:spcBef>
              <a:spcPct val="0"/>
            </a:spcBef>
            <a:spcAft>
              <a:spcPct val="35000"/>
            </a:spcAft>
            <a:buNone/>
          </a:pPr>
          <a:r>
            <a:rPr lang="en-IN" sz="1900" kern="1200">
              <a:solidFill>
                <a:prstClr val="white"/>
              </a:solidFill>
              <a:latin typeface="Gill Sans MT" panose="020B0502020104020203"/>
              <a:ea typeface="+mn-ea"/>
              <a:cs typeface="+mn-cs"/>
            </a:rPr>
            <a:t>Clustering, Dimensionality Reduction</a:t>
          </a:r>
        </a:p>
      </dgm:t>
    </dgm:pt>
    <dgm:pt modelId="{EA4EC57D-BB03-4807-8F48-5106C2BD8146}" type="parTrans" cxnId="{00D21032-8695-492E-AE6C-079CB5DAFD12}">
      <dgm:prSet/>
      <dgm:spPr/>
      <dgm:t>
        <a:bodyPr/>
        <a:lstStyle/>
        <a:p>
          <a:endParaRPr lang="en-IN"/>
        </a:p>
      </dgm:t>
    </dgm:pt>
    <dgm:pt modelId="{5FA9BD2F-5015-4643-9CE4-173B87DD951D}" type="sibTrans" cxnId="{00D21032-8695-492E-AE6C-079CB5DAFD12}">
      <dgm:prSet/>
      <dgm:spPr/>
      <dgm:t>
        <a:bodyPr/>
        <a:lstStyle/>
        <a:p>
          <a:endParaRPr lang="en-IN"/>
        </a:p>
      </dgm:t>
    </dgm:pt>
    <dgm:pt modelId="{E55106ED-0210-41C3-84CE-B6536139621F}" type="pres">
      <dgm:prSet presAssocID="{554B1613-92E2-449C-844A-4BC5C618A8E4}" presName="hierChild1" presStyleCnt="0">
        <dgm:presLayoutVars>
          <dgm:orgChart val="1"/>
          <dgm:chPref val="1"/>
          <dgm:dir/>
          <dgm:animOne val="branch"/>
          <dgm:animLvl val="lvl"/>
          <dgm:resizeHandles/>
        </dgm:presLayoutVars>
      </dgm:prSet>
      <dgm:spPr/>
    </dgm:pt>
    <dgm:pt modelId="{7C764CF1-B725-4B9A-B0E0-434F6DB23A1E}" type="pres">
      <dgm:prSet presAssocID="{52C75B82-0533-4DD7-8833-A77D2FAE3648}" presName="hierRoot1" presStyleCnt="0">
        <dgm:presLayoutVars>
          <dgm:hierBranch val="init"/>
        </dgm:presLayoutVars>
      </dgm:prSet>
      <dgm:spPr/>
    </dgm:pt>
    <dgm:pt modelId="{60662924-9490-42BA-8674-B8852A79E79B}" type="pres">
      <dgm:prSet presAssocID="{52C75B82-0533-4DD7-8833-A77D2FAE3648}" presName="rootComposite1" presStyleCnt="0"/>
      <dgm:spPr/>
    </dgm:pt>
    <dgm:pt modelId="{ECA18D79-CC67-406A-84A6-1424238F4FED}" type="pres">
      <dgm:prSet presAssocID="{52C75B82-0533-4DD7-8833-A77D2FAE3648}" presName="rootText1" presStyleLbl="node0" presStyleIdx="0" presStyleCnt="1" custLinFactNeighborY="-5298">
        <dgm:presLayoutVars>
          <dgm:chPref val="3"/>
        </dgm:presLayoutVars>
      </dgm:prSet>
      <dgm:spPr/>
    </dgm:pt>
    <dgm:pt modelId="{8E5D5720-E03F-4E88-BB7B-ECEF9CDF64FB}" type="pres">
      <dgm:prSet presAssocID="{52C75B82-0533-4DD7-8833-A77D2FAE3648}" presName="rootConnector1" presStyleLbl="node1" presStyleIdx="0" presStyleCnt="0"/>
      <dgm:spPr/>
    </dgm:pt>
    <dgm:pt modelId="{8D671A70-92F4-422C-9C91-E319CE602106}" type="pres">
      <dgm:prSet presAssocID="{52C75B82-0533-4DD7-8833-A77D2FAE3648}" presName="hierChild2" presStyleCnt="0"/>
      <dgm:spPr/>
    </dgm:pt>
    <dgm:pt modelId="{65EA6903-BF10-45AA-9DC4-09BE56644E11}" type="pres">
      <dgm:prSet presAssocID="{E63160FC-9C0E-411E-A86B-8FBC5D9A1625}" presName="Name37" presStyleLbl="parChTrans1D2" presStyleIdx="0" presStyleCnt="3"/>
      <dgm:spPr/>
    </dgm:pt>
    <dgm:pt modelId="{245A0DF1-D308-4C1C-964A-71ACF8B6C65D}" type="pres">
      <dgm:prSet presAssocID="{F389E74F-B598-4A5B-8D89-D6EDD21EBF38}" presName="hierRoot2" presStyleCnt="0">
        <dgm:presLayoutVars>
          <dgm:hierBranch val="init"/>
        </dgm:presLayoutVars>
      </dgm:prSet>
      <dgm:spPr/>
    </dgm:pt>
    <dgm:pt modelId="{4737D7AC-EC9D-4874-B4F3-56C427D002FC}" type="pres">
      <dgm:prSet presAssocID="{F389E74F-B598-4A5B-8D89-D6EDD21EBF38}" presName="rootComposite" presStyleCnt="0"/>
      <dgm:spPr/>
    </dgm:pt>
    <dgm:pt modelId="{F1E6E84B-8DB5-49F9-B2FF-FF430BF8B665}" type="pres">
      <dgm:prSet presAssocID="{F389E74F-B598-4A5B-8D89-D6EDD21EBF38}" presName="rootText" presStyleLbl="node2" presStyleIdx="0" presStyleCnt="3" custLinFactNeighborX="-1580" custLinFactNeighborY="0">
        <dgm:presLayoutVars>
          <dgm:chPref val="3"/>
        </dgm:presLayoutVars>
      </dgm:prSet>
      <dgm:spPr/>
    </dgm:pt>
    <dgm:pt modelId="{D78362FF-4267-4392-9278-5D40D19F95C2}" type="pres">
      <dgm:prSet presAssocID="{F389E74F-B598-4A5B-8D89-D6EDD21EBF38}" presName="rootConnector" presStyleLbl="node2" presStyleIdx="0" presStyleCnt="3"/>
      <dgm:spPr/>
    </dgm:pt>
    <dgm:pt modelId="{25D84015-3889-44D0-A71F-80240116C435}" type="pres">
      <dgm:prSet presAssocID="{F389E74F-B598-4A5B-8D89-D6EDD21EBF38}" presName="hierChild4" presStyleCnt="0"/>
      <dgm:spPr/>
    </dgm:pt>
    <dgm:pt modelId="{B1A2E9EB-2F9C-428F-AAB3-978232B5137B}" type="pres">
      <dgm:prSet presAssocID="{2C3EC148-045B-49FF-86B1-F029FB495229}" presName="Name37" presStyleLbl="parChTrans1D3" presStyleIdx="0" presStyleCnt="2"/>
      <dgm:spPr/>
    </dgm:pt>
    <dgm:pt modelId="{6CD96C67-04C0-48CC-AF96-384E55CF3371}" type="pres">
      <dgm:prSet presAssocID="{DCFE4BA9-AF12-4780-A93A-D50CF7613AD7}" presName="hierRoot2" presStyleCnt="0">
        <dgm:presLayoutVars>
          <dgm:hierBranch val="init"/>
        </dgm:presLayoutVars>
      </dgm:prSet>
      <dgm:spPr/>
    </dgm:pt>
    <dgm:pt modelId="{9361F9C8-79FA-432C-87E9-A17A30B3EFD2}" type="pres">
      <dgm:prSet presAssocID="{DCFE4BA9-AF12-4780-A93A-D50CF7613AD7}" presName="rootComposite" presStyleCnt="0"/>
      <dgm:spPr/>
    </dgm:pt>
    <dgm:pt modelId="{DF291964-1F9C-4527-9F8D-D856DF9DFF84}" type="pres">
      <dgm:prSet presAssocID="{DCFE4BA9-AF12-4780-A93A-D50CF7613AD7}" presName="rootText" presStyleLbl="node3" presStyleIdx="0" presStyleCnt="2">
        <dgm:presLayoutVars>
          <dgm:chPref val="3"/>
        </dgm:presLayoutVars>
      </dgm:prSet>
      <dgm:spPr/>
    </dgm:pt>
    <dgm:pt modelId="{D0FB2BC6-26CF-43FB-AACE-2A5ACFF37A13}" type="pres">
      <dgm:prSet presAssocID="{DCFE4BA9-AF12-4780-A93A-D50CF7613AD7}" presName="rootConnector" presStyleLbl="node3" presStyleIdx="0" presStyleCnt="2"/>
      <dgm:spPr/>
    </dgm:pt>
    <dgm:pt modelId="{B50BE038-A278-4326-858E-4FB86B734FB3}" type="pres">
      <dgm:prSet presAssocID="{DCFE4BA9-AF12-4780-A93A-D50CF7613AD7}" presName="hierChild4" presStyleCnt="0"/>
      <dgm:spPr/>
    </dgm:pt>
    <dgm:pt modelId="{9D83B65A-3189-4139-9291-F9246296754E}" type="pres">
      <dgm:prSet presAssocID="{DCFE4BA9-AF12-4780-A93A-D50CF7613AD7}" presName="hierChild5" presStyleCnt="0"/>
      <dgm:spPr/>
    </dgm:pt>
    <dgm:pt modelId="{69CD4469-A60E-42AE-9C2E-6658A8B84A38}" type="pres">
      <dgm:prSet presAssocID="{F389E74F-B598-4A5B-8D89-D6EDD21EBF38}" presName="hierChild5" presStyleCnt="0"/>
      <dgm:spPr/>
    </dgm:pt>
    <dgm:pt modelId="{B8109151-A774-4D6C-8722-EAA8AF1D6FFE}" type="pres">
      <dgm:prSet presAssocID="{04385736-931B-498C-BA2D-8D7B12201586}" presName="Name37" presStyleLbl="parChTrans1D2" presStyleIdx="1" presStyleCnt="3"/>
      <dgm:spPr/>
    </dgm:pt>
    <dgm:pt modelId="{E00CE04B-F543-487D-ABA2-E2456370F680}" type="pres">
      <dgm:prSet presAssocID="{53B5BF82-38DD-4E5B-97C3-D0D58DE03B79}" presName="hierRoot2" presStyleCnt="0">
        <dgm:presLayoutVars>
          <dgm:hierBranch val="init"/>
        </dgm:presLayoutVars>
      </dgm:prSet>
      <dgm:spPr/>
    </dgm:pt>
    <dgm:pt modelId="{26AFB567-0D10-4BCF-BB6B-E60E81EED309}" type="pres">
      <dgm:prSet presAssocID="{53B5BF82-38DD-4E5B-97C3-D0D58DE03B79}" presName="rootComposite" presStyleCnt="0"/>
      <dgm:spPr/>
    </dgm:pt>
    <dgm:pt modelId="{89EFC55E-3852-4BDB-974D-4FE9989A61E5}" type="pres">
      <dgm:prSet presAssocID="{53B5BF82-38DD-4E5B-97C3-D0D58DE03B79}" presName="rootText" presStyleLbl="node2" presStyleIdx="1" presStyleCnt="3">
        <dgm:presLayoutVars>
          <dgm:chPref val="3"/>
        </dgm:presLayoutVars>
      </dgm:prSet>
      <dgm:spPr/>
    </dgm:pt>
    <dgm:pt modelId="{5103A196-F933-4E8B-AFE8-3E2312081FB0}" type="pres">
      <dgm:prSet presAssocID="{53B5BF82-38DD-4E5B-97C3-D0D58DE03B79}" presName="rootConnector" presStyleLbl="node2" presStyleIdx="1" presStyleCnt="3"/>
      <dgm:spPr/>
    </dgm:pt>
    <dgm:pt modelId="{4CE45B2C-B1FB-4224-82A5-BCBAFED1F583}" type="pres">
      <dgm:prSet presAssocID="{53B5BF82-38DD-4E5B-97C3-D0D58DE03B79}" presName="hierChild4" presStyleCnt="0"/>
      <dgm:spPr/>
    </dgm:pt>
    <dgm:pt modelId="{C2EABBF7-CD8A-46F6-861D-3515D2D4844E}" type="pres">
      <dgm:prSet presAssocID="{EA4EC57D-BB03-4807-8F48-5106C2BD8146}" presName="Name37" presStyleLbl="parChTrans1D3" presStyleIdx="1" presStyleCnt="2"/>
      <dgm:spPr/>
    </dgm:pt>
    <dgm:pt modelId="{00632219-4D98-4118-8B0B-A83928129841}" type="pres">
      <dgm:prSet presAssocID="{685BD1EB-12CF-40EF-B14D-6CC1883050FA}" presName="hierRoot2" presStyleCnt="0">
        <dgm:presLayoutVars>
          <dgm:hierBranch val="init"/>
        </dgm:presLayoutVars>
      </dgm:prSet>
      <dgm:spPr/>
    </dgm:pt>
    <dgm:pt modelId="{4AE4043E-7120-4F73-BC2A-93370BA61373}" type="pres">
      <dgm:prSet presAssocID="{685BD1EB-12CF-40EF-B14D-6CC1883050FA}" presName="rootComposite" presStyleCnt="0"/>
      <dgm:spPr/>
    </dgm:pt>
    <dgm:pt modelId="{76828686-5C18-4483-97E5-AD0EDE478FA8}" type="pres">
      <dgm:prSet presAssocID="{685BD1EB-12CF-40EF-B14D-6CC1883050FA}" presName="rootText" presStyleLbl="node3" presStyleIdx="1" presStyleCnt="2">
        <dgm:presLayoutVars>
          <dgm:chPref val="3"/>
        </dgm:presLayoutVars>
      </dgm:prSet>
      <dgm:spPr/>
    </dgm:pt>
    <dgm:pt modelId="{B4CEDAF5-34D4-4E03-91BD-7AACDE262707}" type="pres">
      <dgm:prSet presAssocID="{685BD1EB-12CF-40EF-B14D-6CC1883050FA}" presName="rootConnector" presStyleLbl="node3" presStyleIdx="1" presStyleCnt="2"/>
      <dgm:spPr/>
    </dgm:pt>
    <dgm:pt modelId="{314A5E07-A580-4766-8EBF-545FEE4B71F2}" type="pres">
      <dgm:prSet presAssocID="{685BD1EB-12CF-40EF-B14D-6CC1883050FA}" presName="hierChild4" presStyleCnt="0"/>
      <dgm:spPr/>
    </dgm:pt>
    <dgm:pt modelId="{D4543E3E-351A-4CDA-920A-ECDDA87A79B9}" type="pres">
      <dgm:prSet presAssocID="{685BD1EB-12CF-40EF-B14D-6CC1883050FA}" presName="hierChild5" presStyleCnt="0"/>
      <dgm:spPr/>
    </dgm:pt>
    <dgm:pt modelId="{6A60C5E6-A085-4966-9CBD-5FE8CC8C77EA}" type="pres">
      <dgm:prSet presAssocID="{53B5BF82-38DD-4E5B-97C3-D0D58DE03B79}" presName="hierChild5" presStyleCnt="0"/>
      <dgm:spPr/>
    </dgm:pt>
    <dgm:pt modelId="{B480E85D-1194-4F02-98B2-A3B61C46F0B8}" type="pres">
      <dgm:prSet presAssocID="{7273DE20-2445-4840-A098-DEB8ADF797CA}" presName="Name37" presStyleLbl="parChTrans1D2" presStyleIdx="2" presStyleCnt="3"/>
      <dgm:spPr/>
    </dgm:pt>
    <dgm:pt modelId="{7BB239EE-09A9-4911-ADB3-F2D9F7162349}" type="pres">
      <dgm:prSet presAssocID="{6E3039CD-889F-4FFE-A86D-4E10DC82225A}" presName="hierRoot2" presStyleCnt="0">
        <dgm:presLayoutVars>
          <dgm:hierBranch val="init"/>
        </dgm:presLayoutVars>
      </dgm:prSet>
      <dgm:spPr/>
    </dgm:pt>
    <dgm:pt modelId="{C3B3DB1B-11A6-4847-B30C-F3E46C265FED}" type="pres">
      <dgm:prSet presAssocID="{6E3039CD-889F-4FFE-A86D-4E10DC82225A}" presName="rootComposite" presStyleCnt="0"/>
      <dgm:spPr/>
    </dgm:pt>
    <dgm:pt modelId="{79A740B1-A3CC-4CEA-9C6A-BC4E3B2B987B}" type="pres">
      <dgm:prSet presAssocID="{6E3039CD-889F-4FFE-A86D-4E10DC82225A}" presName="rootText" presStyleLbl="node2" presStyleIdx="2" presStyleCnt="3">
        <dgm:presLayoutVars>
          <dgm:chPref val="3"/>
        </dgm:presLayoutVars>
      </dgm:prSet>
      <dgm:spPr/>
    </dgm:pt>
    <dgm:pt modelId="{4C6B50D6-F21E-44B8-9931-D07DC9CB1106}" type="pres">
      <dgm:prSet presAssocID="{6E3039CD-889F-4FFE-A86D-4E10DC82225A}" presName="rootConnector" presStyleLbl="node2" presStyleIdx="2" presStyleCnt="3"/>
      <dgm:spPr/>
    </dgm:pt>
    <dgm:pt modelId="{D5B70407-5E16-41AD-A915-4B06A7F1BB71}" type="pres">
      <dgm:prSet presAssocID="{6E3039CD-889F-4FFE-A86D-4E10DC82225A}" presName="hierChild4" presStyleCnt="0"/>
      <dgm:spPr/>
    </dgm:pt>
    <dgm:pt modelId="{C2004FEC-F7A7-49C2-BFE0-D87684D7BDF2}" type="pres">
      <dgm:prSet presAssocID="{6E3039CD-889F-4FFE-A86D-4E10DC82225A}" presName="hierChild5" presStyleCnt="0"/>
      <dgm:spPr/>
    </dgm:pt>
    <dgm:pt modelId="{979DC788-A422-4101-A2FA-3686E581574B}" type="pres">
      <dgm:prSet presAssocID="{52C75B82-0533-4DD7-8833-A77D2FAE3648}" presName="hierChild3" presStyleCnt="0"/>
      <dgm:spPr/>
    </dgm:pt>
  </dgm:ptLst>
  <dgm:cxnLst>
    <dgm:cxn modelId="{7C76DB11-5D94-42C3-980A-370E21C2F13F}" srcId="{554B1613-92E2-449C-844A-4BC5C618A8E4}" destId="{52C75B82-0533-4DD7-8833-A77D2FAE3648}" srcOrd="0" destOrd="0" parTransId="{A906B9F8-A735-4F7E-8404-FA8755024E5E}" sibTransId="{25690A28-2A30-4AB6-B7AC-AD57BEBC660D}"/>
    <dgm:cxn modelId="{B394971B-3CEE-456C-96ED-1C6160DBD821}" type="presOf" srcId="{53B5BF82-38DD-4E5B-97C3-D0D58DE03B79}" destId="{89EFC55E-3852-4BDB-974D-4FE9989A61E5}" srcOrd="0" destOrd="0" presId="urn:microsoft.com/office/officeart/2005/8/layout/orgChart1"/>
    <dgm:cxn modelId="{65B60F1C-AABE-4D19-ABD4-A6E554DA80CC}" srcId="{52C75B82-0533-4DD7-8833-A77D2FAE3648}" destId="{53B5BF82-38DD-4E5B-97C3-D0D58DE03B79}" srcOrd="1" destOrd="0" parTransId="{04385736-931B-498C-BA2D-8D7B12201586}" sibTransId="{4230424C-A939-46A6-9CF4-B98535715DE4}"/>
    <dgm:cxn modelId="{030C2A29-074A-4BC1-A23A-DB972485A19B}" type="presOf" srcId="{6E3039CD-889F-4FFE-A86D-4E10DC82225A}" destId="{4C6B50D6-F21E-44B8-9931-D07DC9CB1106}" srcOrd="1" destOrd="0" presId="urn:microsoft.com/office/officeart/2005/8/layout/orgChart1"/>
    <dgm:cxn modelId="{00D21032-8695-492E-AE6C-079CB5DAFD12}" srcId="{53B5BF82-38DD-4E5B-97C3-D0D58DE03B79}" destId="{685BD1EB-12CF-40EF-B14D-6CC1883050FA}" srcOrd="0" destOrd="0" parTransId="{EA4EC57D-BB03-4807-8F48-5106C2BD8146}" sibTransId="{5FA9BD2F-5015-4643-9CE4-173B87DD951D}"/>
    <dgm:cxn modelId="{B1BD1C39-FD70-45FF-B1BB-6C818D8E181D}" type="presOf" srcId="{DCFE4BA9-AF12-4780-A93A-D50CF7613AD7}" destId="{DF291964-1F9C-4527-9F8D-D856DF9DFF84}" srcOrd="0" destOrd="0" presId="urn:microsoft.com/office/officeart/2005/8/layout/orgChart1"/>
    <dgm:cxn modelId="{F8281040-D247-427F-A269-50C64E229C0F}" type="presOf" srcId="{6E3039CD-889F-4FFE-A86D-4E10DC82225A}" destId="{79A740B1-A3CC-4CEA-9C6A-BC4E3B2B987B}" srcOrd="0" destOrd="0" presId="urn:microsoft.com/office/officeart/2005/8/layout/orgChart1"/>
    <dgm:cxn modelId="{4A2C0D5D-5B53-4237-A29B-FBDC46EF2C1A}" type="presOf" srcId="{685BD1EB-12CF-40EF-B14D-6CC1883050FA}" destId="{76828686-5C18-4483-97E5-AD0EDE478FA8}" srcOrd="0" destOrd="0" presId="urn:microsoft.com/office/officeart/2005/8/layout/orgChart1"/>
    <dgm:cxn modelId="{CA6A1C6D-0CA2-47BA-A933-D8DB7A2C9B16}" type="presOf" srcId="{7273DE20-2445-4840-A098-DEB8ADF797CA}" destId="{B480E85D-1194-4F02-98B2-A3B61C46F0B8}" srcOrd="0" destOrd="0" presId="urn:microsoft.com/office/officeart/2005/8/layout/orgChart1"/>
    <dgm:cxn modelId="{EBDD6B6F-1E7D-4F97-BF5B-7334387F270F}" type="presOf" srcId="{E63160FC-9C0E-411E-A86B-8FBC5D9A1625}" destId="{65EA6903-BF10-45AA-9DC4-09BE56644E11}" srcOrd="0" destOrd="0" presId="urn:microsoft.com/office/officeart/2005/8/layout/orgChart1"/>
    <dgm:cxn modelId="{ADFE2252-B280-493D-B878-643C2BE05F84}" type="presOf" srcId="{04385736-931B-498C-BA2D-8D7B12201586}" destId="{B8109151-A774-4D6C-8722-EAA8AF1D6FFE}" srcOrd="0" destOrd="0" presId="urn:microsoft.com/office/officeart/2005/8/layout/orgChart1"/>
    <dgm:cxn modelId="{B74E6E7B-FA90-4B5F-9B1E-CEB6B0CF900C}" type="presOf" srcId="{F389E74F-B598-4A5B-8D89-D6EDD21EBF38}" destId="{F1E6E84B-8DB5-49F9-B2FF-FF430BF8B665}" srcOrd="0" destOrd="0" presId="urn:microsoft.com/office/officeart/2005/8/layout/orgChart1"/>
    <dgm:cxn modelId="{56906486-5727-4BDA-AF37-0BDE5FA5C63E}" srcId="{F389E74F-B598-4A5B-8D89-D6EDD21EBF38}" destId="{DCFE4BA9-AF12-4780-A93A-D50CF7613AD7}" srcOrd="0" destOrd="0" parTransId="{2C3EC148-045B-49FF-86B1-F029FB495229}" sibTransId="{18CECC11-426E-48AF-BA50-C4C2EFFE1808}"/>
    <dgm:cxn modelId="{7E702096-F418-4D6C-A905-E3A9A02264FE}" srcId="{52C75B82-0533-4DD7-8833-A77D2FAE3648}" destId="{6E3039CD-889F-4FFE-A86D-4E10DC82225A}" srcOrd="2" destOrd="0" parTransId="{7273DE20-2445-4840-A098-DEB8ADF797CA}" sibTransId="{3C3BB039-E95C-42A7-8D99-8444F015F36D}"/>
    <dgm:cxn modelId="{2D1AC098-1654-4C0D-BCF4-D8D33E170605}" type="presOf" srcId="{53B5BF82-38DD-4E5B-97C3-D0D58DE03B79}" destId="{5103A196-F933-4E8B-AFE8-3E2312081FB0}" srcOrd="1" destOrd="0" presId="urn:microsoft.com/office/officeart/2005/8/layout/orgChart1"/>
    <dgm:cxn modelId="{0EE5E1A1-D848-4360-9089-9BEEDD85B438}" type="presOf" srcId="{554B1613-92E2-449C-844A-4BC5C618A8E4}" destId="{E55106ED-0210-41C3-84CE-B6536139621F}" srcOrd="0" destOrd="0" presId="urn:microsoft.com/office/officeart/2005/8/layout/orgChart1"/>
    <dgm:cxn modelId="{349152B5-D6DD-4461-BF33-CE2D26823236}" type="presOf" srcId="{EA4EC57D-BB03-4807-8F48-5106C2BD8146}" destId="{C2EABBF7-CD8A-46F6-861D-3515D2D4844E}" srcOrd="0" destOrd="0" presId="urn:microsoft.com/office/officeart/2005/8/layout/orgChart1"/>
    <dgm:cxn modelId="{659C74CA-569B-4176-A4CC-07DDF04F6944}" type="presOf" srcId="{52C75B82-0533-4DD7-8833-A77D2FAE3648}" destId="{8E5D5720-E03F-4E88-BB7B-ECEF9CDF64FB}" srcOrd="1" destOrd="0" presId="urn:microsoft.com/office/officeart/2005/8/layout/orgChart1"/>
    <dgm:cxn modelId="{B6C0D9E1-FC67-4491-89D4-78391031E80C}" type="presOf" srcId="{52C75B82-0533-4DD7-8833-A77D2FAE3648}" destId="{ECA18D79-CC67-406A-84A6-1424238F4FED}" srcOrd="0" destOrd="0" presId="urn:microsoft.com/office/officeart/2005/8/layout/orgChart1"/>
    <dgm:cxn modelId="{6ADA62E5-A0EC-40FA-9D46-665B1AB38567}" type="presOf" srcId="{DCFE4BA9-AF12-4780-A93A-D50CF7613AD7}" destId="{D0FB2BC6-26CF-43FB-AACE-2A5ACFF37A13}" srcOrd="1" destOrd="0" presId="urn:microsoft.com/office/officeart/2005/8/layout/orgChart1"/>
    <dgm:cxn modelId="{33E63CF3-FEE1-41B6-8B78-39185802CF3D}" type="presOf" srcId="{F389E74F-B598-4A5B-8D89-D6EDD21EBF38}" destId="{D78362FF-4267-4392-9278-5D40D19F95C2}" srcOrd="1" destOrd="0" presId="urn:microsoft.com/office/officeart/2005/8/layout/orgChart1"/>
    <dgm:cxn modelId="{601619FC-8204-4ADD-9346-5904C5297E36}" type="presOf" srcId="{2C3EC148-045B-49FF-86B1-F029FB495229}" destId="{B1A2E9EB-2F9C-428F-AAB3-978232B5137B}" srcOrd="0" destOrd="0" presId="urn:microsoft.com/office/officeart/2005/8/layout/orgChart1"/>
    <dgm:cxn modelId="{7B1F5DFC-6FB6-42D5-8A06-5617EECC77C2}" srcId="{52C75B82-0533-4DD7-8833-A77D2FAE3648}" destId="{F389E74F-B598-4A5B-8D89-D6EDD21EBF38}" srcOrd="0" destOrd="0" parTransId="{E63160FC-9C0E-411E-A86B-8FBC5D9A1625}" sibTransId="{7BE1F281-46A5-44F3-807F-BE8D78D84F8E}"/>
    <dgm:cxn modelId="{E4A651FF-26B5-478A-B8C6-F5E38630F6C0}" type="presOf" srcId="{685BD1EB-12CF-40EF-B14D-6CC1883050FA}" destId="{B4CEDAF5-34D4-4E03-91BD-7AACDE262707}" srcOrd="1" destOrd="0" presId="urn:microsoft.com/office/officeart/2005/8/layout/orgChart1"/>
    <dgm:cxn modelId="{FA81B6D5-CFAE-4CD9-9270-06E113E7ABC5}" type="presParOf" srcId="{E55106ED-0210-41C3-84CE-B6536139621F}" destId="{7C764CF1-B725-4B9A-B0E0-434F6DB23A1E}" srcOrd="0" destOrd="0" presId="urn:microsoft.com/office/officeart/2005/8/layout/orgChart1"/>
    <dgm:cxn modelId="{F0BD23EC-A136-467B-B9F3-B9A81B963F70}" type="presParOf" srcId="{7C764CF1-B725-4B9A-B0E0-434F6DB23A1E}" destId="{60662924-9490-42BA-8674-B8852A79E79B}" srcOrd="0" destOrd="0" presId="urn:microsoft.com/office/officeart/2005/8/layout/orgChart1"/>
    <dgm:cxn modelId="{7A0F3F0A-73C3-44CC-86A0-916883F8EE01}" type="presParOf" srcId="{60662924-9490-42BA-8674-B8852A79E79B}" destId="{ECA18D79-CC67-406A-84A6-1424238F4FED}" srcOrd="0" destOrd="0" presId="urn:microsoft.com/office/officeart/2005/8/layout/orgChart1"/>
    <dgm:cxn modelId="{34DC5DAD-06D6-4DAD-8EA9-E1168729230A}" type="presParOf" srcId="{60662924-9490-42BA-8674-B8852A79E79B}" destId="{8E5D5720-E03F-4E88-BB7B-ECEF9CDF64FB}" srcOrd="1" destOrd="0" presId="urn:microsoft.com/office/officeart/2005/8/layout/orgChart1"/>
    <dgm:cxn modelId="{0C6575AF-4E0F-4999-997D-FA0F1073EAB6}" type="presParOf" srcId="{7C764CF1-B725-4B9A-B0E0-434F6DB23A1E}" destId="{8D671A70-92F4-422C-9C91-E319CE602106}" srcOrd="1" destOrd="0" presId="urn:microsoft.com/office/officeart/2005/8/layout/orgChart1"/>
    <dgm:cxn modelId="{DE3A817D-5593-45F7-8B7F-CA19D4456685}" type="presParOf" srcId="{8D671A70-92F4-422C-9C91-E319CE602106}" destId="{65EA6903-BF10-45AA-9DC4-09BE56644E11}" srcOrd="0" destOrd="0" presId="urn:microsoft.com/office/officeart/2005/8/layout/orgChart1"/>
    <dgm:cxn modelId="{5DF14723-31DF-4330-9533-E0DA07627E3B}" type="presParOf" srcId="{8D671A70-92F4-422C-9C91-E319CE602106}" destId="{245A0DF1-D308-4C1C-964A-71ACF8B6C65D}" srcOrd="1" destOrd="0" presId="urn:microsoft.com/office/officeart/2005/8/layout/orgChart1"/>
    <dgm:cxn modelId="{48DAEA33-F341-4B09-995D-CA23E749431D}" type="presParOf" srcId="{245A0DF1-D308-4C1C-964A-71ACF8B6C65D}" destId="{4737D7AC-EC9D-4874-B4F3-56C427D002FC}" srcOrd="0" destOrd="0" presId="urn:microsoft.com/office/officeart/2005/8/layout/orgChart1"/>
    <dgm:cxn modelId="{7139BBEA-9376-457B-AF96-B999A39C43A2}" type="presParOf" srcId="{4737D7AC-EC9D-4874-B4F3-56C427D002FC}" destId="{F1E6E84B-8DB5-49F9-B2FF-FF430BF8B665}" srcOrd="0" destOrd="0" presId="urn:microsoft.com/office/officeart/2005/8/layout/orgChart1"/>
    <dgm:cxn modelId="{1728DF6D-E0ED-4C7C-90DC-EAD63F6BDC17}" type="presParOf" srcId="{4737D7AC-EC9D-4874-B4F3-56C427D002FC}" destId="{D78362FF-4267-4392-9278-5D40D19F95C2}" srcOrd="1" destOrd="0" presId="urn:microsoft.com/office/officeart/2005/8/layout/orgChart1"/>
    <dgm:cxn modelId="{FE27C564-02FF-4F18-8221-B075D098B152}" type="presParOf" srcId="{245A0DF1-D308-4C1C-964A-71ACF8B6C65D}" destId="{25D84015-3889-44D0-A71F-80240116C435}" srcOrd="1" destOrd="0" presId="urn:microsoft.com/office/officeart/2005/8/layout/orgChart1"/>
    <dgm:cxn modelId="{8D88D671-B0E1-43FF-B375-9DAF9180A8EB}" type="presParOf" srcId="{25D84015-3889-44D0-A71F-80240116C435}" destId="{B1A2E9EB-2F9C-428F-AAB3-978232B5137B}" srcOrd="0" destOrd="0" presId="urn:microsoft.com/office/officeart/2005/8/layout/orgChart1"/>
    <dgm:cxn modelId="{4E6E7105-0EDC-422B-8985-6D00327D6DC6}" type="presParOf" srcId="{25D84015-3889-44D0-A71F-80240116C435}" destId="{6CD96C67-04C0-48CC-AF96-384E55CF3371}" srcOrd="1" destOrd="0" presId="urn:microsoft.com/office/officeart/2005/8/layout/orgChart1"/>
    <dgm:cxn modelId="{01AE3518-E8DC-4DD6-97DD-F58AC9DC8B7D}" type="presParOf" srcId="{6CD96C67-04C0-48CC-AF96-384E55CF3371}" destId="{9361F9C8-79FA-432C-87E9-A17A30B3EFD2}" srcOrd="0" destOrd="0" presId="urn:microsoft.com/office/officeart/2005/8/layout/orgChart1"/>
    <dgm:cxn modelId="{4511941E-0E4E-4EE7-A176-B15E85EE8E6F}" type="presParOf" srcId="{9361F9C8-79FA-432C-87E9-A17A30B3EFD2}" destId="{DF291964-1F9C-4527-9F8D-D856DF9DFF84}" srcOrd="0" destOrd="0" presId="urn:microsoft.com/office/officeart/2005/8/layout/orgChart1"/>
    <dgm:cxn modelId="{282A69D9-F732-4291-AF62-8B365068C849}" type="presParOf" srcId="{9361F9C8-79FA-432C-87E9-A17A30B3EFD2}" destId="{D0FB2BC6-26CF-43FB-AACE-2A5ACFF37A13}" srcOrd="1" destOrd="0" presId="urn:microsoft.com/office/officeart/2005/8/layout/orgChart1"/>
    <dgm:cxn modelId="{2EC6169C-3009-4839-884C-F4F091F71E0F}" type="presParOf" srcId="{6CD96C67-04C0-48CC-AF96-384E55CF3371}" destId="{B50BE038-A278-4326-858E-4FB86B734FB3}" srcOrd="1" destOrd="0" presId="urn:microsoft.com/office/officeart/2005/8/layout/orgChart1"/>
    <dgm:cxn modelId="{E21CD7F6-736B-41EF-8ABA-BBDA1057E932}" type="presParOf" srcId="{6CD96C67-04C0-48CC-AF96-384E55CF3371}" destId="{9D83B65A-3189-4139-9291-F9246296754E}" srcOrd="2" destOrd="0" presId="urn:microsoft.com/office/officeart/2005/8/layout/orgChart1"/>
    <dgm:cxn modelId="{29EFC9D8-8BA3-44F7-93BD-282E4FA94DE3}" type="presParOf" srcId="{245A0DF1-D308-4C1C-964A-71ACF8B6C65D}" destId="{69CD4469-A60E-42AE-9C2E-6658A8B84A38}" srcOrd="2" destOrd="0" presId="urn:microsoft.com/office/officeart/2005/8/layout/orgChart1"/>
    <dgm:cxn modelId="{65FD90E3-7D2D-4A34-9FD6-74C594D0DF39}" type="presParOf" srcId="{8D671A70-92F4-422C-9C91-E319CE602106}" destId="{B8109151-A774-4D6C-8722-EAA8AF1D6FFE}" srcOrd="2" destOrd="0" presId="urn:microsoft.com/office/officeart/2005/8/layout/orgChart1"/>
    <dgm:cxn modelId="{DDFD61BE-F0D4-4B3C-8881-7BD6CF64C08E}" type="presParOf" srcId="{8D671A70-92F4-422C-9C91-E319CE602106}" destId="{E00CE04B-F543-487D-ABA2-E2456370F680}" srcOrd="3" destOrd="0" presId="urn:microsoft.com/office/officeart/2005/8/layout/orgChart1"/>
    <dgm:cxn modelId="{3E20727C-ED4E-43B0-9AFD-630B8A5C007B}" type="presParOf" srcId="{E00CE04B-F543-487D-ABA2-E2456370F680}" destId="{26AFB567-0D10-4BCF-BB6B-E60E81EED309}" srcOrd="0" destOrd="0" presId="urn:microsoft.com/office/officeart/2005/8/layout/orgChart1"/>
    <dgm:cxn modelId="{EE454FC9-0660-4D39-8B6C-95391FB15E12}" type="presParOf" srcId="{26AFB567-0D10-4BCF-BB6B-E60E81EED309}" destId="{89EFC55E-3852-4BDB-974D-4FE9989A61E5}" srcOrd="0" destOrd="0" presId="urn:microsoft.com/office/officeart/2005/8/layout/orgChart1"/>
    <dgm:cxn modelId="{BFEE7294-3AA7-49C7-B637-6277EA7B4299}" type="presParOf" srcId="{26AFB567-0D10-4BCF-BB6B-E60E81EED309}" destId="{5103A196-F933-4E8B-AFE8-3E2312081FB0}" srcOrd="1" destOrd="0" presId="urn:microsoft.com/office/officeart/2005/8/layout/orgChart1"/>
    <dgm:cxn modelId="{75F37EC5-CF8E-492F-953B-D179AC8116E2}" type="presParOf" srcId="{E00CE04B-F543-487D-ABA2-E2456370F680}" destId="{4CE45B2C-B1FB-4224-82A5-BCBAFED1F583}" srcOrd="1" destOrd="0" presId="urn:microsoft.com/office/officeart/2005/8/layout/orgChart1"/>
    <dgm:cxn modelId="{D5C6283D-B4C1-4E2A-ADB4-626FEE62834B}" type="presParOf" srcId="{4CE45B2C-B1FB-4224-82A5-BCBAFED1F583}" destId="{C2EABBF7-CD8A-46F6-861D-3515D2D4844E}" srcOrd="0" destOrd="0" presId="urn:microsoft.com/office/officeart/2005/8/layout/orgChart1"/>
    <dgm:cxn modelId="{1DF764FD-157B-4DB9-B7ED-8A311C8053ED}" type="presParOf" srcId="{4CE45B2C-B1FB-4224-82A5-BCBAFED1F583}" destId="{00632219-4D98-4118-8B0B-A83928129841}" srcOrd="1" destOrd="0" presId="urn:microsoft.com/office/officeart/2005/8/layout/orgChart1"/>
    <dgm:cxn modelId="{D8AAF655-404C-40D3-84F4-4BDC7B129FE5}" type="presParOf" srcId="{00632219-4D98-4118-8B0B-A83928129841}" destId="{4AE4043E-7120-4F73-BC2A-93370BA61373}" srcOrd="0" destOrd="0" presId="urn:microsoft.com/office/officeart/2005/8/layout/orgChart1"/>
    <dgm:cxn modelId="{C19E6F6B-E50A-4AFD-9E5C-4ECE1180E1B9}" type="presParOf" srcId="{4AE4043E-7120-4F73-BC2A-93370BA61373}" destId="{76828686-5C18-4483-97E5-AD0EDE478FA8}" srcOrd="0" destOrd="0" presId="urn:microsoft.com/office/officeart/2005/8/layout/orgChart1"/>
    <dgm:cxn modelId="{6333B59F-B638-4774-B707-B67FAB89F2D0}" type="presParOf" srcId="{4AE4043E-7120-4F73-BC2A-93370BA61373}" destId="{B4CEDAF5-34D4-4E03-91BD-7AACDE262707}" srcOrd="1" destOrd="0" presId="urn:microsoft.com/office/officeart/2005/8/layout/orgChart1"/>
    <dgm:cxn modelId="{66CF9D57-074D-4AC0-BB6D-7E6F6F9D73AF}" type="presParOf" srcId="{00632219-4D98-4118-8B0B-A83928129841}" destId="{314A5E07-A580-4766-8EBF-545FEE4B71F2}" srcOrd="1" destOrd="0" presId="urn:microsoft.com/office/officeart/2005/8/layout/orgChart1"/>
    <dgm:cxn modelId="{8091A445-0385-40E6-94C9-C7B6FCFDF616}" type="presParOf" srcId="{00632219-4D98-4118-8B0B-A83928129841}" destId="{D4543E3E-351A-4CDA-920A-ECDDA87A79B9}" srcOrd="2" destOrd="0" presId="urn:microsoft.com/office/officeart/2005/8/layout/orgChart1"/>
    <dgm:cxn modelId="{2686579A-C4F1-47C2-A077-AB9FC3090062}" type="presParOf" srcId="{E00CE04B-F543-487D-ABA2-E2456370F680}" destId="{6A60C5E6-A085-4966-9CBD-5FE8CC8C77EA}" srcOrd="2" destOrd="0" presId="urn:microsoft.com/office/officeart/2005/8/layout/orgChart1"/>
    <dgm:cxn modelId="{10E877F4-511A-4A57-B1FE-842BA90CB753}" type="presParOf" srcId="{8D671A70-92F4-422C-9C91-E319CE602106}" destId="{B480E85D-1194-4F02-98B2-A3B61C46F0B8}" srcOrd="4" destOrd="0" presId="urn:microsoft.com/office/officeart/2005/8/layout/orgChart1"/>
    <dgm:cxn modelId="{9D643E54-93F2-42BD-9280-CA1E6F82A232}" type="presParOf" srcId="{8D671A70-92F4-422C-9C91-E319CE602106}" destId="{7BB239EE-09A9-4911-ADB3-F2D9F7162349}" srcOrd="5" destOrd="0" presId="urn:microsoft.com/office/officeart/2005/8/layout/orgChart1"/>
    <dgm:cxn modelId="{5A7FA74E-4F3A-4974-8B47-58E8FB0C1014}" type="presParOf" srcId="{7BB239EE-09A9-4911-ADB3-F2D9F7162349}" destId="{C3B3DB1B-11A6-4847-B30C-F3E46C265FED}" srcOrd="0" destOrd="0" presId="urn:microsoft.com/office/officeart/2005/8/layout/orgChart1"/>
    <dgm:cxn modelId="{70C7DB17-DBAA-4A39-B9C8-1575FDF5A71E}" type="presParOf" srcId="{C3B3DB1B-11A6-4847-B30C-F3E46C265FED}" destId="{79A740B1-A3CC-4CEA-9C6A-BC4E3B2B987B}" srcOrd="0" destOrd="0" presId="urn:microsoft.com/office/officeart/2005/8/layout/orgChart1"/>
    <dgm:cxn modelId="{99972839-49C6-4AC8-86E8-268CDC73367C}" type="presParOf" srcId="{C3B3DB1B-11A6-4847-B30C-F3E46C265FED}" destId="{4C6B50D6-F21E-44B8-9931-D07DC9CB1106}" srcOrd="1" destOrd="0" presId="urn:microsoft.com/office/officeart/2005/8/layout/orgChart1"/>
    <dgm:cxn modelId="{18905BED-FC8A-42AA-A376-545861D7B720}" type="presParOf" srcId="{7BB239EE-09A9-4911-ADB3-F2D9F7162349}" destId="{D5B70407-5E16-41AD-A915-4B06A7F1BB71}" srcOrd="1" destOrd="0" presId="urn:microsoft.com/office/officeart/2005/8/layout/orgChart1"/>
    <dgm:cxn modelId="{AE48AB2F-E0C2-4AD6-9FD3-6B3B7E2FEBA5}" type="presParOf" srcId="{7BB239EE-09A9-4911-ADB3-F2D9F7162349}" destId="{C2004FEC-F7A7-49C2-BFE0-D87684D7BDF2}" srcOrd="2" destOrd="0" presId="urn:microsoft.com/office/officeart/2005/8/layout/orgChart1"/>
    <dgm:cxn modelId="{C71F6F29-05B5-4BA1-BE30-50E627933F5C}" type="presParOf" srcId="{7C764CF1-B725-4B9A-B0E0-434F6DB23A1E}" destId="{979DC788-A422-4101-A2FA-3686E581574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55EDEC-9BF9-4A50-8A84-30B8665AE2C2}">
      <dsp:nvSpPr>
        <dsp:cNvPr id="0" name=""/>
        <dsp:cNvSpPr/>
      </dsp:nvSpPr>
      <dsp:spPr>
        <a:xfrm>
          <a:off x="0" y="2193135"/>
          <a:ext cx="3237382" cy="103239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a:solidFill>
                <a:schemeClr val="tx2">
                  <a:lumMod val="20000"/>
                  <a:lumOff val="80000"/>
                </a:schemeClr>
              </a:solidFill>
              <a:latin typeface="Cambria Math" panose="02040503050406030204" pitchFamily="18" charset="0"/>
              <a:ea typeface="Cambria Math" panose="02040503050406030204" pitchFamily="18" charset="0"/>
              <a:cs typeface="+mn-cs"/>
            </a:rPr>
            <a:t>Descriptive Statistics</a:t>
          </a:r>
        </a:p>
      </dsp:txBody>
      <dsp:txXfrm>
        <a:off x="30238" y="2223373"/>
        <a:ext cx="3176906" cy="971919"/>
      </dsp:txXfrm>
    </dsp:sp>
    <dsp:sp modelId="{0A9CC415-2777-42BB-BCE3-C56A9E5C7044}">
      <dsp:nvSpPr>
        <dsp:cNvPr id="0" name=""/>
        <dsp:cNvSpPr/>
      </dsp:nvSpPr>
      <dsp:spPr>
        <a:xfrm rot="19854746">
          <a:off x="3108828" y="2176901"/>
          <a:ext cx="2038555" cy="73828"/>
        </a:xfrm>
        <a:custGeom>
          <a:avLst/>
          <a:gdLst/>
          <a:ahLst/>
          <a:cxnLst/>
          <a:rect l="0" t="0" r="0" b="0"/>
          <a:pathLst>
            <a:path>
              <a:moveTo>
                <a:pt x="0" y="36914"/>
              </a:moveTo>
              <a:lnTo>
                <a:pt x="2038555" y="36914"/>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4077142" y="2162852"/>
        <a:ext cx="101927" cy="101927"/>
      </dsp:txXfrm>
    </dsp:sp>
    <dsp:sp modelId="{3E533D1E-11D6-468E-98B1-786999A6D70A}">
      <dsp:nvSpPr>
        <dsp:cNvPr id="0" name=""/>
        <dsp:cNvSpPr/>
      </dsp:nvSpPr>
      <dsp:spPr>
        <a:xfrm>
          <a:off x="5018830" y="1309502"/>
          <a:ext cx="3094564" cy="81759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rPr>
            <a:t>Measures of central tendency</a:t>
          </a:r>
        </a:p>
      </dsp:txBody>
      <dsp:txXfrm>
        <a:off x="5042776" y="1333448"/>
        <a:ext cx="3046672" cy="769699"/>
      </dsp:txXfrm>
    </dsp:sp>
    <dsp:sp modelId="{C69A6056-9120-4CA1-B65E-486B49A1D666}">
      <dsp:nvSpPr>
        <dsp:cNvPr id="0" name=""/>
        <dsp:cNvSpPr/>
      </dsp:nvSpPr>
      <dsp:spPr>
        <a:xfrm rot="282471">
          <a:off x="3234367" y="2745773"/>
          <a:ext cx="1787478" cy="73828"/>
        </a:xfrm>
        <a:custGeom>
          <a:avLst/>
          <a:gdLst/>
          <a:ahLst/>
          <a:cxnLst/>
          <a:rect l="0" t="0" r="0" b="0"/>
          <a:pathLst>
            <a:path>
              <a:moveTo>
                <a:pt x="0" y="36914"/>
              </a:moveTo>
              <a:lnTo>
                <a:pt x="1787478" y="36914"/>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4083419" y="2738000"/>
        <a:ext cx="89373" cy="89373"/>
      </dsp:txXfrm>
    </dsp:sp>
    <dsp:sp modelId="{E1A0F369-BE0F-49F2-BAEA-10F5A589A221}">
      <dsp:nvSpPr>
        <dsp:cNvPr id="0" name=""/>
        <dsp:cNvSpPr/>
      </dsp:nvSpPr>
      <dsp:spPr>
        <a:xfrm>
          <a:off x="5018830" y="2502518"/>
          <a:ext cx="3105721" cy="70704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Measures of Dispersion</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5039539" y="2523227"/>
        <a:ext cx="3064303" cy="665625"/>
      </dsp:txXfrm>
    </dsp:sp>
    <dsp:sp modelId="{8D8C1D2B-C5CC-4A82-A3FF-1C52EE477214}">
      <dsp:nvSpPr>
        <dsp:cNvPr id="0" name=""/>
        <dsp:cNvSpPr/>
      </dsp:nvSpPr>
      <dsp:spPr>
        <a:xfrm rot="1895634">
          <a:off x="3082389" y="3220265"/>
          <a:ext cx="2091434" cy="73828"/>
        </a:xfrm>
        <a:custGeom>
          <a:avLst/>
          <a:gdLst/>
          <a:ahLst/>
          <a:cxnLst/>
          <a:rect l="0" t="0" r="0" b="0"/>
          <a:pathLst>
            <a:path>
              <a:moveTo>
                <a:pt x="0" y="36914"/>
              </a:moveTo>
              <a:lnTo>
                <a:pt x="2091434" y="36914"/>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4075820" y="3204893"/>
        <a:ext cx="104571" cy="104571"/>
      </dsp:txXfrm>
    </dsp:sp>
    <dsp:sp modelId="{C4C8AB3D-57C5-4671-B688-50BE5D8B431C}">
      <dsp:nvSpPr>
        <dsp:cNvPr id="0" name=""/>
        <dsp:cNvSpPr/>
      </dsp:nvSpPr>
      <dsp:spPr>
        <a:xfrm>
          <a:off x="5018830" y="3500888"/>
          <a:ext cx="3043758" cy="60827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Data visualization</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5036646" y="3518704"/>
        <a:ext cx="3008126" cy="5726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A8410C-55D5-4A32-B92A-23871B960E64}">
      <dsp:nvSpPr>
        <dsp:cNvPr id="0" name=""/>
        <dsp:cNvSpPr/>
      </dsp:nvSpPr>
      <dsp:spPr>
        <a:xfrm>
          <a:off x="590" y="2187041"/>
          <a:ext cx="3124995" cy="104458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Inferential Statistics</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31185" y="2217636"/>
        <a:ext cx="3063805" cy="983393"/>
      </dsp:txXfrm>
    </dsp:sp>
    <dsp:sp modelId="{D6845C3A-D8C6-4EC7-80DC-EA075C677F4D}">
      <dsp:nvSpPr>
        <dsp:cNvPr id="0" name=""/>
        <dsp:cNvSpPr/>
      </dsp:nvSpPr>
      <dsp:spPr>
        <a:xfrm rot="19469134">
          <a:off x="2933615" y="2077270"/>
          <a:ext cx="2063858" cy="65214"/>
        </a:xfrm>
        <a:custGeom>
          <a:avLst/>
          <a:gdLst/>
          <a:ahLst/>
          <a:cxnLst/>
          <a:rect l="0" t="0" r="0" b="0"/>
          <a:pathLst>
            <a:path>
              <a:moveTo>
                <a:pt x="0" y="32607"/>
              </a:moveTo>
              <a:lnTo>
                <a:pt x="2063858" y="32607"/>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3913948" y="2058281"/>
        <a:ext cx="103192" cy="103192"/>
      </dsp:txXfrm>
    </dsp:sp>
    <dsp:sp modelId="{E47E17F4-8452-4631-9917-7B2F72226AA9}">
      <dsp:nvSpPr>
        <dsp:cNvPr id="0" name=""/>
        <dsp:cNvSpPr/>
      </dsp:nvSpPr>
      <dsp:spPr>
        <a:xfrm>
          <a:off x="4805503" y="1018117"/>
          <a:ext cx="3004965" cy="98460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Regression Analysis</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4834341" y="1046955"/>
        <a:ext cx="2947289" cy="926931"/>
      </dsp:txXfrm>
    </dsp:sp>
    <dsp:sp modelId="{4793DD47-4103-4A54-AF15-43B766D371DF}">
      <dsp:nvSpPr>
        <dsp:cNvPr id="0" name=""/>
        <dsp:cNvSpPr/>
      </dsp:nvSpPr>
      <dsp:spPr>
        <a:xfrm>
          <a:off x="3125586" y="2676726"/>
          <a:ext cx="1570566" cy="65214"/>
        </a:xfrm>
        <a:custGeom>
          <a:avLst/>
          <a:gdLst/>
          <a:ahLst/>
          <a:cxnLst/>
          <a:rect l="0" t="0" r="0" b="0"/>
          <a:pathLst>
            <a:path>
              <a:moveTo>
                <a:pt x="0" y="32607"/>
              </a:moveTo>
              <a:lnTo>
                <a:pt x="1570566" y="32607"/>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871605" y="2670069"/>
        <a:ext cx="78528" cy="78528"/>
      </dsp:txXfrm>
    </dsp:sp>
    <dsp:sp modelId="{4EE288E8-743D-41EE-9DEF-3D4EF0F391AB}">
      <dsp:nvSpPr>
        <dsp:cNvPr id="0" name=""/>
        <dsp:cNvSpPr/>
      </dsp:nvSpPr>
      <dsp:spPr>
        <a:xfrm>
          <a:off x="4696153" y="2203640"/>
          <a:ext cx="3431256" cy="101138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Hypothesis Testing</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4725775" y="2233262"/>
        <a:ext cx="3372012" cy="952142"/>
      </dsp:txXfrm>
    </dsp:sp>
    <dsp:sp modelId="{3516A32D-4B44-4431-A356-211A321F1BD1}">
      <dsp:nvSpPr>
        <dsp:cNvPr id="0" name=""/>
        <dsp:cNvSpPr/>
      </dsp:nvSpPr>
      <dsp:spPr>
        <a:xfrm rot="2367135">
          <a:off x="2893866" y="3322965"/>
          <a:ext cx="2034005" cy="65214"/>
        </a:xfrm>
        <a:custGeom>
          <a:avLst/>
          <a:gdLst/>
          <a:ahLst/>
          <a:cxnLst/>
          <a:rect l="0" t="0" r="0" b="0"/>
          <a:pathLst>
            <a:path>
              <a:moveTo>
                <a:pt x="0" y="32607"/>
              </a:moveTo>
              <a:lnTo>
                <a:pt x="2034005" y="32607"/>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3860019" y="3304722"/>
        <a:ext cx="101700" cy="101700"/>
      </dsp:txXfrm>
    </dsp:sp>
    <dsp:sp modelId="{0468ACD6-6DF9-4743-841C-505B8DB19323}">
      <dsp:nvSpPr>
        <dsp:cNvPr id="0" name=""/>
        <dsp:cNvSpPr/>
      </dsp:nvSpPr>
      <dsp:spPr>
        <a:xfrm>
          <a:off x="4696153" y="3493703"/>
          <a:ext cx="3090796" cy="101621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Confidence Intervals</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4725917" y="3523467"/>
        <a:ext cx="3031268" cy="9566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3E375C-3B3E-41CE-9D7E-5AF6F925CD68}">
      <dsp:nvSpPr>
        <dsp:cNvPr id="0" name=""/>
        <dsp:cNvSpPr/>
      </dsp:nvSpPr>
      <dsp:spPr>
        <a:xfrm>
          <a:off x="9463420" y="3484372"/>
          <a:ext cx="355513" cy="1090240"/>
        </a:xfrm>
        <a:custGeom>
          <a:avLst/>
          <a:gdLst/>
          <a:ahLst/>
          <a:cxnLst/>
          <a:rect l="0" t="0" r="0" b="0"/>
          <a:pathLst>
            <a:path>
              <a:moveTo>
                <a:pt x="0" y="0"/>
              </a:moveTo>
              <a:lnTo>
                <a:pt x="0" y="1090240"/>
              </a:lnTo>
              <a:lnTo>
                <a:pt x="355513" y="109024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5D1985-B894-4FDD-AC42-335E6B340514}">
      <dsp:nvSpPr>
        <dsp:cNvPr id="0" name=""/>
        <dsp:cNvSpPr/>
      </dsp:nvSpPr>
      <dsp:spPr>
        <a:xfrm>
          <a:off x="8977552" y="2401467"/>
          <a:ext cx="1433903" cy="497718"/>
        </a:xfrm>
        <a:custGeom>
          <a:avLst/>
          <a:gdLst/>
          <a:ahLst/>
          <a:cxnLst/>
          <a:rect l="0" t="0" r="0" b="0"/>
          <a:pathLst>
            <a:path>
              <a:moveTo>
                <a:pt x="0" y="0"/>
              </a:moveTo>
              <a:lnTo>
                <a:pt x="0" y="248859"/>
              </a:lnTo>
              <a:lnTo>
                <a:pt x="1433903" y="248859"/>
              </a:lnTo>
              <a:lnTo>
                <a:pt x="1433903" y="497718"/>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BCD549C-F97B-4C89-A4E5-D333A397C504}">
      <dsp:nvSpPr>
        <dsp:cNvPr id="0" name=""/>
        <dsp:cNvSpPr/>
      </dsp:nvSpPr>
      <dsp:spPr>
        <a:xfrm>
          <a:off x="6595613" y="3761601"/>
          <a:ext cx="355513" cy="1090240"/>
        </a:xfrm>
        <a:custGeom>
          <a:avLst/>
          <a:gdLst/>
          <a:ahLst/>
          <a:cxnLst/>
          <a:rect l="0" t="0" r="0" b="0"/>
          <a:pathLst>
            <a:path>
              <a:moveTo>
                <a:pt x="0" y="0"/>
              </a:moveTo>
              <a:lnTo>
                <a:pt x="0" y="1090240"/>
              </a:lnTo>
              <a:lnTo>
                <a:pt x="355513" y="109024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07DA96-677B-4FC3-A495-F0A475C9F5B7}">
      <dsp:nvSpPr>
        <dsp:cNvPr id="0" name=""/>
        <dsp:cNvSpPr/>
      </dsp:nvSpPr>
      <dsp:spPr>
        <a:xfrm>
          <a:off x="7543649" y="2401467"/>
          <a:ext cx="1433903" cy="497718"/>
        </a:xfrm>
        <a:custGeom>
          <a:avLst/>
          <a:gdLst/>
          <a:ahLst/>
          <a:cxnLst/>
          <a:rect l="0" t="0" r="0" b="0"/>
          <a:pathLst>
            <a:path>
              <a:moveTo>
                <a:pt x="1433903" y="0"/>
              </a:moveTo>
              <a:lnTo>
                <a:pt x="1433903" y="248859"/>
              </a:lnTo>
              <a:lnTo>
                <a:pt x="0" y="248859"/>
              </a:lnTo>
              <a:lnTo>
                <a:pt x="0" y="497718"/>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AF91472-C00C-4827-8711-04B893C38684}">
      <dsp:nvSpPr>
        <dsp:cNvPr id="0" name=""/>
        <dsp:cNvSpPr/>
      </dsp:nvSpPr>
      <dsp:spPr>
        <a:xfrm>
          <a:off x="5928843" y="1213176"/>
          <a:ext cx="3048708" cy="472631"/>
        </a:xfrm>
        <a:custGeom>
          <a:avLst/>
          <a:gdLst/>
          <a:ahLst/>
          <a:cxnLst/>
          <a:rect l="0" t="0" r="0" b="0"/>
          <a:pathLst>
            <a:path>
              <a:moveTo>
                <a:pt x="0" y="0"/>
              </a:moveTo>
              <a:lnTo>
                <a:pt x="0" y="223771"/>
              </a:lnTo>
              <a:lnTo>
                <a:pt x="3048708" y="223771"/>
              </a:lnTo>
              <a:lnTo>
                <a:pt x="3048708" y="472631"/>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1A689A-2987-4383-9A00-DF51AED44897}">
      <dsp:nvSpPr>
        <dsp:cNvPr id="0" name=""/>
        <dsp:cNvSpPr/>
      </dsp:nvSpPr>
      <dsp:spPr>
        <a:xfrm>
          <a:off x="3624211" y="3708025"/>
          <a:ext cx="355513" cy="1320867"/>
        </a:xfrm>
        <a:custGeom>
          <a:avLst/>
          <a:gdLst/>
          <a:ahLst/>
          <a:cxnLst/>
          <a:rect l="0" t="0" r="0" b="0"/>
          <a:pathLst>
            <a:path>
              <a:moveTo>
                <a:pt x="0" y="0"/>
              </a:moveTo>
              <a:lnTo>
                <a:pt x="0" y="1320867"/>
              </a:lnTo>
              <a:lnTo>
                <a:pt x="355513" y="1320867"/>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69D41A-9F1E-4C1F-805E-33E7FDD90A64}">
      <dsp:nvSpPr>
        <dsp:cNvPr id="0" name=""/>
        <dsp:cNvSpPr/>
      </dsp:nvSpPr>
      <dsp:spPr>
        <a:xfrm>
          <a:off x="2880134" y="2491732"/>
          <a:ext cx="1692112" cy="497718"/>
        </a:xfrm>
        <a:custGeom>
          <a:avLst/>
          <a:gdLst/>
          <a:ahLst/>
          <a:cxnLst/>
          <a:rect l="0" t="0" r="0" b="0"/>
          <a:pathLst>
            <a:path>
              <a:moveTo>
                <a:pt x="0" y="0"/>
              </a:moveTo>
              <a:lnTo>
                <a:pt x="0" y="248859"/>
              </a:lnTo>
              <a:lnTo>
                <a:pt x="1692112" y="248859"/>
              </a:lnTo>
              <a:lnTo>
                <a:pt x="1692112" y="497718"/>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12707B-FF3E-4782-BD43-08A7C92E6F8D}">
      <dsp:nvSpPr>
        <dsp:cNvPr id="0" name=""/>
        <dsp:cNvSpPr/>
      </dsp:nvSpPr>
      <dsp:spPr>
        <a:xfrm>
          <a:off x="239986" y="3673860"/>
          <a:ext cx="355513" cy="1299228"/>
        </a:xfrm>
        <a:custGeom>
          <a:avLst/>
          <a:gdLst/>
          <a:ahLst/>
          <a:cxnLst/>
          <a:rect l="0" t="0" r="0" b="0"/>
          <a:pathLst>
            <a:path>
              <a:moveTo>
                <a:pt x="0" y="0"/>
              </a:moveTo>
              <a:lnTo>
                <a:pt x="0" y="1299228"/>
              </a:lnTo>
              <a:lnTo>
                <a:pt x="355513" y="1299228"/>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65ED2E-9ED8-43E7-8475-AFA15A7E004C}">
      <dsp:nvSpPr>
        <dsp:cNvPr id="0" name=""/>
        <dsp:cNvSpPr/>
      </dsp:nvSpPr>
      <dsp:spPr>
        <a:xfrm>
          <a:off x="1188021" y="2491732"/>
          <a:ext cx="1692112" cy="497718"/>
        </a:xfrm>
        <a:custGeom>
          <a:avLst/>
          <a:gdLst/>
          <a:ahLst/>
          <a:cxnLst/>
          <a:rect l="0" t="0" r="0" b="0"/>
          <a:pathLst>
            <a:path>
              <a:moveTo>
                <a:pt x="1692112" y="0"/>
              </a:moveTo>
              <a:lnTo>
                <a:pt x="1692112" y="248859"/>
              </a:lnTo>
              <a:lnTo>
                <a:pt x="0" y="248859"/>
              </a:lnTo>
              <a:lnTo>
                <a:pt x="0" y="497718"/>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263B09-CF63-4599-B0DB-F39804523A14}">
      <dsp:nvSpPr>
        <dsp:cNvPr id="0" name=""/>
        <dsp:cNvSpPr/>
      </dsp:nvSpPr>
      <dsp:spPr>
        <a:xfrm>
          <a:off x="2880134" y="1213176"/>
          <a:ext cx="3048708" cy="472631"/>
        </a:xfrm>
        <a:custGeom>
          <a:avLst/>
          <a:gdLst/>
          <a:ahLst/>
          <a:cxnLst/>
          <a:rect l="0" t="0" r="0" b="0"/>
          <a:pathLst>
            <a:path>
              <a:moveTo>
                <a:pt x="3048708" y="0"/>
              </a:moveTo>
              <a:lnTo>
                <a:pt x="3048708" y="223771"/>
              </a:lnTo>
              <a:lnTo>
                <a:pt x="0" y="223771"/>
              </a:lnTo>
              <a:lnTo>
                <a:pt x="0" y="472631"/>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3C1FB2D-2C0E-457B-88D7-4B02FEFFA973}">
      <dsp:nvSpPr>
        <dsp:cNvPr id="0" name=""/>
        <dsp:cNvSpPr/>
      </dsp:nvSpPr>
      <dsp:spPr>
        <a:xfrm>
          <a:off x="4743799" y="338317"/>
          <a:ext cx="2370087" cy="874858"/>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Multivariate Analysis</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4743799" y="338317"/>
        <a:ext cx="2370087" cy="874858"/>
      </dsp:txXfrm>
    </dsp:sp>
    <dsp:sp modelId="{901FF8F2-BC28-4B55-B6F9-C84AD4A6071B}">
      <dsp:nvSpPr>
        <dsp:cNvPr id="0" name=""/>
        <dsp:cNvSpPr/>
      </dsp:nvSpPr>
      <dsp:spPr>
        <a:xfrm>
          <a:off x="1695090" y="1685807"/>
          <a:ext cx="2370087" cy="80592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Dependence Variable</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1695090" y="1685807"/>
        <a:ext cx="2370087" cy="805924"/>
      </dsp:txXfrm>
    </dsp:sp>
    <dsp:sp modelId="{8C76241E-328E-4EBB-821E-551D5DDC0F8E}">
      <dsp:nvSpPr>
        <dsp:cNvPr id="0" name=""/>
        <dsp:cNvSpPr/>
      </dsp:nvSpPr>
      <dsp:spPr>
        <a:xfrm>
          <a:off x="2978" y="2989450"/>
          <a:ext cx="2370087" cy="68441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One dependent variable</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2978" y="2989450"/>
        <a:ext cx="2370087" cy="684410"/>
      </dsp:txXfrm>
    </dsp:sp>
    <dsp:sp modelId="{561737F9-EDD5-421A-A25B-5EB1B9A9B88B}">
      <dsp:nvSpPr>
        <dsp:cNvPr id="0" name=""/>
        <dsp:cNvSpPr/>
      </dsp:nvSpPr>
      <dsp:spPr>
        <a:xfrm>
          <a:off x="595499" y="4171579"/>
          <a:ext cx="2886506" cy="160302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Cross tabulation, Analysis of variance and covariance, Multiple regression, Conjoint analysis </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595499" y="4171579"/>
        <a:ext cx="2886506" cy="1603020"/>
      </dsp:txXfrm>
    </dsp:sp>
    <dsp:sp modelId="{290A21A8-BD0E-4B65-800E-66C6AB85052D}">
      <dsp:nvSpPr>
        <dsp:cNvPr id="0" name=""/>
        <dsp:cNvSpPr/>
      </dsp:nvSpPr>
      <dsp:spPr>
        <a:xfrm>
          <a:off x="3387202" y="2989450"/>
          <a:ext cx="2370087" cy="718575"/>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More than One dependent variable</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3387202" y="2989450"/>
        <a:ext cx="2370087" cy="718575"/>
      </dsp:txXfrm>
    </dsp:sp>
    <dsp:sp modelId="{85EAF7D5-57E7-4BBB-B2CE-3D94C14F7B5C}">
      <dsp:nvSpPr>
        <dsp:cNvPr id="0" name=""/>
        <dsp:cNvSpPr/>
      </dsp:nvSpPr>
      <dsp:spPr>
        <a:xfrm>
          <a:off x="3979724" y="4205744"/>
          <a:ext cx="2473684" cy="1646298"/>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Multivariate Analysis of variance and covariance, Canonical correlation, Multiple discriminant analysis</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3979724" y="4205744"/>
        <a:ext cx="2473684" cy="1646298"/>
      </dsp:txXfrm>
    </dsp:sp>
    <dsp:sp modelId="{63FCD82C-5EE6-42FC-B032-B90F19C15840}">
      <dsp:nvSpPr>
        <dsp:cNvPr id="0" name=""/>
        <dsp:cNvSpPr/>
      </dsp:nvSpPr>
      <dsp:spPr>
        <a:xfrm>
          <a:off x="7792508" y="1685807"/>
          <a:ext cx="2370087" cy="71565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Independence Variable</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7792508" y="1685807"/>
        <a:ext cx="2370087" cy="715659"/>
      </dsp:txXfrm>
    </dsp:sp>
    <dsp:sp modelId="{3F34DBFE-F10D-4C11-976E-15E9C419441E}">
      <dsp:nvSpPr>
        <dsp:cNvPr id="0" name=""/>
        <dsp:cNvSpPr/>
      </dsp:nvSpPr>
      <dsp:spPr>
        <a:xfrm>
          <a:off x="6358605" y="2899185"/>
          <a:ext cx="2370087" cy="862415"/>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Variable interdependence</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6358605" y="2899185"/>
        <a:ext cx="2370087" cy="862415"/>
      </dsp:txXfrm>
    </dsp:sp>
    <dsp:sp modelId="{13321E03-AE47-437F-B5A5-A9DEB4445064}">
      <dsp:nvSpPr>
        <dsp:cNvPr id="0" name=""/>
        <dsp:cNvSpPr/>
      </dsp:nvSpPr>
      <dsp:spPr>
        <a:xfrm>
          <a:off x="6951127" y="4259319"/>
          <a:ext cx="2370087" cy="11850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Factor Analysis</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6951127" y="4259319"/>
        <a:ext cx="2370087" cy="1185043"/>
      </dsp:txXfrm>
    </dsp:sp>
    <dsp:sp modelId="{D06364BD-E6A1-485A-88C8-42C689758D36}">
      <dsp:nvSpPr>
        <dsp:cNvPr id="0" name=""/>
        <dsp:cNvSpPr/>
      </dsp:nvSpPr>
      <dsp:spPr>
        <a:xfrm>
          <a:off x="9226411" y="2899185"/>
          <a:ext cx="2370087" cy="58518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Inter object similarity</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9226411" y="2899185"/>
        <a:ext cx="2370087" cy="585186"/>
      </dsp:txXfrm>
    </dsp:sp>
    <dsp:sp modelId="{D84C5871-9F06-4BD1-A4EB-A6ACFDBBFE0A}">
      <dsp:nvSpPr>
        <dsp:cNvPr id="0" name=""/>
        <dsp:cNvSpPr/>
      </dsp:nvSpPr>
      <dsp:spPr>
        <a:xfrm>
          <a:off x="9818933" y="3982090"/>
          <a:ext cx="2370087" cy="11850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454545">
                  <a:lumMod val="20000"/>
                  <a:lumOff val="80000"/>
                </a:srgbClr>
              </a:solidFill>
              <a:latin typeface="Cambria Math" panose="02040503050406030204" pitchFamily="18" charset="0"/>
              <a:ea typeface="Cambria Math" panose="02040503050406030204" pitchFamily="18" charset="0"/>
              <a:cs typeface="+mn-cs"/>
            </a:rPr>
            <a:t>Cluster analysis, Multidimensional scaling</a:t>
          </a:r>
          <a:endParaRPr lang="en-IN" sz="2000" kern="1200">
            <a:solidFill>
              <a:srgbClr val="454545">
                <a:lumMod val="20000"/>
                <a:lumOff val="80000"/>
              </a:srgbClr>
            </a:solidFill>
            <a:latin typeface="Cambria Math" panose="02040503050406030204" pitchFamily="18" charset="0"/>
            <a:ea typeface="Cambria Math" panose="02040503050406030204" pitchFamily="18" charset="0"/>
            <a:cs typeface="+mn-cs"/>
          </a:endParaRPr>
        </a:p>
      </dsp:txBody>
      <dsp:txXfrm>
        <a:off x="9818933" y="3982090"/>
        <a:ext cx="2370087" cy="11850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AEA043-C8C3-4D16-BF3F-E41E037524B4}">
      <dsp:nvSpPr>
        <dsp:cNvPr id="0" name=""/>
        <dsp:cNvSpPr/>
      </dsp:nvSpPr>
      <dsp:spPr>
        <a:xfrm>
          <a:off x="4064000" y="2525195"/>
          <a:ext cx="3182949" cy="368275"/>
        </a:xfrm>
        <a:custGeom>
          <a:avLst/>
          <a:gdLst/>
          <a:ahLst/>
          <a:cxnLst/>
          <a:rect l="0" t="0" r="0" b="0"/>
          <a:pathLst>
            <a:path>
              <a:moveTo>
                <a:pt x="0" y="0"/>
              </a:moveTo>
              <a:lnTo>
                <a:pt x="0" y="184137"/>
              </a:lnTo>
              <a:lnTo>
                <a:pt x="3182949" y="184137"/>
              </a:lnTo>
              <a:lnTo>
                <a:pt x="3182949" y="36827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12C97F-221D-44EA-9628-5B63D24FDC30}">
      <dsp:nvSpPr>
        <dsp:cNvPr id="0" name=""/>
        <dsp:cNvSpPr/>
      </dsp:nvSpPr>
      <dsp:spPr>
        <a:xfrm>
          <a:off x="4064000" y="2525195"/>
          <a:ext cx="1060983" cy="368275"/>
        </a:xfrm>
        <a:custGeom>
          <a:avLst/>
          <a:gdLst/>
          <a:ahLst/>
          <a:cxnLst/>
          <a:rect l="0" t="0" r="0" b="0"/>
          <a:pathLst>
            <a:path>
              <a:moveTo>
                <a:pt x="0" y="0"/>
              </a:moveTo>
              <a:lnTo>
                <a:pt x="0" y="184137"/>
              </a:lnTo>
              <a:lnTo>
                <a:pt x="1060983" y="184137"/>
              </a:lnTo>
              <a:lnTo>
                <a:pt x="1060983" y="36827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14669AA-2827-4997-A729-A859686D2AAE}">
      <dsp:nvSpPr>
        <dsp:cNvPr id="0" name=""/>
        <dsp:cNvSpPr/>
      </dsp:nvSpPr>
      <dsp:spPr>
        <a:xfrm>
          <a:off x="3003016" y="2525195"/>
          <a:ext cx="1060983" cy="368275"/>
        </a:xfrm>
        <a:custGeom>
          <a:avLst/>
          <a:gdLst/>
          <a:ahLst/>
          <a:cxnLst/>
          <a:rect l="0" t="0" r="0" b="0"/>
          <a:pathLst>
            <a:path>
              <a:moveTo>
                <a:pt x="1060983" y="0"/>
              </a:moveTo>
              <a:lnTo>
                <a:pt x="1060983" y="184137"/>
              </a:lnTo>
              <a:lnTo>
                <a:pt x="0" y="184137"/>
              </a:lnTo>
              <a:lnTo>
                <a:pt x="0" y="36827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6B7C9E-4A65-402E-AEA4-9813E9E89F29}">
      <dsp:nvSpPr>
        <dsp:cNvPr id="0" name=""/>
        <dsp:cNvSpPr/>
      </dsp:nvSpPr>
      <dsp:spPr>
        <a:xfrm>
          <a:off x="881050" y="2525195"/>
          <a:ext cx="3182949" cy="368275"/>
        </a:xfrm>
        <a:custGeom>
          <a:avLst/>
          <a:gdLst/>
          <a:ahLst/>
          <a:cxnLst/>
          <a:rect l="0" t="0" r="0" b="0"/>
          <a:pathLst>
            <a:path>
              <a:moveTo>
                <a:pt x="3182949" y="0"/>
              </a:moveTo>
              <a:lnTo>
                <a:pt x="3182949" y="184137"/>
              </a:lnTo>
              <a:lnTo>
                <a:pt x="0" y="184137"/>
              </a:lnTo>
              <a:lnTo>
                <a:pt x="0" y="36827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E5FB58-22AB-43D9-B11A-B8B34C893D02}">
      <dsp:nvSpPr>
        <dsp:cNvPr id="0" name=""/>
        <dsp:cNvSpPr/>
      </dsp:nvSpPr>
      <dsp:spPr>
        <a:xfrm>
          <a:off x="3187154" y="1648350"/>
          <a:ext cx="1753691" cy="876845"/>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Non parametric methods</a:t>
          </a:r>
          <a:endParaRPr lang="en-IN" sz="2100" kern="1200"/>
        </a:p>
      </dsp:txBody>
      <dsp:txXfrm>
        <a:off x="3187154" y="1648350"/>
        <a:ext cx="1753691" cy="876845"/>
      </dsp:txXfrm>
    </dsp:sp>
    <dsp:sp modelId="{35A69474-83FA-4BF5-BF98-34452EB4025D}">
      <dsp:nvSpPr>
        <dsp:cNvPr id="0" name=""/>
        <dsp:cNvSpPr/>
      </dsp:nvSpPr>
      <dsp:spPr>
        <a:xfrm>
          <a:off x="4204" y="2893471"/>
          <a:ext cx="1753691" cy="876845"/>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Sign test</a:t>
          </a:r>
          <a:endParaRPr lang="en-IN" sz="2100" kern="1200"/>
        </a:p>
      </dsp:txBody>
      <dsp:txXfrm>
        <a:off x="4204" y="2893471"/>
        <a:ext cx="1753691" cy="876845"/>
      </dsp:txXfrm>
    </dsp:sp>
    <dsp:sp modelId="{91CACB2D-C303-4EDD-903E-97D9FF9FFE61}">
      <dsp:nvSpPr>
        <dsp:cNvPr id="0" name=""/>
        <dsp:cNvSpPr/>
      </dsp:nvSpPr>
      <dsp:spPr>
        <a:xfrm>
          <a:off x="2126170" y="2893471"/>
          <a:ext cx="1753691" cy="876845"/>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Wilcoxon signed rank test</a:t>
          </a:r>
          <a:endParaRPr lang="en-IN" sz="2100" kern="1200"/>
        </a:p>
      </dsp:txBody>
      <dsp:txXfrm>
        <a:off x="2126170" y="2893471"/>
        <a:ext cx="1753691" cy="876845"/>
      </dsp:txXfrm>
    </dsp:sp>
    <dsp:sp modelId="{A32B1045-B0BB-49DB-9A99-06DA6410368E}">
      <dsp:nvSpPr>
        <dsp:cNvPr id="0" name=""/>
        <dsp:cNvSpPr/>
      </dsp:nvSpPr>
      <dsp:spPr>
        <a:xfrm>
          <a:off x="4248137" y="2893471"/>
          <a:ext cx="1753691" cy="876845"/>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Font typeface="+mj-lt"/>
            <a:buNone/>
          </a:pPr>
          <a:r>
            <a:rPr lang="en-US" sz="2100" kern="1200"/>
            <a:t>Mann whitney Wilcoxon test</a:t>
          </a:r>
          <a:endParaRPr lang="en-IN" sz="2100" kern="1200"/>
        </a:p>
      </dsp:txBody>
      <dsp:txXfrm>
        <a:off x="4248137" y="2893471"/>
        <a:ext cx="1753691" cy="876845"/>
      </dsp:txXfrm>
    </dsp:sp>
    <dsp:sp modelId="{A78E5BCE-1924-4D07-89A2-E9ADC3EA9A7E}">
      <dsp:nvSpPr>
        <dsp:cNvPr id="0" name=""/>
        <dsp:cNvSpPr/>
      </dsp:nvSpPr>
      <dsp:spPr>
        <a:xfrm>
          <a:off x="6370104" y="2893471"/>
          <a:ext cx="1753691" cy="876845"/>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Kruskal wallis test</a:t>
          </a:r>
          <a:endParaRPr lang="en-IN" sz="2100" kern="1200"/>
        </a:p>
      </dsp:txBody>
      <dsp:txXfrm>
        <a:off x="6370104" y="2893471"/>
        <a:ext cx="1753691" cy="8768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64E1D2-0420-482F-8213-04B11254A00B}">
      <dsp:nvSpPr>
        <dsp:cNvPr id="0" name=""/>
        <dsp:cNvSpPr/>
      </dsp:nvSpPr>
      <dsp:spPr>
        <a:xfrm>
          <a:off x="8020318" y="2918477"/>
          <a:ext cx="304816" cy="1322940"/>
        </a:xfrm>
        <a:custGeom>
          <a:avLst/>
          <a:gdLst/>
          <a:ahLst/>
          <a:cxnLst/>
          <a:rect l="0" t="0" r="0" b="0"/>
          <a:pathLst>
            <a:path>
              <a:moveTo>
                <a:pt x="0" y="0"/>
              </a:moveTo>
              <a:lnTo>
                <a:pt x="0" y="1322940"/>
              </a:lnTo>
              <a:lnTo>
                <a:pt x="304816" y="132294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7B5B4E-847C-436F-B862-B5ACF8DDF817}">
      <dsp:nvSpPr>
        <dsp:cNvPr id="0" name=""/>
        <dsp:cNvSpPr/>
      </dsp:nvSpPr>
      <dsp:spPr>
        <a:xfrm>
          <a:off x="4926507" y="1475677"/>
          <a:ext cx="3906655" cy="426743"/>
        </a:xfrm>
        <a:custGeom>
          <a:avLst/>
          <a:gdLst/>
          <a:ahLst/>
          <a:cxnLst/>
          <a:rect l="0" t="0" r="0" b="0"/>
          <a:pathLst>
            <a:path>
              <a:moveTo>
                <a:pt x="0" y="0"/>
              </a:moveTo>
              <a:lnTo>
                <a:pt x="0" y="213371"/>
              </a:lnTo>
              <a:lnTo>
                <a:pt x="3906655" y="213371"/>
              </a:lnTo>
              <a:lnTo>
                <a:pt x="3906655" y="42674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B0C7C65-25B1-474D-BA0A-2F28799209E1}">
      <dsp:nvSpPr>
        <dsp:cNvPr id="0" name=""/>
        <dsp:cNvSpPr/>
      </dsp:nvSpPr>
      <dsp:spPr>
        <a:xfrm>
          <a:off x="5561461" y="2918477"/>
          <a:ext cx="304816" cy="934771"/>
        </a:xfrm>
        <a:custGeom>
          <a:avLst/>
          <a:gdLst/>
          <a:ahLst/>
          <a:cxnLst/>
          <a:rect l="0" t="0" r="0" b="0"/>
          <a:pathLst>
            <a:path>
              <a:moveTo>
                <a:pt x="0" y="0"/>
              </a:moveTo>
              <a:lnTo>
                <a:pt x="0" y="934771"/>
              </a:lnTo>
              <a:lnTo>
                <a:pt x="304816" y="934771"/>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F31CFAC-3911-4602-9BA5-9AE14C3E88CC}">
      <dsp:nvSpPr>
        <dsp:cNvPr id="0" name=""/>
        <dsp:cNvSpPr/>
      </dsp:nvSpPr>
      <dsp:spPr>
        <a:xfrm>
          <a:off x="4926507" y="1475677"/>
          <a:ext cx="1447799" cy="426743"/>
        </a:xfrm>
        <a:custGeom>
          <a:avLst/>
          <a:gdLst/>
          <a:ahLst/>
          <a:cxnLst/>
          <a:rect l="0" t="0" r="0" b="0"/>
          <a:pathLst>
            <a:path>
              <a:moveTo>
                <a:pt x="0" y="0"/>
              </a:moveTo>
              <a:lnTo>
                <a:pt x="0" y="213371"/>
              </a:lnTo>
              <a:lnTo>
                <a:pt x="1447799" y="213371"/>
              </a:lnTo>
              <a:lnTo>
                <a:pt x="1447799" y="42674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75ADD2-EB25-4C6F-9C2F-C6C0BD141516}">
      <dsp:nvSpPr>
        <dsp:cNvPr id="0" name=""/>
        <dsp:cNvSpPr/>
      </dsp:nvSpPr>
      <dsp:spPr>
        <a:xfrm>
          <a:off x="2913903" y="2918477"/>
          <a:ext cx="304816" cy="1236342"/>
        </a:xfrm>
        <a:custGeom>
          <a:avLst/>
          <a:gdLst/>
          <a:ahLst/>
          <a:cxnLst/>
          <a:rect l="0" t="0" r="0" b="0"/>
          <a:pathLst>
            <a:path>
              <a:moveTo>
                <a:pt x="0" y="0"/>
              </a:moveTo>
              <a:lnTo>
                <a:pt x="0" y="1236342"/>
              </a:lnTo>
              <a:lnTo>
                <a:pt x="304816" y="1236342"/>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4D2191-9BEA-49D8-ADB4-95CCACF88402}">
      <dsp:nvSpPr>
        <dsp:cNvPr id="0" name=""/>
        <dsp:cNvSpPr/>
      </dsp:nvSpPr>
      <dsp:spPr>
        <a:xfrm>
          <a:off x="3726748" y="1475677"/>
          <a:ext cx="1199759" cy="426743"/>
        </a:xfrm>
        <a:custGeom>
          <a:avLst/>
          <a:gdLst/>
          <a:ahLst/>
          <a:cxnLst/>
          <a:rect l="0" t="0" r="0" b="0"/>
          <a:pathLst>
            <a:path>
              <a:moveTo>
                <a:pt x="1199759" y="0"/>
              </a:moveTo>
              <a:lnTo>
                <a:pt x="1199759" y="213371"/>
              </a:lnTo>
              <a:lnTo>
                <a:pt x="0" y="213371"/>
              </a:lnTo>
              <a:lnTo>
                <a:pt x="0" y="42674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5BA94FA-DF4B-4113-A188-7DEA5187C6E6}">
      <dsp:nvSpPr>
        <dsp:cNvPr id="0" name=""/>
        <dsp:cNvSpPr/>
      </dsp:nvSpPr>
      <dsp:spPr>
        <a:xfrm>
          <a:off x="207007" y="2918477"/>
          <a:ext cx="304816" cy="1251466"/>
        </a:xfrm>
        <a:custGeom>
          <a:avLst/>
          <a:gdLst/>
          <a:ahLst/>
          <a:cxnLst/>
          <a:rect l="0" t="0" r="0" b="0"/>
          <a:pathLst>
            <a:path>
              <a:moveTo>
                <a:pt x="0" y="0"/>
              </a:moveTo>
              <a:lnTo>
                <a:pt x="0" y="1251466"/>
              </a:lnTo>
              <a:lnTo>
                <a:pt x="304816" y="125146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5EBDAF-D773-470C-9EA7-2CC80CF2CDE1}">
      <dsp:nvSpPr>
        <dsp:cNvPr id="0" name=""/>
        <dsp:cNvSpPr/>
      </dsp:nvSpPr>
      <dsp:spPr>
        <a:xfrm>
          <a:off x="1019852" y="1475677"/>
          <a:ext cx="3906655" cy="426743"/>
        </a:xfrm>
        <a:custGeom>
          <a:avLst/>
          <a:gdLst/>
          <a:ahLst/>
          <a:cxnLst/>
          <a:rect l="0" t="0" r="0" b="0"/>
          <a:pathLst>
            <a:path>
              <a:moveTo>
                <a:pt x="3906655" y="0"/>
              </a:moveTo>
              <a:lnTo>
                <a:pt x="3906655" y="213371"/>
              </a:lnTo>
              <a:lnTo>
                <a:pt x="0" y="213371"/>
              </a:lnTo>
              <a:lnTo>
                <a:pt x="0" y="42674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A3B5D76-D4C5-4BD8-8590-34AFB764BC8D}">
      <dsp:nvSpPr>
        <dsp:cNvPr id="0" name=""/>
        <dsp:cNvSpPr/>
      </dsp:nvSpPr>
      <dsp:spPr>
        <a:xfrm>
          <a:off x="3910451" y="459621"/>
          <a:ext cx="2032112" cy="101605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Time series components</a:t>
          </a:r>
          <a:endParaRPr lang="en-IN" sz="1900" kern="1200"/>
        </a:p>
      </dsp:txBody>
      <dsp:txXfrm>
        <a:off x="3910451" y="459621"/>
        <a:ext cx="2032112" cy="1016056"/>
      </dsp:txXfrm>
    </dsp:sp>
    <dsp:sp modelId="{9A342BEB-7C6E-4B09-9C2D-4A426138CBF1}">
      <dsp:nvSpPr>
        <dsp:cNvPr id="0" name=""/>
        <dsp:cNvSpPr/>
      </dsp:nvSpPr>
      <dsp:spPr>
        <a:xfrm>
          <a:off x="3795" y="1902421"/>
          <a:ext cx="2032112" cy="101605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Trend component</a:t>
          </a:r>
          <a:endParaRPr lang="en-IN" sz="1900" kern="1200"/>
        </a:p>
      </dsp:txBody>
      <dsp:txXfrm>
        <a:off x="3795" y="1902421"/>
        <a:ext cx="2032112" cy="1016056"/>
      </dsp:txXfrm>
    </dsp:sp>
    <dsp:sp modelId="{1D93CA38-B5B7-484F-A903-03FA0B1BA3F7}">
      <dsp:nvSpPr>
        <dsp:cNvPr id="0" name=""/>
        <dsp:cNvSpPr/>
      </dsp:nvSpPr>
      <dsp:spPr>
        <a:xfrm>
          <a:off x="511824" y="3345221"/>
          <a:ext cx="2280152" cy="1649445"/>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Long</a:t>
          </a:r>
          <a:r>
            <a:rPr lang="en-US" sz="1900" kern="1200" baseline="0"/>
            <a:t> term, underlying direction or pattern in data over a period of time.</a:t>
          </a:r>
        </a:p>
        <a:p>
          <a:pPr marL="0" lvl="0" indent="0" algn="ctr" defTabSz="844550">
            <a:lnSpc>
              <a:spcPct val="90000"/>
            </a:lnSpc>
            <a:spcBef>
              <a:spcPct val="0"/>
            </a:spcBef>
            <a:spcAft>
              <a:spcPct val="35000"/>
            </a:spcAft>
            <a:buNone/>
          </a:pPr>
          <a:r>
            <a:rPr lang="en-US" sz="1900" kern="1200" baseline="0"/>
            <a:t>Eg: Population growth.</a:t>
          </a:r>
          <a:endParaRPr lang="en-IN" sz="1900" kern="1200"/>
        </a:p>
      </dsp:txBody>
      <dsp:txXfrm>
        <a:off x="511824" y="3345221"/>
        <a:ext cx="2280152" cy="1649445"/>
      </dsp:txXfrm>
    </dsp:sp>
    <dsp:sp modelId="{4862D04A-F672-4D01-AFD1-B32342DD74DD}">
      <dsp:nvSpPr>
        <dsp:cNvPr id="0" name=""/>
        <dsp:cNvSpPr/>
      </dsp:nvSpPr>
      <dsp:spPr>
        <a:xfrm>
          <a:off x="2710691" y="1902421"/>
          <a:ext cx="2032112" cy="101605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Seasonal component</a:t>
          </a:r>
          <a:endParaRPr lang="en-IN" sz="1900" kern="1200"/>
        </a:p>
      </dsp:txBody>
      <dsp:txXfrm>
        <a:off x="2710691" y="1902421"/>
        <a:ext cx="2032112" cy="1016056"/>
      </dsp:txXfrm>
    </dsp:sp>
    <dsp:sp modelId="{AAC440BF-F0C9-45E8-AFF3-055F52A194CE}">
      <dsp:nvSpPr>
        <dsp:cNvPr id="0" name=""/>
        <dsp:cNvSpPr/>
      </dsp:nvSpPr>
      <dsp:spPr>
        <a:xfrm>
          <a:off x="3218720" y="3386798"/>
          <a:ext cx="2220814" cy="15360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Repeating pattern usually within 12 month period.</a:t>
          </a:r>
        </a:p>
        <a:p>
          <a:pPr marL="0" lvl="0" indent="0" algn="ctr" defTabSz="844550">
            <a:lnSpc>
              <a:spcPct val="90000"/>
            </a:lnSpc>
            <a:spcBef>
              <a:spcPct val="0"/>
            </a:spcBef>
            <a:spcAft>
              <a:spcPct val="35000"/>
            </a:spcAft>
            <a:buNone/>
          </a:pPr>
          <a:r>
            <a:rPr lang="en-US" sz="1900" kern="1200"/>
            <a:t>Eg: Electricity demand.</a:t>
          </a:r>
          <a:endParaRPr lang="en-IN" sz="1900" kern="1200"/>
        </a:p>
      </dsp:txBody>
      <dsp:txXfrm>
        <a:off x="3218720" y="3386798"/>
        <a:ext cx="2220814" cy="1536043"/>
      </dsp:txXfrm>
    </dsp:sp>
    <dsp:sp modelId="{22B6A082-D818-48B4-9F6B-9256B9268256}">
      <dsp:nvSpPr>
        <dsp:cNvPr id="0" name=""/>
        <dsp:cNvSpPr/>
      </dsp:nvSpPr>
      <dsp:spPr>
        <a:xfrm>
          <a:off x="5358250" y="1902421"/>
          <a:ext cx="2032112" cy="101605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Cyclical component</a:t>
          </a:r>
          <a:endParaRPr lang="en-IN" sz="1900" kern="1200"/>
        </a:p>
      </dsp:txBody>
      <dsp:txXfrm>
        <a:off x="5358250" y="1902421"/>
        <a:ext cx="2032112" cy="1016056"/>
      </dsp:txXfrm>
    </dsp:sp>
    <dsp:sp modelId="{9C8864FA-6D14-4880-9577-972C83E77FBD}">
      <dsp:nvSpPr>
        <dsp:cNvPr id="0" name=""/>
        <dsp:cNvSpPr/>
      </dsp:nvSpPr>
      <dsp:spPr>
        <a:xfrm>
          <a:off x="5866278" y="3345221"/>
          <a:ext cx="2032112" cy="101605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Repeating swings more than one year.</a:t>
          </a:r>
        </a:p>
        <a:p>
          <a:pPr marL="0" lvl="0" indent="0" algn="ctr" defTabSz="844550">
            <a:lnSpc>
              <a:spcPct val="90000"/>
            </a:lnSpc>
            <a:spcBef>
              <a:spcPct val="0"/>
            </a:spcBef>
            <a:spcAft>
              <a:spcPct val="35000"/>
            </a:spcAft>
            <a:buNone/>
          </a:pPr>
          <a:r>
            <a:rPr lang="en-US" sz="1900" kern="1200"/>
            <a:t>Eg: Stock market.</a:t>
          </a:r>
          <a:endParaRPr lang="en-IN" sz="1900" kern="1200"/>
        </a:p>
      </dsp:txBody>
      <dsp:txXfrm>
        <a:off x="5866278" y="3345221"/>
        <a:ext cx="2032112" cy="1016056"/>
      </dsp:txXfrm>
    </dsp:sp>
    <dsp:sp modelId="{39BC34ED-2048-48EF-8C89-89C99917253A}">
      <dsp:nvSpPr>
        <dsp:cNvPr id="0" name=""/>
        <dsp:cNvSpPr/>
      </dsp:nvSpPr>
      <dsp:spPr>
        <a:xfrm>
          <a:off x="7817106" y="1902421"/>
          <a:ext cx="2032112" cy="101605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Random component</a:t>
          </a:r>
          <a:endParaRPr lang="en-IN" sz="1900" kern="1200"/>
        </a:p>
      </dsp:txBody>
      <dsp:txXfrm>
        <a:off x="7817106" y="1902421"/>
        <a:ext cx="2032112" cy="1016056"/>
      </dsp:txXfrm>
    </dsp:sp>
    <dsp:sp modelId="{F0E5DF4E-3FF4-4419-95CB-192CE6B47D71}">
      <dsp:nvSpPr>
        <dsp:cNvPr id="0" name=""/>
        <dsp:cNvSpPr/>
      </dsp:nvSpPr>
      <dsp:spPr>
        <a:xfrm>
          <a:off x="8325135" y="3345221"/>
          <a:ext cx="1978851" cy="179239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Unpredictable or irregular fluctuations in data.</a:t>
          </a:r>
        </a:p>
        <a:p>
          <a:pPr marL="0" lvl="0" indent="0" algn="ctr" defTabSz="844550">
            <a:lnSpc>
              <a:spcPct val="90000"/>
            </a:lnSpc>
            <a:spcBef>
              <a:spcPct val="0"/>
            </a:spcBef>
            <a:spcAft>
              <a:spcPct val="35000"/>
            </a:spcAft>
            <a:buNone/>
          </a:pPr>
          <a:r>
            <a:rPr lang="en-US" sz="1900" kern="1200"/>
            <a:t>Eg: Measurement of errors.</a:t>
          </a:r>
          <a:endParaRPr lang="en-IN" sz="1900" kern="1200"/>
        </a:p>
      </dsp:txBody>
      <dsp:txXfrm>
        <a:off x="8325135" y="3345221"/>
        <a:ext cx="1978851" cy="179239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80E85D-1194-4F02-98B2-A3B61C46F0B8}">
      <dsp:nvSpPr>
        <dsp:cNvPr id="0" name=""/>
        <dsp:cNvSpPr/>
      </dsp:nvSpPr>
      <dsp:spPr>
        <a:xfrm>
          <a:off x="5285509" y="1424287"/>
          <a:ext cx="3446775" cy="599842"/>
        </a:xfrm>
        <a:custGeom>
          <a:avLst/>
          <a:gdLst/>
          <a:ahLst/>
          <a:cxnLst/>
          <a:rect l="0" t="0" r="0" b="0"/>
          <a:pathLst>
            <a:path>
              <a:moveTo>
                <a:pt x="0" y="0"/>
              </a:moveTo>
              <a:lnTo>
                <a:pt x="0" y="300741"/>
              </a:lnTo>
              <a:lnTo>
                <a:pt x="3446775" y="300741"/>
              </a:lnTo>
              <a:lnTo>
                <a:pt x="3446775" y="599842"/>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EABBF7-CD8A-46F6-861D-3515D2D4844E}">
      <dsp:nvSpPr>
        <dsp:cNvPr id="0" name=""/>
        <dsp:cNvSpPr/>
      </dsp:nvSpPr>
      <dsp:spPr>
        <a:xfrm>
          <a:off x="4146079" y="3448416"/>
          <a:ext cx="427286" cy="1310344"/>
        </a:xfrm>
        <a:custGeom>
          <a:avLst/>
          <a:gdLst/>
          <a:ahLst/>
          <a:cxnLst/>
          <a:rect l="0" t="0" r="0" b="0"/>
          <a:pathLst>
            <a:path>
              <a:moveTo>
                <a:pt x="0" y="0"/>
              </a:moveTo>
              <a:lnTo>
                <a:pt x="0" y="1310344"/>
              </a:lnTo>
              <a:lnTo>
                <a:pt x="427286" y="131034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109151-A774-4D6C-8722-EAA8AF1D6FFE}">
      <dsp:nvSpPr>
        <dsp:cNvPr id="0" name=""/>
        <dsp:cNvSpPr/>
      </dsp:nvSpPr>
      <dsp:spPr>
        <a:xfrm>
          <a:off x="5239789" y="1424287"/>
          <a:ext cx="91440" cy="599842"/>
        </a:xfrm>
        <a:custGeom>
          <a:avLst/>
          <a:gdLst/>
          <a:ahLst/>
          <a:cxnLst/>
          <a:rect l="0" t="0" r="0" b="0"/>
          <a:pathLst>
            <a:path>
              <a:moveTo>
                <a:pt x="45720" y="0"/>
              </a:moveTo>
              <a:lnTo>
                <a:pt x="45720" y="599842"/>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A2E9EB-2F9C-428F-AAB3-978232B5137B}">
      <dsp:nvSpPr>
        <dsp:cNvPr id="0" name=""/>
        <dsp:cNvSpPr/>
      </dsp:nvSpPr>
      <dsp:spPr>
        <a:xfrm>
          <a:off x="654296" y="3448416"/>
          <a:ext cx="472293" cy="1310344"/>
        </a:xfrm>
        <a:custGeom>
          <a:avLst/>
          <a:gdLst/>
          <a:ahLst/>
          <a:cxnLst/>
          <a:rect l="0" t="0" r="0" b="0"/>
          <a:pathLst>
            <a:path>
              <a:moveTo>
                <a:pt x="0" y="0"/>
              </a:moveTo>
              <a:lnTo>
                <a:pt x="0" y="1310344"/>
              </a:lnTo>
              <a:lnTo>
                <a:pt x="472293" y="131034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EA6903-BF10-45AA-9DC4-09BE56644E11}">
      <dsp:nvSpPr>
        <dsp:cNvPr id="0" name=""/>
        <dsp:cNvSpPr/>
      </dsp:nvSpPr>
      <dsp:spPr>
        <a:xfrm>
          <a:off x="1793726" y="1424287"/>
          <a:ext cx="3491782" cy="599842"/>
        </a:xfrm>
        <a:custGeom>
          <a:avLst/>
          <a:gdLst/>
          <a:ahLst/>
          <a:cxnLst/>
          <a:rect l="0" t="0" r="0" b="0"/>
          <a:pathLst>
            <a:path>
              <a:moveTo>
                <a:pt x="3491782" y="0"/>
              </a:moveTo>
              <a:lnTo>
                <a:pt x="3491782" y="300741"/>
              </a:lnTo>
              <a:lnTo>
                <a:pt x="0" y="300741"/>
              </a:lnTo>
              <a:lnTo>
                <a:pt x="0" y="599842"/>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A18D79-CC67-406A-84A6-1424238F4FED}">
      <dsp:nvSpPr>
        <dsp:cNvPr id="0" name=""/>
        <dsp:cNvSpPr/>
      </dsp:nvSpPr>
      <dsp:spPr>
        <a:xfrm>
          <a:off x="3861221" y="0"/>
          <a:ext cx="2848574" cy="142428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solidFill>
                <a:prstClr val="white"/>
              </a:solidFill>
              <a:latin typeface="Gill Sans MT" panose="020B0502020104020203"/>
              <a:ea typeface="+mn-ea"/>
              <a:cs typeface="+mn-cs"/>
            </a:rPr>
            <a:t>Machine learning methods</a:t>
          </a:r>
          <a:endParaRPr lang="en-IN" sz="1900" kern="1200">
            <a:solidFill>
              <a:prstClr val="white"/>
            </a:solidFill>
            <a:latin typeface="Gill Sans MT" panose="020B0502020104020203"/>
            <a:ea typeface="+mn-ea"/>
            <a:cs typeface="+mn-cs"/>
          </a:endParaRPr>
        </a:p>
      </dsp:txBody>
      <dsp:txXfrm>
        <a:off x="3861221" y="0"/>
        <a:ext cx="2848574" cy="1424287"/>
      </dsp:txXfrm>
    </dsp:sp>
    <dsp:sp modelId="{F1E6E84B-8DB5-49F9-B2FF-FF430BF8B665}">
      <dsp:nvSpPr>
        <dsp:cNvPr id="0" name=""/>
        <dsp:cNvSpPr/>
      </dsp:nvSpPr>
      <dsp:spPr>
        <a:xfrm>
          <a:off x="369439" y="2024129"/>
          <a:ext cx="2848574" cy="142428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IN" sz="1900" kern="1200">
              <a:solidFill>
                <a:prstClr val="white"/>
              </a:solidFill>
              <a:latin typeface="Gill Sans MT" panose="020B0502020104020203"/>
              <a:ea typeface="+mn-ea"/>
              <a:cs typeface="+mn-cs"/>
            </a:rPr>
            <a:t>Supervised Learning</a:t>
          </a:r>
        </a:p>
      </dsp:txBody>
      <dsp:txXfrm>
        <a:off x="369439" y="2024129"/>
        <a:ext cx="2848574" cy="1424287"/>
      </dsp:txXfrm>
    </dsp:sp>
    <dsp:sp modelId="{DF291964-1F9C-4527-9F8D-D856DF9DFF84}">
      <dsp:nvSpPr>
        <dsp:cNvPr id="0" name=""/>
        <dsp:cNvSpPr/>
      </dsp:nvSpPr>
      <dsp:spPr>
        <a:xfrm>
          <a:off x="1126590" y="4046617"/>
          <a:ext cx="2848574" cy="142428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IN" sz="1900" kern="1200">
              <a:solidFill>
                <a:prstClr val="white"/>
              </a:solidFill>
              <a:latin typeface="Gill Sans MT" panose="020B0502020104020203"/>
              <a:ea typeface="+mn-ea"/>
              <a:cs typeface="+mn-cs"/>
            </a:rPr>
            <a:t>Linear and Logistic Regression, Decision Trees, Support Vector Machines </a:t>
          </a:r>
        </a:p>
      </dsp:txBody>
      <dsp:txXfrm>
        <a:off x="1126590" y="4046617"/>
        <a:ext cx="2848574" cy="1424287"/>
      </dsp:txXfrm>
    </dsp:sp>
    <dsp:sp modelId="{89EFC55E-3852-4BDB-974D-4FE9989A61E5}">
      <dsp:nvSpPr>
        <dsp:cNvPr id="0" name=""/>
        <dsp:cNvSpPr/>
      </dsp:nvSpPr>
      <dsp:spPr>
        <a:xfrm>
          <a:off x="3861221" y="2024129"/>
          <a:ext cx="2848574" cy="142428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IN" sz="1900" kern="1200">
              <a:solidFill>
                <a:prstClr val="white"/>
              </a:solidFill>
              <a:latin typeface="Gill Sans MT" panose="020B0502020104020203"/>
              <a:ea typeface="+mn-ea"/>
              <a:cs typeface="+mn-cs"/>
            </a:rPr>
            <a:t>Unsupervised Learning</a:t>
          </a:r>
        </a:p>
      </dsp:txBody>
      <dsp:txXfrm>
        <a:off x="3861221" y="2024129"/>
        <a:ext cx="2848574" cy="1424287"/>
      </dsp:txXfrm>
    </dsp:sp>
    <dsp:sp modelId="{76828686-5C18-4483-97E5-AD0EDE478FA8}">
      <dsp:nvSpPr>
        <dsp:cNvPr id="0" name=""/>
        <dsp:cNvSpPr/>
      </dsp:nvSpPr>
      <dsp:spPr>
        <a:xfrm>
          <a:off x="4573365" y="4046617"/>
          <a:ext cx="2848574" cy="142428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IN" sz="1900" kern="1200">
              <a:solidFill>
                <a:prstClr val="white"/>
              </a:solidFill>
              <a:latin typeface="Gill Sans MT" panose="020B0502020104020203"/>
              <a:ea typeface="+mn-ea"/>
              <a:cs typeface="+mn-cs"/>
            </a:rPr>
            <a:t>Clustering, Dimensionality Reduction</a:t>
          </a:r>
        </a:p>
      </dsp:txBody>
      <dsp:txXfrm>
        <a:off x="4573365" y="4046617"/>
        <a:ext cx="2848574" cy="1424287"/>
      </dsp:txXfrm>
    </dsp:sp>
    <dsp:sp modelId="{79A740B1-A3CC-4CEA-9C6A-BC4E3B2B987B}">
      <dsp:nvSpPr>
        <dsp:cNvPr id="0" name=""/>
        <dsp:cNvSpPr/>
      </dsp:nvSpPr>
      <dsp:spPr>
        <a:xfrm>
          <a:off x="7307996" y="2024129"/>
          <a:ext cx="2848574" cy="142428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IN" sz="1900" kern="1200">
              <a:solidFill>
                <a:prstClr val="white"/>
              </a:solidFill>
              <a:latin typeface="Gill Sans MT" panose="020B0502020104020203"/>
              <a:ea typeface="+mn-ea"/>
              <a:cs typeface="+mn-cs"/>
            </a:rPr>
            <a:t>Semi-Supervised Learning</a:t>
          </a:r>
        </a:p>
      </dsp:txBody>
      <dsp:txXfrm>
        <a:off x="7307996" y="2024129"/>
        <a:ext cx="2848574" cy="142428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8A87A34-81AB-432B-8DAE-1953F412C126}" type="datetimeFigureOut">
              <a:rPr lang="en-US" dirty="0"/>
              <a:t>11/7/2024</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A87A34-81AB-432B-8DAE-1953F412C126}" type="datetimeFigureOut">
              <a:rPr lang="en-US" dirty="0"/>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A87A34-81AB-432B-8DAE-1953F412C126}" type="datetimeFigureOut">
              <a:rPr lang="en-US" dirty="0"/>
              <a:t>11/7/2024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dirty="0"/>
              <a:t>11/7/2024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11/7/2024</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11/7/2024</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798C6-61B4-4E06-8095-6F7AC143A283}"/>
              </a:ext>
            </a:extLst>
          </p:cNvPr>
          <p:cNvSpPr>
            <a:spLocks noGrp="1"/>
          </p:cNvSpPr>
          <p:nvPr>
            <p:ph type="ctrTitle"/>
          </p:nvPr>
        </p:nvSpPr>
        <p:spPr>
          <a:xfrm>
            <a:off x="1295400" y="374072"/>
            <a:ext cx="10550236" cy="2549236"/>
          </a:xfrm>
        </p:spPr>
        <p:txBody>
          <a:bodyPr>
            <a:normAutofit/>
          </a:bodyPr>
          <a:lstStyle/>
          <a:p>
            <a:pPr algn="ctr"/>
            <a:r>
              <a:rPr lang="en-IN" sz="2800" b="1">
                <a:latin typeface="Cambria Math" panose="02040503050406030204" pitchFamily="18" charset="0"/>
                <a:ea typeface="Cambria Math" panose="02040503050406030204" pitchFamily="18" charset="0"/>
              </a:rPr>
              <a:t>SS855 - R</a:t>
            </a:r>
            <a:r>
              <a:rPr lang="en-IN" sz="2800" b="1" cap="none">
                <a:latin typeface="Cambria Math" panose="02040503050406030204" pitchFamily="18" charset="0"/>
                <a:ea typeface="Cambria Math" panose="02040503050406030204" pitchFamily="18" charset="0"/>
              </a:rPr>
              <a:t>esearch Methodology in Applied Sciences</a:t>
            </a:r>
            <a:br>
              <a:rPr lang="en-IN" sz="3600" b="1" cap="none">
                <a:latin typeface="Cambria Math" panose="02040503050406030204" pitchFamily="18" charset="0"/>
                <a:ea typeface="Cambria Math" panose="02040503050406030204" pitchFamily="18" charset="0"/>
              </a:rPr>
            </a:br>
            <a:br>
              <a:rPr lang="en-IN" sz="3600" b="1" cap="none">
                <a:latin typeface="Cambria Math" panose="02040503050406030204" pitchFamily="18" charset="0"/>
                <a:ea typeface="Cambria Math" panose="02040503050406030204" pitchFamily="18" charset="0"/>
              </a:rPr>
            </a:br>
            <a:r>
              <a:rPr lang="en-IN" sz="3600" b="1" cap="none">
                <a:latin typeface="Cambria Math" panose="02040503050406030204" pitchFamily="18" charset="0"/>
                <a:ea typeface="Cambria Math" panose="02040503050406030204" pitchFamily="18" charset="0"/>
              </a:rPr>
              <a:t>Seminar on</a:t>
            </a:r>
            <a:br>
              <a:rPr lang="en-IN" sz="3600" b="1" cap="none">
                <a:latin typeface="Cambria Math" panose="02040503050406030204" pitchFamily="18" charset="0"/>
                <a:ea typeface="Cambria Math" panose="02040503050406030204" pitchFamily="18" charset="0"/>
              </a:rPr>
            </a:br>
            <a:r>
              <a:rPr lang="en-IN" sz="4800" b="1" cap="none">
                <a:latin typeface="Cambria Math" panose="02040503050406030204" pitchFamily="18" charset="0"/>
                <a:ea typeface="Cambria Math" panose="02040503050406030204" pitchFamily="18" charset="0"/>
              </a:rPr>
              <a:t>Overview of Methods in Statistics </a:t>
            </a:r>
            <a:endParaRPr lang="en-IN" sz="4800">
              <a:latin typeface="Cambria Math" panose="02040503050406030204" pitchFamily="18" charset="0"/>
              <a:ea typeface="Cambria Math" panose="02040503050406030204" pitchFamily="18" charset="0"/>
            </a:endParaRPr>
          </a:p>
        </p:txBody>
      </p:sp>
      <p:sp>
        <p:nvSpPr>
          <p:cNvPr id="3" name="Subtitle 2">
            <a:extLst>
              <a:ext uri="{FF2B5EF4-FFF2-40B4-BE49-F238E27FC236}">
                <a16:creationId xmlns:a16="http://schemas.microsoft.com/office/drawing/2014/main" id="{A9B5B124-116E-4D14-AE85-B5FAE9DFFC83}"/>
              </a:ext>
            </a:extLst>
          </p:cNvPr>
          <p:cNvSpPr>
            <a:spLocks noGrp="1"/>
          </p:cNvSpPr>
          <p:nvPr>
            <p:ph type="subTitle" idx="1"/>
          </p:nvPr>
        </p:nvSpPr>
        <p:spPr>
          <a:xfrm>
            <a:off x="852217" y="3934692"/>
            <a:ext cx="3622802" cy="2189017"/>
          </a:xfrm>
        </p:spPr>
        <p:txBody>
          <a:bodyPr/>
          <a:lstStyle/>
          <a:p>
            <a:pPr>
              <a:lnSpc>
                <a:spcPct val="100000"/>
              </a:lnSpc>
            </a:pPr>
            <a:r>
              <a:rPr lang="en-US" cap="none">
                <a:latin typeface="Cambria Math" panose="02040503050406030204" pitchFamily="18" charset="0"/>
                <a:ea typeface="Cambria Math" panose="02040503050406030204" pitchFamily="18" charset="0"/>
              </a:rPr>
              <a:t>Submitted to,</a:t>
            </a:r>
          </a:p>
          <a:p>
            <a:pPr>
              <a:lnSpc>
                <a:spcPct val="100000"/>
              </a:lnSpc>
            </a:pPr>
            <a:r>
              <a:rPr lang="en-US" cap="none">
                <a:latin typeface="Cambria Math" panose="02040503050406030204" pitchFamily="18" charset="0"/>
                <a:ea typeface="Cambria Math" panose="02040503050406030204" pitchFamily="18" charset="0"/>
              </a:rPr>
              <a:t>Dr Smitha Chandran S</a:t>
            </a:r>
          </a:p>
          <a:p>
            <a:pPr>
              <a:lnSpc>
                <a:spcPct val="100000"/>
              </a:lnSpc>
            </a:pPr>
            <a:r>
              <a:rPr lang="en-US" cap="none">
                <a:latin typeface="Cambria Math" panose="02040503050406030204" pitchFamily="18" charset="0"/>
                <a:ea typeface="Cambria Math" panose="02040503050406030204" pitchFamily="18" charset="0"/>
              </a:rPr>
              <a:t>Assistant Professor</a:t>
            </a:r>
          </a:p>
          <a:p>
            <a:pPr>
              <a:lnSpc>
                <a:spcPct val="100000"/>
              </a:lnSpc>
            </a:pPr>
            <a:r>
              <a:rPr lang="en-US" cap="none">
                <a:latin typeface="Cambria Math" panose="02040503050406030204" pitchFamily="18" charset="0"/>
                <a:ea typeface="Cambria Math" panose="02040503050406030204" pitchFamily="18" charset="0"/>
              </a:rPr>
              <a:t>Department of Chemistry</a:t>
            </a:r>
            <a:endParaRPr lang="en-IN" cap="none">
              <a:latin typeface="Cambria Math" panose="02040503050406030204" pitchFamily="18" charset="0"/>
              <a:ea typeface="Cambria Math" panose="02040503050406030204" pitchFamily="18" charset="0"/>
            </a:endParaRPr>
          </a:p>
        </p:txBody>
      </p:sp>
      <p:sp>
        <p:nvSpPr>
          <p:cNvPr id="4" name="TextBox 3">
            <a:extLst>
              <a:ext uri="{FF2B5EF4-FFF2-40B4-BE49-F238E27FC236}">
                <a16:creationId xmlns:a16="http://schemas.microsoft.com/office/drawing/2014/main" id="{EB6EE57A-4F10-46E9-B2FB-F6D4F50FC9DA}"/>
              </a:ext>
            </a:extLst>
          </p:cNvPr>
          <p:cNvSpPr txBox="1"/>
          <p:nvPr/>
        </p:nvSpPr>
        <p:spPr>
          <a:xfrm>
            <a:off x="8797637" y="3934692"/>
            <a:ext cx="3837709" cy="1615827"/>
          </a:xfrm>
          <a:prstGeom prst="rect">
            <a:avLst/>
          </a:prstGeom>
          <a:noFill/>
        </p:spPr>
        <p:txBody>
          <a:bodyPr wrap="square" rtlCol="0">
            <a:spAutoFit/>
          </a:bodyPr>
          <a:lstStyle/>
          <a:p>
            <a:pPr>
              <a:lnSpc>
                <a:spcPct val="150000"/>
              </a:lnSpc>
            </a:pPr>
            <a:r>
              <a:rPr lang="en-US">
                <a:latin typeface="Cambria Math" panose="02040503050406030204" pitchFamily="18" charset="0"/>
                <a:ea typeface="Cambria Math" panose="02040503050406030204" pitchFamily="18" charset="0"/>
              </a:rPr>
              <a:t>Submitted by,</a:t>
            </a:r>
          </a:p>
          <a:p>
            <a:pPr>
              <a:lnSpc>
                <a:spcPct val="150000"/>
              </a:lnSpc>
            </a:pPr>
            <a:r>
              <a:rPr lang="en-US">
                <a:latin typeface="Cambria Math" panose="02040503050406030204" pitchFamily="18" charset="0"/>
                <a:ea typeface="Cambria Math" panose="02040503050406030204" pitchFamily="18" charset="0"/>
              </a:rPr>
              <a:t>M S Gayathri</a:t>
            </a:r>
          </a:p>
          <a:p>
            <a:pPr>
              <a:lnSpc>
                <a:spcPct val="150000"/>
              </a:lnSpc>
            </a:pPr>
            <a:r>
              <a:rPr lang="en-US">
                <a:latin typeface="Cambria Math" panose="02040503050406030204" pitchFamily="18" charset="0"/>
                <a:ea typeface="Cambria Math" panose="02040503050406030204" pitchFamily="18" charset="0"/>
              </a:rPr>
              <a:t>(AM.PS.R4PHY24005)</a:t>
            </a:r>
          </a:p>
          <a:p>
            <a:endParaRPr lang="en-IN"/>
          </a:p>
        </p:txBody>
      </p:sp>
    </p:spTree>
    <p:extLst>
      <p:ext uri="{BB962C8B-B14F-4D97-AF65-F5344CB8AC3E}">
        <p14:creationId xmlns:p14="http://schemas.microsoft.com/office/powerpoint/2010/main" val="2658520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480A3-0E4E-4315-8A9A-406FE5D59E30}"/>
              </a:ext>
            </a:extLst>
          </p:cNvPr>
          <p:cNvSpPr>
            <a:spLocks noGrp="1"/>
          </p:cNvSpPr>
          <p:nvPr>
            <p:ph type="title"/>
          </p:nvPr>
        </p:nvSpPr>
        <p:spPr>
          <a:xfrm>
            <a:off x="1451578" y="1275574"/>
            <a:ext cx="9603275" cy="1049235"/>
          </a:xfrm>
        </p:spPr>
        <p:txBody>
          <a:bodyPr/>
          <a:lstStyle/>
          <a:p>
            <a:r>
              <a:rPr lang="en-US" sz="3600" cap="none">
                <a:latin typeface="Cambria Math" panose="02040503050406030204" pitchFamily="18" charset="0"/>
                <a:ea typeface="Cambria Math" panose="02040503050406030204" pitchFamily="18" charset="0"/>
              </a:rPr>
              <a:t>Contents</a:t>
            </a:r>
            <a:endParaRPr lang="en-IN" sz="3600" cap="none">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FC6F9F7E-5DE1-4311-882A-7168FF83E667}"/>
              </a:ext>
            </a:extLst>
          </p:cNvPr>
          <p:cNvSpPr>
            <a:spLocks noGrp="1"/>
          </p:cNvSpPr>
          <p:nvPr>
            <p:ph idx="1"/>
          </p:nvPr>
        </p:nvSpPr>
        <p:spPr/>
        <p:txBody>
          <a:bodyPr/>
          <a:lstStyle/>
          <a:p>
            <a:pPr>
              <a:buFont typeface="Wingdings" panose="05000000000000000000" pitchFamily="2" charset="2"/>
              <a:buChar char="Ø"/>
            </a:pPr>
            <a:r>
              <a:rPr lang="en-US">
                <a:latin typeface="Cambria Math" panose="02040503050406030204" pitchFamily="18" charset="0"/>
                <a:ea typeface="Cambria Math" panose="02040503050406030204" pitchFamily="18" charset="0"/>
              </a:rPr>
              <a:t>Introduction to Statistics</a:t>
            </a:r>
          </a:p>
          <a:p>
            <a:pPr>
              <a:buFont typeface="Wingdings" panose="05000000000000000000" pitchFamily="2" charset="2"/>
              <a:buChar char="Ø"/>
            </a:pPr>
            <a:r>
              <a:rPr lang="en-US">
                <a:latin typeface="Cambria Math" panose="02040503050406030204" pitchFamily="18" charset="0"/>
                <a:ea typeface="Cambria Math" panose="02040503050406030204" pitchFamily="18" charset="0"/>
              </a:rPr>
              <a:t>Why is statistics important in research?</a:t>
            </a:r>
          </a:p>
          <a:p>
            <a:pPr>
              <a:buFont typeface="Wingdings" panose="05000000000000000000" pitchFamily="2" charset="2"/>
              <a:buChar char="Ø"/>
            </a:pPr>
            <a:r>
              <a:rPr lang="en-US">
                <a:latin typeface="Cambria Math" panose="02040503050406030204" pitchFamily="18" charset="0"/>
                <a:ea typeface="Cambria Math" panose="02040503050406030204" pitchFamily="18" charset="0"/>
              </a:rPr>
              <a:t>Methods in Statistics</a:t>
            </a:r>
          </a:p>
          <a:p>
            <a:pPr>
              <a:buFont typeface="Wingdings" panose="05000000000000000000" pitchFamily="2" charset="2"/>
              <a:buChar char="Ø"/>
            </a:pPr>
            <a:r>
              <a:rPr lang="en-US">
                <a:latin typeface="Cambria Math" panose="02040503050406030204" pitchFamily="18" charset="0"/>
                <a:ea typeface="Cambria Math" panose="02040503050406030204" pitchFamily="18" charset="0"/>
              </a:rPr>
              <a:t>References</a:t>
            </a:r>
          </a:p>
          <a:p>
            <a:endParaRPr lang="en-US"/>
          </a:p>
          <a:p>
            <a:endParaRPr lang="en-IN"/>
          </a:p>
        </p:txBody>
      </p:sp>
    </p:spTree>
    <p:extLst>
      <p:ext uri="{BB962C8B-B14F-4D97-AF65-F5344CB8AC3E}">
        <p14:creationId xmlns:p14="http://schemas.microsoft.com/office/powerpoint/2010/main" val="783112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4A9DC-9803-4FD3-82F1-C7CD1E5547CF}"/>
              </a:ext>
            </a:extLst>
          </p:cNvPr>
          <p:cNvSpPr>
            <a:spLocks noGrp="1"/>
          </p:cNvSpPr>
          <p:nvPr>
            <p:ph type="title"/>
          </p:nvPr>
        </p:nvSpPr>
        <p:spPr>
          <a:xfrm>
            <a:off x="1451579" y="1275574"/>
            <a:ext cx="9603275" cy="1049235"/>
          </a:xfrm>
        </p:spPr>
        <p:txBody>
          <a:bodyPr>
            <a:normAutofit/>
          </a:bodyPr>
          <a:lstStyle/>
          <a:p>
            <a:r>
              <a:rPr lang="en-US" sz="3600" cap="none">
                <a:latin typeface="Cambria Math" panose="02040503050406030204" pitchFamily="18" charset="0"/>
                <a:ea typeface="Cambria Math" panose="02040503050406030204" pitchFamily="18" charset="0"/>
              </a:rPr>
              <a:t>Introduction to Statistics</a:t>
            </a:r>
            <a:endParaRPr lang="en-IN" sz="3600" cap="none">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C1779030-CCA6-4E15-B32C-8E7D88FB73FC}"/>
              </a:ext>
            </a:extLst>
          </p:cNvPr>
          <p:cNvSpPr>
            <a:spLocks noGrp="1"/>
          </p:cNvSpPr>
          <p:nvPr>
            <p:ph idx="1"/>
          </p:nvPr>
        </p:nvSpPr>
        <p:spPr>
          <a:xfrm>
            <a:off x="1451579" y="2015732"/>
            <a:ext cx="10283221" cy="4052559"/>
          </a:xfrm>
        </p:spPr>
        <p:txBody>
          <a:bodyPr/>
          <a:lstStyle/>
          <a:p>
            <a:pPr>
              <a:buFont typeface="Wingdings" panose="05000000000000000000" pitchFamily="2" charset="2"/>
              <a:buChar char="Ø"/>
            </a:pPr>
            <a:r>
              <a:rPr lang="en-IN">
                <a:latin typeface="Cambria Math" panose="02040503050406030204" pitchFamily="18" charset="0"/>
                <a:ea typeface="Cambria Math" panose="02040503050406030204" pitchFamily="18" charset="0"/>
              </a:rPr>
              <a:t>Statistics is the study of the collection, organization, analysis, interpretation and presentation of data.</a:t>
            </a:r>
          </a:p>
          <a:p>
            <a:pPr marL="0" indent="0">
              <a:buNone/>
            </a:pPr>
            <a:endParaRPr lang="en-IN">
              <a:latin typeface="Cambria Math" panose="02040503050406030204" pitchFamily="18" charset="0"/>
              <a:ea typeface="Cambria Math" panose="02040503050406030204" pitchFamily="18" charset="0"/>
            </a:endParaRPr>
          </a:p>
          <a:p>
            <a:pPr>
              <a:buFont typeface="Wingdings" panose="05000000000000000000" pitchFamily="2" charset="2"/>
              <a:buChar char="Ø"/>
            </a:pPr>
            <a:r>
              <a:rPr lang="en-IN">
                <a:latin typeface="Cambria Math" panose="02040503050406030204" pitchFamily="18" charset="0"/>
                <a:ea typeface="Cambria Math" panose="02040503050406030204" pitchFamily="18" charset="0"/>
              </a:rPr>
              <a:t>It is a mathematical discipline to collect and summarize data.</a:t>
            </a:r>
          </a:p>
          <a:p>
            <a:pPr marL="0" indent="0">
              <a:buNone/>
            </a:pPr>
            <a:endParaRPr lang="en-US">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064986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B96BE-1C87-4102-9F25-0548FD93F090}"/>
              </a:ext>
            </a:extLst>
          </p:cNvPr>
          <p:cNvSpPr>
            <a:spLocks noGrp="1"/>
          </p:cNvSpPr>
          <p:nvPr>
            <p:ph type="title"/>
          </p:nvPr>
        </p:nvSpPr>
        <p:spPr>
          <a:xfrm>
            <a:off x="1294362" y="1247864"/>
            <a:ext cx="9603275" cy="1049235"/>
          </a:xfrm>
        </p:spPr>
        <p:txBody>
          <a:bodyPr/>
          <a:lstStyle/>
          <a:p>
            <a:r>
              <a:rPr lang="en-US" sz="3600" cap="none">
                <a:latin typeface="Cambria Math" panose="02040503050406030204" pitchFamily="18" charset="0"/>
                <a:ea typeface="Cambria Math" panose="02040503050406030204" pitchFamily="18" charset="0"/>
              </a:rPr>
              <a:t>Why is statistics important in research?</a:t>
            </a:r>
            <a:endParaRPr lang="en-IN" sz="3600" cap="none">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1F499444-CF4F-4245-BB69-ED7A4822DCCF}"/>
              </a:ext>
            </a:extLst>
          </p:cNvPr>
          <p:cNvSpPr>
            <a:spLocks noGrp="1"/>
          </p:cNvSpPr>
          <p:nvPr>
            <p:ph idx="1"/>
          </p:nvPr>
        </p:nvSpPr>
        <p:spPr/>
        <p:txBody>
          <a:bodyPr/>
          <a:lstStyle/>
          <a:p>
            <a:pPr>
              <a:buFont typeface="Wingdings" panose="05000000000000000000" pitchFamily="2" charset="2"/>
              <a:buChar char="Ø"/>
            </a:pPr>
            <a:r>
              <a:rPr lang="en-US">
                <a:latin typeface="Cambria Math" panose="02040503050406030204" pitchFamily="18" charset="0"/>
                <a:ea typeface="Cambria Math" panose="02040503050406030204" pitchFamily="18" charset="0"/>
              </a:rPr>
              <a:t>It acts as a tool in designing research, analyzing its data and drawing conclusions therefrom.</a:t>
            </a:r>
          </a:p>
          <a:p>
            <a:pPr marL="0" indent="0">
              <a:buNone/>
            </a:pPr>
            <a:r>
              <a:rPr lang="en-US">
                <a:latin typeface="Cambria Math" panose="02040503050406030204" pitchFamily="18" charset="0"/>
                <a:ea typeface="Cambria Math" panose="02040503050406030204" pitchFamily="18" charset="0"/>
              </a:rPr>
              <a:t> </a:t>
            </a:r>
            <a:endParaRPr lang="en-IN">
              <a:latin typeface="Cambria Math" panose="02040503050406030204" pitchFamily="18" charset="0"/>
              <a:ea typeface="Cambria Math" panose="02040503050406030204" pitchFamily="18" charset="0"/>
            </a:endParaRPr>
          </a:p>
          <a:p>
            <a:pPr>
              <a:buFont typeface="Wingdings" panose="05000000000000000000" pitchFamily="2" charset="2"/>
              <a:buChar char="Ø"/>
            </a:pPr>
            <a:r>
              <a:rPr lang="en-US">
                <a:latin typeface="Cambria Math" panose="02040503050406030204" pitchFamily="18" charset="0"/>
                <a:ea typeface="Cambria Math" panose="02040503050406030204" pitchFamily="18" charset="0"/>
              </a:rPr>
              <a:t>Most research studies result in a large volume of raw data which must be suitably reduced so that the same can be read easily and can be used for further analysis</a:t>
            </a:r>
            <a:r>
              <a:rPr lang="en-US"/>
              <a:t>.</a:t>
            </a:r>
            <a:endParaRPr lang="en-IN"/>
          </a:p>
        </p:txBody>
      </p:sp>
    </p:spTree>
    <p:extLst>
      <p:ext uri="{BB962C8B-B14F-4D97-AF65-F5344CB8AC3E}">
        <p14:creationId xmlns:p14="http://schemas.microsoft.com/office/powerpoint/2010/main" val="1224600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7D313-98E4-4581-8898-1260FF208A9A}"/>
              </a:ext>
            </a:extLst>
          </p:cNvPr>
          <p:cNvSpPr>
            <a:spLocks noGrp="1"/>
          </p:cNvSpPr>
          <p:nvPr>
            <p:ph type="title"/>
          </p:nvPr>
        </p:nvSpPr>
        <p:spPr>
          <a:xfrm>
            <a:off x="1451578" y="1289429"/>
            <a:ext cx="9603275" cy="1049235"/>
          </a:xfrm>
        </p:spPr>
        <p:txBody>
          <a:bodyPr/>
          <a:lstStyle/>
          <a:p>
            <a:r>
              <a:rPr lang="en-US" sz="3600" cap="none">
                <a:latin typeface="Cambria Math" panose="02040503050406030204" pitchFamily="18" charset="0"/>
                <a:ea typeface="Cambria Math" panose="02040503050406030204" pitchFamily="18" charset="0"/>
              </a:rPr>
              <a:t>Methods in Statistics</a:t>
            </a:r>
            <a:endParaRPr lang="en-IN" sz="3600" cap="none">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883914EC-78E9-4177-A900-53E686B76C0F}"/>
              </a:ext>
            </a:extLst>
          </p:cNvPr>
          <p:cNvSpPr>
            <a:spLocks noGrp="1"/>
          </p:cNvSpPr>
          <p:nvPr>
            <p:ph idx="1"/>
          </p:nvPr>
        </p:nvSpPr>
        <p:spPr/>
        <p:txBody>
          <a:bodyPr/>
          <a:lstStyle/>
          <a:p>
            <a:pPr>
              <a:buFont typeface="Wingdings" panose="05000000000000000000" pitchFamily="2" charset="2"/>
              <a:buChar char="Ø"/>
            </a:pPr>
            <a:r>
              <a:rPr lang="en-IN">
                <a:latin typeface="Cambria Math" panose="02040503050406030204" pitchFamily="18" charset="0"/>
                <a:ea typeface="Cambria Math" panose="02040503050406030204" pitchFamily="18" charset="0"/>
              </a:rPr>
              <a:t>The large volume of numerical information gives rise to the need for systematic methods which can be used to organise, present, analyse and interpret the information effectively. Statistical methods were primarily developed to meet this need.</a:t>
            </a:r>
          </a:p>
          <a:p>
            <a:pPr>
              <a:buFont typeface="Wingdings" panose="05000000000000000000" pitchFamily="2" charset="2"/>
              <a:buChar char="Ø"/>
            </a:pPr>
            <a:endParaRPr lang="en-US">
              <a:latin typeface="Cambria Math" panose="02040503050406030204" pitchFamily="18" charset="0"/>
              <a:ea typeface="Cambria Math" panose="02040503050406030204" pitchFamily="18" charset="0"/>
            </a:endParaRPr>
          </a:p>
          <a:p>
            <a:pPr>
              <a:buFont typeface="Wingdings" panose="05000000000000000000" pitchFamily="2" charset="2"/>
              <a:buChar char="Ø"/>
            </a:pPr>
            <a:r>
              <a:rPr lang="en-IN">
                <a:latin typeface="Cambria Math" panose="02040503050406030204" pitchFamily="18" charset="0"/>
                <a:ea typeface="Cambria Math" panose="02040503050406030204" pitchFamily="18" charset="0"/>
              </a:rPr>
              <a:t>These methods help researchers and analysts make sense of data, draw conclusions and support decision-making</a:t>
            </a:r>
            <a:r>
              <a:rPr lang="en-IN"/>
              <a:t>.</a:t>
            </a:r>
          </a:p>
        </p:txBody>
      </p:sp>
    </p:spTree>
    <p:extLst>
      <p:ext uri="{BB962C8B-B14F-4D97-AF65-F5344CB8AC3E}">
        <p14:creationId xmlns:p14="http://schemas.microsoft.com/office/powerpoint/2010/main" val="1229124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C3A8E8-7239-4598-9733-6DDB551AC1F0}"/>
              </a:ext>
            </a:extLst>
          </p:cNvPr>
          <p:cNvSpPr txBox="1"/>
          <p:nvPr/>
        </p:nvSpPr>
        <p:spPr>
          <a:xfrm>
            <a:off x="304800" y="332509"/>
            <a:ext cx="11402291" cy="5512278"/>
          </a:xfrm>
          <a:prstGeom prst="rect">
            <a:avLst/>
          </a:prstGeom>
          <a:noFill/>
        </p:spPr>
        <p:txBody>
          <a:bodyPr wrap="square" rtlCol="0">
            <a:spAutoFit/>
          </a:bodyPr>
          <a:lstStyle/>
          <a:p>
            <a:pPr defTabSz="914400">
              <a:lnSpc>
                <a:spcPct val="120000"/>
              </a:lnSpc>
              <a:spcBef>
                <a:spcPts val="1000"/>
              </a:spcBef>
              <a:buClr>
                <a:schemeClr val="accent1"/>
              </a:buClr>
              <a:buSzPct val="100000"/>
            </a:pPr>
            <a:r>
              <a:rPr lang="en-IN" sz="2800">
                <a:latin typeface="Cambria Math" panose="02040503050406030204" pitchFamily="18" charset="0"/>
                <a:ea typeface="Cambria Math" panose="02040503050406030204" pitchFamily="18" charset="0"/>
              </a:rPr>
              <a:t>The primary methods used in statistical research includes,</a:t>
            </a:r>
          </a:p>
          <a:p>
            <a:pPr defTabSz="914400">
              <a:lnSpc>
                <a:spcPct val="120000"/>
              </a:lnSpc>
              <a:spcBef>
                <a:spcPts val="1000"/>
              </a:spcBef>
              <a:buClr>
                <a:schemeClr val="accent1"/>
              </a:buClr>
              <a:buSzPct val="100000"/>
            </a:pPr>
            <a:endParaRPr lang="en-IN" sz="2800">
              <a:latin typeface="Cambria Math" panose="02040503050406030204" pitchFamily="18" charset="0"/>
              <a:ea typeface="Cambria Math" panose="02040503050406030204" pitchFamily="18" charset="0"/>
            </a:endParaRP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Descriptive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Inferential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Multivariate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Non-Parametric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Time Series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Bayesian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Sampling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Machine Learning Methods</a:t>
            </a:r>
          </a:p>
          <a:p>
            <a:endParaRPr lang="en-IN"/>
          </a:p>
        </p:txBody>
      </p:sp>
    </p:spTree>
    <p:extLst>
      <p:ext uri="{BB962C8B-B14F-4D97-AF65-F5344CB8AC3E}">
        <p14:creationId xmlns:p14="http://schemas.microsoft.com/office/powerpoint/2010/main" val="3750985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7E6689-58FD-41C7-8458-C91D6FEEE7D7}"/>
              </a:ext>
            </a:extLst>
          </p:cNvPr>
          <p:cNvSpPr txBox="1"/>
          <p:nvPr/>
        </p:nvSpPr>
        <p:spPr>
          <a:xfrm>
            <a:off x="263236" y="360219"/>
            <a:ext cx="11665528" cy="1785104"/>
          </a:xfrm>
          <a:prstGeom prst="rect">
            <a:avLst/>
          </a:prstGeom>
          <a:noFill/>
        </p:spPr>
        <p:txBody>
          <a:bodyPr wrap="square" rtlCol="0">
            <a:spAutoFit/>
          </a:bodyPr>
          <a:lstStyle/>
          <a:p>
            <a:r>
              <a:rPr lang="en-IN" sz="3200" u="sng">
                <a:latin typeface="Cambria Math" panose="02040503050406030204" pitchFamily="18" charset="0"/>
                <a:ea typeface="Cambria Math" panose="02040503050406030204" pitchFamily="18" charset="0"/>
              </a:rPr>
              <a:t>Descriptive</a:t>
            </a:r>
            <a:r>
              <a:rPr lang="en-IN" u="sng">
                <a:latin typeface="Cambria Math" panose="02040503050406030204" pitchFamily="18" charset="0"/>
                <a:ea typeface="Cambria Math" panose="02040503050406030204" pitchFamily="18" charset="0"/>
              </a:rPr>
              <a:t> </a:t>
            </a:r>
            <a:r>
              <a:rPr lang="en-IN" sz="3200" u="sng">
                <a:latin typeface="Cambria Math" panose="02040503050406030204" pitchFamily="18" charset="0"/>
                <a:ea typeface="Cambria Math" panose="02040503050406030204" pitchFamily="18" charset="0"/>
              </a:rPr>
              <a:t>Statistics</a:t>
            </a:r>
          </a:p>
          <a:p>
            <a:pPr marL="457200" indent="-457200">
              <a:buFont typeface="Wingdings" panose="05000000000000000000" pitchFamily="2" charset="2"/>
              <a:buChar char="Ø"/>
            </a:pPr>
            <a:endParaRPr lang="en-US" sz="2000">
              <a:latin typeface="Cambria Math" panose="02040503050406030204" pitchFamily="18" charset="0"/>
              <a:ea typeface="Cambria Math" panose="02040503050406030204" pitchFamily="18" charset="0"/>
            </a:endParaRPr>
          </a:p>
          <a:p>
            <a:pPr marL="457200" indent="-4572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It</a:t>
            </a:r>
            <a:r>
              <a:rPr lang="en-IN"/>
              <a:t> </a:t>
            </a:r>
            <a:r>
              <a:rPr lang="en-IN" sz="2000">
                <a:latin typeface="Cambria Math" panose="02040503050406030204" pitchFamily="18" charset="0"/>
                <a:ea typeface="Cambria Math" panose="02040503050406030204" pitchFamily="18" charset="0"/>
              </a:rPr>
              <a:t>helps to present quantitative descriptions in a manageable form. Key components Include</a:t>
            </a:r>
            <a:r>
              <a:rPr lang="en-IN"/>
              <a:t>,</a:t>
            </a:r>
          </a:p>
          <a:p>
            <a:endParaRPr lang="en-IN" sz="2000">
              <a:latin typeface="Cambria Math" panose="02040503050406030204" pitchFamily="18" charset="0"/>
              <a:ea typeface="Cambria Math" panose="02040503050406030204" pitchFamily="18" charset="0"/>
            </a:endParaRPr>
          </a:p>
          <a:p>
            <a:endParaRPr lang="en-IN"/>
          </a:p>
        </p:txBody>
      </p:sp>
      <p:graphicFrame>
        <p:nvGraphicFramePr>
          <p:cNvPr id="8" name="Diagram 7">
            <a:extLst>
              <a:ext uri="{FF2B5EF4-FFF2-40B4-BE49-F238E27FC236}">
                <a16:creationId xmlns:a16="http://schemas.microsoft.com/office/drawing/2014/main" id="{8A39D146-4009-4A67-B048-DB812BA9C76B}"/>
              </a:ext>
            </a:extLst>
          </p:cNvPr>
          <p:cNvGraphicFramePr/>
          <p:nvPr>
            <p:extLst>
              <p:ext uri="{D42A27DB-BD31-4B8C-83A1-F6EECF244321}">
                <p14:modId xmlns:p14="http://schemas.microsoft.com/office/powerpoint/2010/main" val="4072617176"/>
              </p:ext>
            </p:extLst>
          </p:nvPr>
        </p:nvGraphicFramePr>
        <p:xfrm>
          <a:off x="494145" y="1439333"/>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52195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021C5F8-7E17-466F-AF55-92CDFC2E6514}"/>
                  </a:ext>
                </a:extLst>
              </p:cNvPr>
              <p:cNvSpPr txBox="1"/>
              <p:nvPr/>
            </p:nvSpPr>
            <p:spPr>
              <a:xfrm>
                <a:off x="304800" y="193963"/>
                <a:ext cx="6400800" cy="5474512"/>
              </a:xfrm>
              <a:prstGeom prst="rect">
                <a:avLst/>
              </a:prstGeom>
              <a:noFill/>
            </p:spPr>
            <p:txBody>
              <a:bodyPr wrap="square" rtlCol="0">
                <a:spAutoFit/>
              </a:bodyPr>
              <a:lstStyle/>
              <a:p>
                <a:r>
                  <a:rPr lang="en-IN" sz="2800" u="sng">
                    <a:latin typeface="Cambria Math" panose="02040503050406030204" pitchFamily="18" charset="0"/>
                    <a:ea typeface="Cambria Math" panose="02040503050406030204" pitchFamily="18" charset="0"/>
                  </a:rPr>
                  <a:t>Measures of central tendency</a:t>
                </a:r>
              </a:p>
              <a:p>
                <a:pPr defTabSz="914400">
                  <a:lnSpc>
                    <a:spcPct val="120000"/>
                  </a:lnSpc>
                  <a:spcBef>
                    <a:spcPts val="1000"/>
                  </a:spcBef>
                  <a:buClr>
                    <a:schemeClr val="accent1"/>
                  </a:buClr>
                  <a:buSzPct val="100000"/>
                </a:pPr>
                <a:r>
                  <a:rPr lang="en-IN" sz="2000">
                    <a:latin typeface="Cambria Math" panose="02040503050406030204" pitchFamily="18" charset="0"/>
                    <a:ea typeface="Cambria Math" panose="02040503050406030204" pitchFamily="18" charset="0"/>
                  </a:rPr>
                  <a:t>Measures of central tendency are statistical measures that describe the centre or typical value of a dataset. The three main measures are,</a:t>
                </a:r>
              </a:p>
              <a:p>
                <a:pPr defTabSz="914400">
                  <a:lnSpc>
                    <a:spcPct val="120000"/>
                  </a:lnSpc>
                  <a:spcBef>
                    <a:spcPts val="1000"/>
                  </a:spcBef>
                  <a:buClr>
                    <a:schemeClr val="accent1"/>
                  </a:buClr>
                  <a:buSzPct val="100000"/>
                </a:pPr>
                <a:endParaRPr lang="en-IN" sz="2000">
                  <a:latin typeface="Cambria Math" panose="02040503050406030204" pitchFamily="18" charset="0"/>
                  <a:ea typeface="Cambria Math" panose="02040503050406030204" pitchFamily="18" charset="0"/>
                </a:endParaRPr>
              </a:p>
              <a:p>
                <a:pPr marL="342900" indent="-342900" defTabSz="914400">
                  <a:lnSpc>
                    <a:spcPct val="120000"/>
                  </a:lnSpc>
                  <a:spcBef>
                    <a:spcPts val="1000"/>
                  </a:spcBef>
                  <a:buClr>
                    <a:schemeClr val="accent1"/>
                  </a:buClr>
                  <a:buSzPct val="100000"/>
                  <a:buFont typeface="Wingdings" panose="05000000000000000000" pitchFamily="2" charset="2"/>
                  <a:buChar char="Ø"/>
                </a:pPr>
                <a:r>
                  <a:rPr lang="en-IN" sz="2000" b="1">
                    <a:latin typeface="Cambria Math" panose="02040503050406030204" pitchFamily="18" charset="0"/>
                    <a:ea typeface="Cambria Math" panose="02040503050406030204" pitchFamily="18" charset="0"/>
                  </a:rPr>
                  <a:t>Mean</a:t>
                </a:r>
                <a:r>
                  <a:rPr lang="en-IN" sz="2000">
                    <a:latin typeface="Cambria Math" panose="02040503050406030204" pitchFamily="18" charset="0"/>
                    <a:ea typeface="Cambria Math" panose="02040503050406030204" pitchFamily="18" charset="0"/>
                  </a:rPr>
                  <a:t>: The average of all the values, calculated by adding them up and dividing by the number of values.</a:t>
                </a:r>
              </a:p>
              <a:p>
                <a:pPr algn="ctr" defTabSz="914400">
                  <a:lnSpc>
                    <a:spcPct val="120000"/>
                  </a:lnSpc>
                  <a:spcBef>
                    <a:spcPts val="1000"/>
                  </a:spcBef>
                  <a:buClr>
                    <a:schemeClr val="accent1"/>
                  </a:buClr>
                  <a:buSzPct val="100000"/>
                </a:pPr>
                <a:r>
                  <a:rPr lang="en-IN" sz="2000">
                    <a:latin typeface="Cambria Math" panose="02040503050406030204" pitchFamily="18" charset="0"/>
                    <a:ea typeface="Cambria Math" panose="02040503050406030204" pitchFamily="18" charset="0"/>
                  </a:rPr>
                  <a:t> </a:t>
                </a:r>
                <a14:m>
                  <m:oMath xmlns:m="http://schemas.openxmlformats.org/officeDocument/2006/math">
                    <m:acc>
                      <m:accPr>
                        <m:chr m:val="̅"/>
                        <m:ctrlPr>
                          <a:rPr lang="en-IN" sz="2000" i="1">
                            <a:latin typeface="Cambria Math" panose="02040503050406030204" pitchFamily="18" charset="0"/>
                            <a:ea typeface="Cambria Math" panose="02040503050406030204" pitchFamily="18" charset="0"/>
                          </a:rPr>
                        </m:ctrlPr>
                      </m:accPr>
                      <m:e>
                        <m:r>
                          <a:rPr lang="en-IN" sz="2000">
                            <a:latin typeface="Cambria Math" panose="02040503050406030204" pitchFamily="18" charset="0"/>
                            <a:ea typeface="Cambria Math" panose="02040503050406030204" pitchFamily="18" charset="0"/>
                          </a:rPr>
                          <m:t>𝑥</m:t>
                        </m:r>
                      </m:e>
                    </m:acc>
                    <m:r>
                      <a:rPr lang="en-IN" sz="2000">
                        <a:latin typeface="Cambria Math" panose="02040503050406030204" pitchFamily="18" charset="0"/>
                        <a:ea typeface="Cambria Math" panose="02040503050406030204" pitchFamily="18" charset="0"/>
                      </a:rPr>
                      <m:t>=</m:t>
                    </m:r>
                    <m:f>
                      <m:fPr>
                        <m:ctrlPr>
                          <a:rPr lang="en-IN" sz="2000" i="1">
                            <a:latin typeface="Cambria Math" panose="02040503050406030204" pitchFamily="18" charset="0"/>
                            <a:ea typeface="Cambria Math" panose="02040503050406030204" pitchFamily="18" charset="0"/>
                          </a:rPr>
                        </m:ctrlPr>
                      </m:fPr>
                      <m:num>
                        <m:sSub>
                          <m:sSubPr>
                            <m:ctrlPr>
                              <a:rPr lang="en-IN" sz="2000" i="1">
                                <a:latin typeface="Cambria Math" panose="02040503050406030204" pitchFamily="18" charset="0"/>
                                <a:ea typeface="Cambria Math" panose="02040503050406030204" pitchFamily="18" charset="0"/>
                              </a:rPr>
                            </m:ctrlPr>
                          </m:sSubPr>
                          <m:e>
                            <m:r>
                              <a:rPr lang="en-IN" sz="2000">
                                <a:latin typeface="Cambria Math" panose="02040503050406030204" pitchFamily="18" charset="0"/>
                                <a:ea typeface="Cambria Math" panose="02040503050406030204" pitchFamily="18" charset="0"/>
                              </a:rPr>
                              <m:t>𝑥</m:t>
                            </m:r>
                          </m:e>
                          <m:sub>
                            <m:r>
                              <a:rPr lang="en-IN" sz="2000">
                                <a:latin typeface="Cambria Math" panose="02040503050406030204" pitchFamily="18" charset="0"/>
                                <a:ea typeface="Cambria Math" panose="02040503050406030204" pitchFamily="18" charset="0"/>
                              </a:rPr>
                              <m:t>1</m:t>
                            </m:r>
                          </m:sub>
                        </m:sSub>
                        <m:r>
                          <a:rPr lang="en-IN" sz="2000">
                            <a:latin typeface="Cambria Math" panose="02040503050406030204" pitchFamily="18" charset="0"/>
                            <a:ea typeface="Cambria Math" panose="02040503050406030204" pitchFamily="18" charset="0"/>
                          </a:rPr>
                          <m:t>+</m:t>
                        </m:r>
                        <m:sSub>
                          <m:sSubPr>
                            <m:ctrlPr>
                              <a:rPr lang="en-IN" sz="2000" i="1">
                                <a:latin typeface="Cambria Math" panose="02040503050406030204" pitchFamily="18" charset="0"/>
                                <a:ea typeface="Cambria Math" panose="02040503050406030204" pitchFamily="18" charset="0"/>
                              </a:rPr>
                            </m:ctrlPr>
                          </m:sSubPr>
                          <m:e>
                            <m:r>
                              <a:rPr lang="en-IN" sz="2000">
                                <a:latin typeface="Cambria Math" panose="02040503050406030204" pitchFamily="18" charset="0"/>
                                <a:ea typeface="Cambria Math" panose="02040503050406030204" pitchFamily="18" charset="0"/>
                              </a:rPr>
                              <m:t>𝑥</m:t>
                            </m:r>
                          </m:e>
                          <m:sub>
                            <m:r>
                              <a:rPr lang="en-IN" sz="2000">
                                <a:latin typeface="Cambria Math" panose="02040503050406030204" pitchFamily="18" charset="0"/>
                                <a:ea typeface="Cambria Math" panose="02040503050406030204" pitchFamily="18" charset="0"/>
                              </a:rPr>
                              <m:t>2</m:t>
                            </m:r>
                          </m:sub>
                        </m:sSub>
                        <m:r>
                          <a:rPr lang="en-IN" sz="2000">
                            <a:latin typeface="Cambria Math" panose="02040503050406030204" pitchFamily="18" charset="0"/>
                            <a:ea typeface="Cambria Math" panose="02040503050406030204" pitchFamily="18" charset="0"/>
                          </a:rPr>
                          <m:t>+…+</m:t>
                        </m:r>
                        <m:sSub>
                          <m:sSubPr>
                            <m:ctrlPr>
                              <a:rPr lang="en-IN" sz="2000" i="1">
                                <a:latin typeface="Cambria Math" panose="02040503050406030204" pitchFamily="18" charset="0"/>
                                <a:ea typeface="Cambria Math" panose="02040503050406030204" pitchFamily="18" charset="0"/>
                              </a:rPr>
                            </m:ctrlPr>
                          </m:sSubPr>
                          <m:e>
                            <m:r>
                              <a:rPr lang="en-IN" sz="2000">
                                <a:latin typeface="Cambria Math" panose="02040503050406030204" pitchFamily="18" charset="0"/>
                                <a:ea typeface="Cambria Math" panose="02040503050406030204" pitchFamily="18" charset="0"/>
                              </a:rPr>
                              <m:t>𝑥</m:t>
                            </m:r>
                          </m:e>
                          <m:sub>
                            <m:r>
                              <a:rPr lang="en-IN" sz="2000">
                                <a:latin typeface="Cambria Math" panose="02040503050406030204" pitchFamily="18" charset="0"/>
                                <a:ea typeface="Cambria Math" panose="02040503050406030204" pitchFamily="18" charset="0"/>
                              </a:rPr>
                              <m:t>𝑛</m:t>
                            </m:r>
                          </m:sub>
                        </m:sSub>
                      </m:num>
                      <m:den>
                        <m:r>
                          <a:rPr lang="en-IN" sz="2000">
                            <a:latin typeface="Cambria Math" panose="02040503050406030204" pitchFamily="18" charset="0"/>
                            <a:ea typeface="Cambria Math" panose="02040503050406030204" pitchFamily="18" charset="0"/>
                          </a:rPr>
                          <m:t>𝑁</m:t>
                        </m:r>
                      </m:den>
                    </m:f>
                    <m:r>
                      <a:rPr lang="en-IN" sz="2000">
                        <a:latin typeface="Cambria Math" panose="02040503050406030204" pitchFamily="18" charset="0"/>
                        <a:ea typeface="Cambria Math" panose="02040503050406030204" pitchFamily="18" charset="0"/>
                      </a:rPr>
                      <m:t>=</m:t>
                    </m:r>
                    <m:f>
                      <m:fPr>
                        <m:ctrlPr>
                          <a:rPr lang="en-IN" sz="2000" i="1">
                            <a:latin typeface="Cambria Math" panose="02040503050406030204" pitchFamily="18" charset="0"/>
                            <a:ea typeface="Cambria Math" panose="02040503050406030204" pitchFamily="18" charset="0"/>
                          </a:rPr>
                        </m:ctrlPr>
                      </m:fPr>
                      <m:num>
                        <m:r>
                          <a:rPr lang="en-IN" sz="2000">
                            <a:latin typeface="Cambria Math" panose="02040503050406030204" pitchFamily="18" charset="0"/>
                            <a:ea typeface="Cambria Math" panose="02040503050406030204" pitchFamily="18" charset="0"/>
                          </a:rPr>
                          <m:t>𝛴</m:t>
                        </m:r>
                        <m:r>
                          <a:rPr lang="en-IN" sz="2000">
                            <a:latin typeface="Cambria Math" panose="02040503050406030204" pitchFamily="18" charset="0"/>
                            <a:ea typeface="Cambria Math" panose="02040503050406030204" pitchFamily="18" charset="0"/>
                          </a:rPr>
                          <m:t>𝑥</m:t>
                        </m:r>
                      </m:num>
                      <m:den>
                        <m:r>
                          <a:rPr lang="en-IN" sz="2000">
                            <a:latin typeface="Cambria Math" panose="02040503050406030204" pitchFamily="18" charset="0"/>
                            <a:ea typeface="Cambria Math" panose="02040503050406030204" pitchFamily="18" charset="0"/>
                          </a:rPr>
                          <m:t>𝑁</m:t>
                        </m:r>
                      </m:den>
                    </m:f>
                  </m:oMath>
                </a14:m>
                <a:endParaRPr lang="en-IN" sz="2000">
                  <a:latin typeface="Cambria Math" panose="02040503050406030204" pitchFamily="18" charset="0"/>
                  <a:ea typeface="Cambria Math" panose="02040503050406030204" pitchFamily="18" charset="0"/>
                </a:endParaRPr>
              </a:p>
              <a:p>
                <a:pPr marL="342900" indent="-342900" defTabSz="914400">
                  <a:lnSpc>
                    <a:spcPct val="120000"/>
                  </a:lnSpc>
                  <a:spcBef>
                    <a:spcPts val="1000"/>
                  </a:spcBef>
                  <a:buClr>
                    <a:schemeClr val="accent1"/>
                  </a:buClr>
                  <a:buSzPct val="100000"/>
                  <a:buFont typeface="Wingdings" panose="05000000000000000000" pitchFamily="2" charset="2"/>
                  <a:buChar char="Ø"/>
                </a:pPr>
                <a:r>
                  <a:rPr lang="en-IN" sz="2000" b="1">
                    <a:latin typeface="Cambria Math" panose="02040503050406030204" pitchFamily="18" charset="0"/>
                    <a:ea typeface="Cambria Math" panose="02040503050406030204" pitchFamily="18" charset="0"/>
                  </a:rPr>
                  <a:t>Median</a:t>
                </a:r>
                <a:r>
                  <a:rPr lang="en-IN" sz="2000">
                    <a:latin typeface="Cambria Math" panose="02040503050406030204" pitchFamily="18" charset="0"/>
                    <a:ea typeface="Cambria Math" panose="02040503050406030204" pitchFamily="18" charset="0"/>
                  </a:rPr>
                  <a:t>: Which refers to the middle value in a distribution. That is, it is a positional average</a:t>
                </a:r>
              </a:p>
              <a:p>
                <a:pPr marL="342900" indent="-342900" defTabSz="914400">
                  <a:lnSpc>
                    <a:spcPct val="120000"/>
                  </a:lnSpc>
                  <a:spcBef>
                    <a:spcPts val="1000"/>
                  </a:spcBef>
                  <a:buClr>
                    <a:schemeClr val="accent1"/>
                  </a:buClr>
                  <a:buSzPct val="100000"/>
                  <a:buFont typeface="Wingdings" panose="05000000000000000000" pitchFamily="2" charset="2"/>
                  <a:buChar char="Ø"/>
                </a:pPr>
                <a:r>
                  <a:rPr lang="en-US" sz="2000" b="1">
                    <a:latin typeface="Cambria Math" panose="02040503050406030204" pitchFamily="18" charset="0"/>
                    <a:ea typeface="Cambria Math" panose="02040503050406030204" pitchFamily="18" charset="0"/>
                  </a:rPr>
                  <a:t>Mode</a:t>
                </a:r>
                <a:r>
                  <a:rPr lang="en-IN" sz="2000">
                    <a:latin typeface="Cambria Math" panose="02040503050406030204" pitchFamily="18" charset="0"/>
                    <a:ea typeface="Cambria Math" panose="02040503050406030204" pitchFamily="18" charset="0"/>
                  </a:rPr>
                  <a:t>: I</a:t>
                </a:r>
                <a:r>
                  <a:rPr lang="en-US" sz="2000">
                    <a:latin typeface="Cambria Math" panose="02040503050406030204" pitchFamily="18" charset="0"/>
                    <a:ea typeface="Cambria Math" panose="02040503050406030204" pitchFamily="18" charset="0"/>
                  </a:rPr>
                  <a:t>s that value in a series of observations which occurs with greatest frequency</a:t>
                </a:r>
                <a:endParaRPr lang="en-IN" sz="2000">
                  <a:latin typeface="Cambria Math" panose="02040503050406030204" pitchFamily="18" charset="0"/>
                  <a:ea typeface="Cambria Math" panose="02040503050406030204" pitchFamily="18" charset="0"/>
                </a:endParaRPr>
              </a:p>
            </p:txBody>
          </p:sp>
        </mc:Choice>
        <mc:Fallback>
          <p:sp>
            <p:nvSpPr>
              <p:cNvPr id="2" name="TextBox 1">
                <a:extLst>
                  <a:ext uri="{FF2B5EF4-FFF2-40B4-BE49-F238E27FC236}">
                    <a16:creationId xmlns:a16="http://schemas.microsoft.com/office/drawing/2014/main" id="{E021C5F8-7E17-466F-AF55-92CDFC2E6514}"/>
                  </a:ext>
                </a:extLst>
              </p:cNvPr>
              <p:cNvSpPr txBox="1">
                <a:spLocks noRot="1" noChangeAspect="1" noMove="1" noResize="1" noEditPoints="1" noAdjustHandles="1" noChangeArrowheads="1" noChangeShapeType="1" noTextEdit="1"/>
              </p:cNvSpPr>
              <p:nvPr/>
            </p:nvSpPr>
            <p:spPr>
              <a:xfrm>
                <a:off x="304800" y="193963"/>
                <a:ext cx="6400800" cy="5474512"/>
              </a:xfrm>
              <a:prstGeom prst="rect">
                <a:avLst/>
              </a:prstGeom>
              <a:blipFill>
                <a:blip r:embed="rId2"/>
                <a:stretch>
                  <a:fillRect l="-1905" t="-1225" b="-100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66AE706B-C4E3-4F75-84F0-09BADFB6EE9D}"/>
              </a:ext>
            </a:extLst>
          </p:cNvPr>
          <p:cNvPicPr>
            <a:picLocks noChangeAspect="1"/>
          </p:cNvPicPr>
          <p:nvPr/>
        </p:nvPicPr>
        <p:blipFill>
          <a:blip r:embed="rId3"/>
          <a:stretch>
            <a:fillRect/>
          </a:stretch>
        </p:blipFill>
        <p:spPr>
          <a:xfrm>
            <a:off x="6705600" y="298219"/>
            <a:ext cx="5368996" cy="2916036"/>
          </a:xfrm>
          <a:prstGeom prst="rect">
            <a:avLst/>
          </a:prstGeom>
        </p:spPr>
      </p:pic>
      <p:sp>
        <p:nvSpPr>
          <p:cNvPr id="5" name="TextBox 4">
            <a:extLst>
              <a:ext uri="{FF2B5EF4-FFF2-40B4-BE49-F238E27FC236}">
                <a16:creationId xmlns:a16="http://schemas.microsoft.com/office/drawing/2014/main" id="{185C5B46-8A85-4A45-B2C4-D2B0A7963DFA}"/>
              </a:ext>
            </a:extLst>
          </p:cNvPr>
          <p:cNvSpPr txBox="1"/>
          <p:nvPr/>
        </p:nvSpPr>
        <p:spPr>
          <a:xfrm>
            <a:off x="6844145" y="3962400"/>
            <a:ext cx="5043055" cy="1908215"/>
          </a:xfrm>
          <a:prstGeom prst="rect">
            <a:avLst/>
          </a:prstGeom>
          <a:noFill/>
        </p:spPr>
        <p:txBody>
          <a:bodyPr wrap="square" rtlCol="0">
            <a:spAutoFit/>
          </a:bodyPr>
          <a:lstStyle/>
          <a:p>
            <a:pPr marL="342900" indent="-342900">
              <a:buFont typeface="Wingdings" panose="05000000000000000000" pitchFamily="2" charset="2"/>
              <a:buChar char="Ø"/>
            </a:pPr>
            <a:r>
              <a:rPr lang="en-US" sz="2000">
                <a:latin typeface="Cambria Math" panose="02040503050406030204" pitchFamily="18" charset="0"/>
                <a:ea typeface="Cambria Math" panose="02040503050406030204" pitchFamily="18" charset="0"/>
              </a:rPr>
              <a:t>The value of the variable at which the curve reaches a maximum is called the mode. It is the value around which the items tend to be most heavily concentrated.</a:t>
            </a:r>
            <a:endParaRPr lang="en-IN" sz="2000">
              <a:latin typeface="Cambria Math" panose="02040503050406030204" pitchFamily="18" charset="0"/>
              <a:ea typeface="Cambria Math" panose="02040503050406030204" pitchFamily="18" charset="0"/>
            </a:endParaRPr>
          </a:p>
          <a:p>
            <a:endParaRPr lang="en-IN"/>
          </a:p>
        </p:txBody>
      </p:sp>
    </p:spTree>
    <p:extLst>
      <p:ext uri="{BB962C8B-B14F-4D97-AF65-F5344CB8AC3E}">
        <p14:creationId xmlns:p14="http://schemas.microsoft.com/office/powerpoint/2010/main" val="2707142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69375E2-C02C-425C-BF5B-4530D721B5B5}"/>
                  </a:ext>
                </a:extLst>
              </p:cNvPr>
              <p:cNvSpPr txBox="1"/>
              <p:nvPr/>
            </p:nvSpPr>
            <p:spPr>
              <a:xfrm>
                <a:off x="290945" y="374073"/>
                <a:ext cx="11513128" cy="5311454"/>
              </a:xfrm>
              <a:prstGeom prst="rect">
                <a:avLst/>
              </a:prstGeom>
              <a:noFill/>
            </p:spPr>
            <p:txBody>
              <a:bodyPr wrap="square" rtlCol="0">
                <a:spAutoFit/>
              </a:bodyPr>
              <a:lstStyle/>
              <a:p>
                <a:pPr>
                  <a:lnSpc>
                    <a:spcPct val="150000"/>
                  </a:lnSpc>
                </a:pPr>
                <a:r>
                  <a:rPr lang="en-IN" sz="2000">
                    <a:latin typeface="Cambria Math" panose="02040503050406030204" pitchFamily="18" charset="0"/>
                    <a:ea typeface="Cambria Math" panose="02040503050406030204" pitchFamily="18" charset="0"/>
                  </a:rPr>
                  <a:t>Let’s consider a simple data set</a:t>
                </a:r>
              </a:p>
              <a:p>
                <a:pPr>
                  <a:lnSpc>
                    <a:spcPct val="150000"/>
                  </a:lnSpc>
                </a:pPr>
                <a:r>
                  <a:rPr lang="nn-NO" sz="2000">
                    <a:latin typeface="Cambria Math" panose="02040503050406030204" pitchFamily="18" charset="0"/>
                    <a:ea typeface="Cambria Math" panose="02040503050406030204" pitchFamily="18" charset="0"/>
                  </a:rPr>
                  <a:t>3, 7, 7, 2, 5</a:t>
                </a:r>
              </a:p>
              <a:p>
                <a:pPr>
                  <a:lnSpc>
                    <a:spcPct val="150000"/>
                  </a:lnSpc>
                </a:pPr>
                <a:endParaRPr lang="en-IN" sz="2000">
                  <a:latin typeface="Cambria Math" panose="02040503050406030204" pitchFamily="18" charset="0"/>
                  <a:ea typeface="Cambria Math" panose="02040503050406030204" pitchFamily="18" charset="0"/>
                </a:endParaRPr>
              </a:p>
              <a:p>
                <a:pPr>
                  <a:lnSpc>
                    <a:spcPct val="150000"/>
                  </a:lnSpc>
                </a:pPr>
                <a:r>
                  <a:rPr lang="en-IN" sz="2000" u="sng">
                    <a:latin typeface="Cambria Math" panose="02040503050406030204" pitchFamily="18" charset="0"/>
                    <a:ea typeface="Cambria Math" panose="02040503050406030204" pitchFamily="18" charset="0"/>
                  </a:rPr>
                  <a:t>Mean</a:t>
                </a:r>
                <a:r>
                  <a:rPr lang="en-IN" sz="2000">
                    <a:latin typeface="Cambria Math" panose="02040503050406030204" pitchFamily="18" charset="0"/>
                    <a:ea typeface="Cambria Math" panose="02040503050406030204" pitchFamily="18" charset="0"/>
                  </a:rPr>
                  <a:t> = </a:t>
                </a:r>
                <a14:m>
                  <m:oMath xmlns:m="http://schemas.openxmlformats.org/officeDocument/2006/math">
                    <m:f>
                      <m:fPr>
                        <m:ctrlPr>
                          <a:rPr lang="en-IN" sz="2000" i="1">
                            <a:latin typeface="Cambria Math" panose="02040503050406030204" pitchFamily="18" charset="0"/>
                            <a:ea typeface="Cambria Math" panose="02040503050406030204" pitchFamily="18" charset="0"/>
                          </a:rPr>
                        </m:ctrlPr>
                      </m:fPr>
                      <m:num>
                        <m:r>
                          <a:rPr lang="en-IN" sz="2000">
                            <a:latin typeface="Cambria Math" panose="02040503050406030204" pitchFamily="18" charset="0"/>
                            <a:ea typeface="Cambria Math" panose="02040503050406030204" pitchFamily="18" charset="0"/>
                          </a:rPr>
                          <m:t>3+7+7+2+5</m:t>
                        </m:r>
                      </m:num>
                      <m:den>
                        <m:r>
                          <a:rPr lang="en-US" sz="2000" b="0" i="0" smtClean="0">
                            <a:latin typeface="Cambria Math" panose="02040503050406030204" pitchFamily="18" charset="0"/>
                            <a:ea typeface="Cambria Math" panose="02040503050406030204" pitchFamily="18" charset="0"/>
                          </a:rPr>
                          <m:t>5</m:t>
                        </m:r>
                      </m:den>
                    </m:f>
                    <m:r>
                      <a:rPr lang="en-IN" sz="2000">
                        <a:latin typeface="Cambria Math" panose="02040503050406030204" pitchFamily="18" charset="0"/>
                        <a:ea typeface="Cambria Math" panose="02040503050406030204" pitchFamily="18" charset="0"/>
                      </a:rPr>
                      <m:t>=</m:t>
                    </m:r>
                    <m:r>
                      <a:rPr lang="en-US" sz="2000">
                        <a:latin typeface="Cambria Math" panose="02040503050406030204" pitchFamily="18" charset="0"/>
                        <a:ea typeface="Cambria Math" panose="02040503050406030204" pitchFamily="18" charset="0"/>
                      </a:rPr>
                      <m:t>4.8</m:t>
                    </m:r>
                  </m:oMath>
                </a14:m>
                <a:endParaRPr lang="en-US" sz="2000">
                  <a:latin typeface="Cambria Math" panose="02040503050406030204" pitchFamily="18" charset="0"/>
                  <a:ea typeface="Cambria Math" panose="02040503050406030204" pitchFamily="18" charset="0"/>
                </a:endParaRPr>
              </a:p>
              <a:p>
                <a:pPr>
                  <a:lnSpc>
                    <a:spcPct val="150000"/>
                  </a:lnSpc>
                </a:pPr>
                <a:r>
                  <a:rPr lang="en-US" sz="2000" u="sng">
                    <a:latin typeface="Cambria Math" panose="02040503050406030204" pitchFamily="18" charset="0"/>
                    <a:ea typeface="Cambria Math" panose="02040503050406030204" pitchFamily="18" charset="0"/>
                  </a:rPr>
                  <a:t>Median</a:t>
                </a:r>
              </a:p>
              <a:p>
                <a:pPr>
                  <a:lnSpc>
                    <a:spcPct val="150000"/>
                  </a:lnSpc>
                </a:pPr>
                <a:r>
                  <a:rPr lang="en-US" sz="2000">
                    <a:latin typeface="Cambria Math" panose="02040503050406030204" pitchFamily="18" charset="0"/>
                    <a:ea typeface="Cambria Math" panose="02040503050406030204" pitchFamily="18" charset="0"/>
                  </a:rPr>
                  <a:t>To find the median, first, arrange the numbers in ascending order:</a:t>
                </a:r>
              </a:p>
              <a:p>
                <a:pPr>
                  <a:lnSpc>
                    <a:spcPct val="150000"/>
                  </a:lnSpc>
                </a:pPr>
                <a:r>
                  <a:rPr lang="en-US" sz="2000">
                    <a:latin typeface="Cambria Math" panose="02040503050406030204" pitchFamily="18" charset="0"/>
                    <a:ea typeface="Cambria Math" panose="02040503050406030204" pitchFamily="18" charset="0"/>
                  </a:rPr>
                  <a:t>Ordered Data Set: 2, 3, 5, 7, 7</a:t>
                </a:r>
              </a:p>
              <a:p>
                <a:pPr>
                  <a:lnSpc>
                    <a:spcPct val="150000"/>
                  </a:lnSpc>
                </a:pPr>
                <a:r>
                  <a:rPr lang="en-US" sz="2000">
                    <a:latin typeface="Cambria Math" panose="02040503050406030204" pitchFamily="18" charset="0"/>
                    <a:ea typeface="Cambria Math" panose="02040503050406030204" pitchFamily="18" charset="0"/>
                  </a:rPr>
                  <a:t>Median = 5</a:t>
                </a:r>
              </a:p>
              <a:p>
                <a:pPr>
                  <a:lnSpc>
                    <a:spcPct val="150000"/>
                  </a:lnSpc>
                </a:pPr>
                <a:r>
                  <a:rPr lang="en-US" sz="2000" u="sng">
                    <a:latin typeface="Cambria Math" panose="02040503050406030204" pitchFamily="18" charset="0"/>
                    <a:ea typeface="Cambria Math" panose="02040503050406030204" pitchFamily="18" charset="0"/>
                  </a:rPr>
                  <a:t>Mode</a:t>
                </a:r>
              </a:p>
              <a:p>
                <a:pPr>
                  <a:lnSpc>
                    <a:spcPct val="150000"/>
                  </a:lnSpc>
                </a:pPr>
                <a:r>
                  <a:rPr lang="en-US" sz="2000">
                    <a:latin typeface="Cambria Math" panose="02040503050406030204" pitchFamily="18" charset="0"/>
                    <a:ea typeface="Cambria Math" panose="02040503050406030204" pitchFamily="18" charset="0"/>
                  </a:rPr>
                  <a:t>In our data set, the number 7 appears twice</a:t>
                </a:r>
              </a:p>
              <a:p>
                <a:pPr>
                  <a:lnSpc>
                    <a:spcPct val="150000"/>
                  </a:lnSpc>
                </a:pPr>
                <a:r>
                  <a:rPr lang="en-US" sz="2000">
                    <a:latin typeface="Cambria Math" panose="02040503050406030204" pitchFamily="18" charset="0"/>
                    <a:ea typeface="Cambria Math" panose="02040503050406030204" pitchFamily="18" charset="0"/>
                  </a:rPr>
                  <a:t>Mode = 7</a:t>
                </a:r>
                <a:endParaRPr lang="en-IN" sz="2000">
                  <a:latin typeface="Cambria Math" panose="02040503050406030204" pitchFamily="18" charset="0"/>
                  <a:ea typeface="Cambria Math" panose="02040503050406030204" pitchFamily="18" charset="0"/>
                </a:endParaRPr>
              </a:p>
            </p:txBody>
          </p:sp>
        </mc:Choice>
        <mc:Fallback>
          <p:sp>
            <p:nvSpPr>
              <p:cNvPr id="2" name="TextBox 1">
                <a:extLst>
                  <a:ext uri="{FF2B5EF4-FFF2-40B4-BE49-F238E27FC236}">
                    <a16:creationId xmlns:a16="http://schemas.microsoft.com/office/drawing/2014/main" id="{569375E2-C02C-425C-BF5B-4530D721B5B5}"/>
                  </a:ext>
                </a:extLst>
              </p:cNvPr>
              <p:cNvSpPr txBox="1">
                <a:spLocks noRot="1" noChangeAspect="1" noMove="1" noResize="1" noEditPoints="1" noAdjustHandles="1" noChangeArrowheads="1" noChangeShapeType="1" noTextEdit="1"/>
              </p:cNvSpPr>
              <p:nvPr/>
            </p:nvSpPr>
            <p:spPr>
              <a:xfrm>
                <a:off x="290945" y="374073"/>
                <a:ext cx="11513128" cy="5311454"/>
              </a:xfrm>
              <a:prstGeom prst="rect">
                <a:avLst/>
              </a:prstGeom>
              <a:blipFill>
                <a:blip r:embed="rId2"/>
                <a:stretch>
                  <a:fillRect l="-583" b="-1032"/>
                </a:stretch>
              </a:blipFill>
            </p:spPr>
            <p:txBody>
              <a:bodyPr/>
              <a:lstStyle/>
              <a:p>
                <a:r>
                  <a:rPr lang="en-US">
                    <a:noFill/>
                  </a:rPr>
                  <a:t> </a:t>
                </a:r>
              </a:p>
            </p:txBody>
          </p:sp>
        </mc:Fallback>
      </mc:AlternateContent>
    </p:spTree>
    <p:extLst>
      <p:ext uri="{BB962C8B-B14F-4D97-AF65-F5344CB8AC3E}">
        <p14:creationId xmlns:p14="http://schemas.microsoft.com/office/powerpoint/2010/main" val="1995222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4BF9321-C16A-40C7-AF1F-71522B351FC6}"/>
                  </a:ext>
                </a:extLst>
              </p:cNvPr>
              <p:cNvSpPr txBox="1"/>
              <p:nvPr/>
            </p:nvSpPr>
            <p:spPr>
              <a:xfrm>
                <a:off x="124691" y="-30480"/>
                <a:ext cx="11679382" cy="6340197"/>
              </a:xfrm>
              <a:prstGeom prst="rect">
                <a:avLst/>
              </a:prstGeom>
              <a:noFill/>
            </p:spPr>
            <p:txBody>
              <a:bodyPr wrap="square" rtlCol="0">
                <a:spAutoFit/>
              </a:bodyPr>
              <a:lstStyle/>
              <a:p>
                <a:pPr lvl="0"/>
                <a:r>
                  <a:rPr lang="en-US" sz="2800" u="sng">
                    <a:latin typeface="Cambria Math" panose="02040503050406030204" pitchFamily="18" charset="0"/>
                    <a:ea typeface="Cambria Math" panose="02040503050406030204" pitchFamily="18" charset="0"/>
                  </a:rPr>
                  <a:t>Measures of Dispersion</a:t>
                </a:r>
                <a:endParaRPr lang="en-IN" sz="2800" u="sng">
                  <a:latin typeface="Cambria Math" panose="02040503050406030204" pitchFamily="18" charset="0"/>
                  <a:ea typeface="Cambria Math" panose="02040503050406030204" pitchFamily="18" charset="0"/>
                </a:endParaRPr>
              </a:p>
              <a:p>
                <a:pPr>
                  <a:lnSpc>
                    <a:spcPct val="150000"/>
                  </a:lnSpc>
                </a:pPr>
                <a:r>
                  <a:rPr lang="en-US" sz="2000">
                    <a:latin typeface="Cambria Math" panose="02040503050406030204" pitchFamily="18" charset="0"/>
                    <a:ea typeface="Cambria Math" panose="02040503050406030204" pitchFamily="18" charset="0"/>
                  </a:rPr>
                  <a:t>Which describes the spread or variability of a dataset.</a:t>
                </a:r>
                <a:r>
                  <a:rPr lang="en-IN" sz="2000">
                    <a:latin typeface="Cambria Math" panose="02040503050406030204" pitchFamily="18" charset="0"/>
                    <a:ea typeface="Cambria Math" panose="02040503050406030204" pitchFamily="18" charset="0"/>
                  </a:rPr>
                  <a:t> </a:t>
                </a:r>
                <a:r>
                  <a:rPr lang="en-US" sz="2000">
                    <a:latin typeface="Cambria Math" panose="02040503050406030204" pitchFamily="18" charset="0"/>
                    <a:ea typeface="Cambria Math" panose="02040503050406030204" pitchFamily="18" charset="0"/>
                  </a:rPr>
                  <a:t>Common measures of dispersion include:</a:t>
                </a:r>
              </a:p>
              <a:p>
                <a:pPr lvl="0">
                  <a:lnSpc>
                    <a:spcPct val="150000"/>
                  </a:lnSpc>
                </a:pPr>
                <a:r>
                  <a:rPr lang="en-US" sz="2000" b="1">
                    <a:latin typeface="Cambria Math" panose="02040503050406030204" pitchFamily="18" charset="0"/>
                    <a:ea typeface="Cambria Math" panose="02040503050406030204" pitchFamily="18" charset="0"/>
                  </a:rPr>
                  <a:t>Range</a:t>
                </a:r>
                <a:r>
                  <a:rPr lang="en-US" sz="2000">
                    <a:latin typeface="Cambria Math" panose="02040503050406030204" pitchFamily="18" charset="0"/>
                    <a:ea typeface="Cambria Math" panose="02040503050406030204" pitchFamily="18" charset="0"/>
                  </a:rPr>
                  <a:t>: It is defined as the difference between the value of the smallest item(S) and the value of the largest item(L) included in the distribution.</a:t>
                </a:r>
                <a:endParaRPr lang="en-IN" sz="2000">
                  <a:latin typeface="Cambria Math" panose="02040503050406030204" pitchFamily="18" charset="0"/>
                  <a:ea typeface="Cambria Math" panose="02040503050406030204" pitchFamily="18" charset="0"/>
                </a:endParaRPr>
              </a:p>
              <a:p>
                <a:pPr algn="ctr">
                  <a:lnSpc>
                    <a:spcPct val="150000"/>
                  </a:lnSpc>
                </a:pPr>
                <a:r>
                  <a:rPr lang="en-US" sz="2000">
                    <a:latin typeface="Cambria Math" panose="02040503050406030204" pitchFamily="18" charset="0"/>
                    <a:ea typeface="Cambria Math" panose="02040503050406030204" pitchFamily="18" charset="0"/>
                  </a:rPr>
                  <a:t>Range= L-S</a:t>
                </a:r>
              </a:p>
              <a:p>
                <a:pPr lvl="0">
                  <a:lnSpc>
                    <a:spcPct val="150000"/>
                  </a:lnSpc>
                </a:pPr>
                <a:r>
                  <a:rPr lang="en-US" sz="2000" b="1">
                    <a:latin typeface="Cambria Math" panose="02040503050406030204" pitchFamily="18" charset="0"/>
                    <a:ea typeface="Cambria Math" panose="02040503050406030204" pitchFamily="18" charset="0"/>
                  </a:rPr>
                  <a:t>Variance</a:t>
                </a:r>
                <a:r>
                  <a:rPr lang="en-US" sz="2000">
                    <a:latin typeface="Cambria Math" panose="02040503050406030204" pitchFamily="18" charset="0"/>
                    <a:ea typeface="Cambria Math" panose="02040503050406030204" pitchFamily="18" charset="0"/>
                  </a:rPr>
                  <a:t>: It measures the average squared difference from the mean</a:t>
                </a:r>
                <a:endParaRPr lang="en-IN" sz="200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p>
                        <m:sSupPr>
                          <m:ctrlPr>
                            <a:rPr lang="en-IN" sz="2000" i="1">
                              <a:latin typeface="Cambria Math" panose="02040503050406030204" pitchFamily="18" charset="0"/>
                              <a:ea typeface="Cambria Math" panose="02040503050406030204" pitchFamily="18" charset="0"/>
                            </a:rPr>
                          </m:ctrlPr>
                        </m:sSupPr>
                        <m:e>
                          <m:r>
                            <a:rPr lang="en-US" sz="2000">
                              <a:latin typeface="Cambria Math" panose="02040503050406030204" pitchFamily="18" charset="0"/>
                              <a:ea typeface="Cambria Math" panose="02040503050406030204" pitchFamily="18" charset="0"/>
                            </a:rPr>
                            <m:t>𝜎</m:t>
                          </m:r>
                        </m:e>
                        <m:sup>
                          <m:r>
                            <a:rPr lang="en-US" sz="2000">
                              <a:latin typeface="Cambria Math" panose="02040503050406030204" pitchFamily="18" charset="0"/>
                              <a:ea typeface="Cambria Math" panose="02040503050406030204" pitchFamily="18" charset="0"/>
                            </a:rPr>
                            <m:t>2</m:t>
                          </m:r>
                        </m:sup>
                      </m:sSup>
                      <m:r>
                        <a:rPr lang="en-US" sz="2000">
                          <a:latin typeface="Cambria Math" panose="02040503050406030204" pitchFamily="18" charset="0"/>
                          <a:ea typeface="Cambria Math" panose="02040503050406030204" pitchFamily="18" charset="0"/>
                        </a:rPr>
                        <m:t>=</m:t>
                      </m:r>
                      <m:f>
                        <m:fPr>
                          <m:ctrlPr>
                            <a:rPr lang="en-IN" sz="2000" i="1">
                              <a:latin typeface="Cambria Math" panose="02040503050406030204" pitchFamily="18" charset="0"/>
                              <a:ea typeface="Cambria Math" panose="02040503050406030204" pitchFamily="18" charset="0"/>
                            </a:rPr>
                          </m:ctrlPr>
                        </m:fPr>
                        <m:num>
                          <m:r>
                            <a:rPr lang="en-US" sz="2000">
                              <a:latin typeface="Cambria Math" panose="02040503050406030204" pitchFamily="18" charset="0"/>
                              <a:ea typeface="Cambria Math" panose="02040503050406030204" pitchFamily="18" charset="0"/>
                            </a:rPr>
                            <m:t>∑</m:t>
                          </m:r>
                          <m:sSup>
                            <m:sSupPr>
                              <m:ctrlPr>
                                <a:rPr lang="en-IN" sz="2000" i="1">
                                  <a:latin typeface="Cambria Math" panose="02040503050406030204" pitchFamily="18" charset="0"/>
                                  <a:ea typeface="Cambria Math" panose="02040503050406030204" pitchFamily="18" charset="0"/>
                                </a:rPr>
                              </m:ctrlPr>
                            </m:sSupPr>
                            <m:e>
                              <m:d>
                                <m:dPr>
                                  <m:ctrlPr>
                                    <a:rPr lang="en-IN" sz="2000" i="1">
                                      <a:latin typeface="Cambria Math" panose="02040503050406030204" pitchFamily="18" charset="0"/>
                                      <a:ea typeface="Cambria Math" panose="02040503050406030204" pitchFamily="18" charset="0"/>
                                    </a:rPr>
                                  </m:ctrlPr>
                                </m:dPr>
                                <m:e>
                                  <m:sSub>
                                    <m:sSubPr>
                                      <m:ctrlPr>
                                        <a:rPr lang="en-IN" sz="2000" i="1">
                                          <a:latin typeface="Cambria Math" panose="02040503050406030204" pitchFamily="18" charset="0"/>
                                          <a:ea typeface="Cambria Math" panose="02040503050406030204" pitchFamily="18" charset="0"/>
                                        </a:rPr>
                                      </m:ctrlPr>
                                    </m:sSubPr>
                                    <m:e>
                                      <m:r>
                                        <a:rPr lang="en-US" sz="2000">
                                          <a:latin typeface="Cambria Math" panose="02040503050406030204" pitchFamily="18" charset="0"/>
                                          <a:ea typeface="Cambria Math" panose="02040503050406030204" pitchFamily="18" charset="0"/>
                                        </a:rPr>
                                        <m:t>𝑥</m:t>
                                      </m:r>
                                    </m:e>
                                    <m:sub>
                                      <m:r>
                                        <a:rPr lang="en-US" sz="2000">
                                          <a:latin typeface="Cambria Math" panose="02040503050406030204" pitchFamily="18" charset="0"/>
                                          <a:ea typeface="Cambria Math" panose="02040503050406030204" pitchFamily="18" charset="0"/>
                                        </a:rPr>
                                        <m:t>𝑖</m:t>
                                      </m:r>
                                    </m:sub>
                                  </m:sSub>
                                  <m:r>
                                    <a:rPr lang="en-US" sz="2000">
                                      <a:latin typeface="Cambria Math" panose="02040503050406030204" pitchFamily="18" charset="0"/>
                                      <a:ea typeface="Cambria Math" panose="02040503050406030204" pitchFamily="18" charset="0"/>
                                    </a:rPr>
                                    <m:t>−</m:t>
                                  </m:r>
                                  <m:acc>
                                    <m:accPr>
                                      <m:chr m:val="̅"/>
                                      <m:ctrlPr>
                                        <a:rPr lang="en-IN" sz="2000" i="1">
                                          <a:latin typeface="Cambria Math" panose="02040503050406030204" pitchFamily="18" charset="0"/>
                                          <a:ea typeface="Cambria Math" panose="02040503050406030204" pitchFamily="18" charset="0"/>
                                        </a:rPr>
                                      </m:ctrlPr>
                                    </m:accPr>
                                    <m:e>
                                      <m:r>
                                        <a:rPr lang="en-US" sz="2000">
                                          <a:latin typeface="Cambria Math" panose="02040503050406030204" pitchFamily="18" charset="0"/>
                                          <a:ea typeface="Cambria Math" panose="02040503050406030204" pitchFamily="18" charset="0"/>
                                        </a:rPr>
                                        <m:t>𝑥</m:t>
                                      </m:r>
                                    </m:e>
                                  </m:acc>
                                </m:e>
                              </m:d>
                            </m:e>
                            <m:sup>
                              <m:r>
                                <a:rPr lang="en-US" sz="2000">
                                  <a:latin typeface="Cambria Math" panose="02040503050406030204" pitchFamily="18" charset="0"/>
                                  <a:ea typeface="Cambria Math" panose="02040503050406030204" pitchFamily="18" charset="0"/>
                                </a:rPr>
                                <m:t>2</m:t>
                              </m:r>
                            </m:sup>
                          </m:sSup>
                        </m:num>
                        <m:den>
                          <m:r>
                            <a:rPr lang="en-US" sz="2000">
                              <a:latin typeface="Cambria Math" panose="02040503050406030204" pitchFamily="18" charset="0"/>
                              <a:ea typeface="Cambria Math" panose="02040503050406030204" pitchFamily="18" charset="0"/>
                            </a:rPr>
                            <m:t>𝑁</m:t>
                          </m:r>
                        </m:den>
                      </m:f>
                    </m:oMath>
                  </m:oMathPara>
                </a14:m>
                <a:endParaRPr lang="en-IN" sz="2000">
                  <a:latin typeface="Cambria Math" panose="02040503050406030204" pitchFamily="18" charset="0"/>
                  <a:ea typeface="Cambria Math" panose="02040503050406030204" pitchFamily="18" charset="0"/>
                </a:endParaRPr>
              </a:p>
              <a:p>
                <a:pPr lvl="0">
                  <a:lnSpc>
                    <a:spcPct val="150000"/>
                  </a:lnSpc>
                </a:pPr>
                <a:r>
                  <a:rPr lang="en-US" sz="2000" b="1">
                    <a:latin typeface="Cambria Math" panose="02040503050406030204" pitchFamily="18" charset="0"/>
                    <a:ea typeface="Cambria Math" panose="02040503050406030204" pitchFamily="18" charset="0"/>
                  </a:rPr>
                  <a:t>Standard</a:t>
                </a:r>
                <a:r>
                  <a:rPr lang="en-US" sz="2000">
                    <a:latin typeface="Cambria Math" panose="02040503050406030204" pitchFamily="18" charset="0"/>
                    <a:ea typeface="Cambria Math" panose="02040503050406030204" pitchFamily="18" charset="0"/>
                  </a:rPr>
                  <a:t> </a:t>
                </a:r>
                <a:r>
                  <a:rPr lang="en-US" sz="2000" b="1">
                    <a:latin typeface="Cambria Math" panose="02040503050406030204" pitchFamily="18" charset="0"/>
                    <a:ea typeface="Cambria Math" panose="02040503050406030204" pitchFamily="18" charset="0"/>
                  </a:rPr>
                  <a:t>Deviation</a:t>
                </a:r>
                <a:r>
                  <a:rPr lang="en-US" sz="2000">
                    <a:latin typeface="Cambria Math" panose="02040503050406030204" pitchFamily="18" charset="0"/>
                    <a:ea typeface="Cambria Math" panose="02040503050406030204" pitchFamily="18" charset="0"/>
                  </a:rPr>
                  <a:t>: The square root of the variance, showing the average distance from the mean.</a:t>
                </a:r>
                <a:endParaRPr lang="en-IN" sz="200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ea typeface="Cambria Math" panose="02040503050406030204" pitchFamily="18" charset="0"/>
                        </a:rPr>
                        <m:t>𝜎</m:t>
                      </m:r>
                      <m:r>
                        <a:rPr lang="en-US" sz="2000">
                          <a:latin typeface="Cambria Math" panose="02040503050406030204" pitchFamily="18" charset="0"/>
                          <a:ea typeface="Cambria Math" panose="02040503050406030204" pitchFamily="18" charset="0"/>
                        </a:rPr>
                        <m:t>=</m:t>
                      </m:r>
                      <m:f>
                        <m:fPr>
                          <m:ctrlPr>
                            <a:rPr lang="en-IN" sz="2000" i="1">
                              <a:latin typeface="Cambria Math" panose="02040503050406030204" pitchFamily="18" charset="0"/>
                              <a:ea typeface="Cambria Math" panose="02040503050406030204" pitchFamily="18" charset="0"/>
                            </a:rPr>
                          </m:ctrlPr>
                        </m:fPr>
                        <m:num>
                          <m:r>
                            <a:rPr lang="en-US" sz="2000">
                              <a:latin typeface="Cambria Math" panose="02040503050406030204" pitchFamily="18" charset="0"/>
                              <a:ea typeface="Cambria Math" panose="02040503050406030204" pitchFamily="18" charset="0"/>
                            </a:rPr>
                            <m:t>∑</m:t>
                          </m:r>
                          <m:sSup>
                            <m:sSupPr>
                              <m:ctrlPr>
                                <a:rPr lang="en-IN" sz="2000" i="1">
                                  <a:latin typeface="Cambria Math" panose="02040503050406030204" pitchFamily="18" charset="0"/>
                                  <a:ea typeface="Cambria Math" panose="02040503050406030204" pitchFamily="18" charset="0"/>
                                </a:rPr>
                              </m:ctrlPr>
                            </m:sSupPr>
                            <m:e>
                              <m:d>
                                <m:dPr>
                                  <m:ctrlPr>
                                    <a:rPr lang="en-IN" sz="2000" i="1">
                                      <a:latin typeface="Cambria Math" panose="02040503050406030204" pitchFamily="18" charset="0"/>
                                      <a:ea typeface="Cambria Math" panose="02040503050406030204" pitchFamily="18" charset="0"/>
                                    </a:rPr>
                                  </m:ctrlPr>
                                </m:dPr>
                                <m:e>
                                  <m:sSub>
                                    <m:sSubPr>
                                      <m:ctrlPr>
                                        <a:rPr lang="en-IN" sz="2000" i="1">
                                          <a:latin typeface="Cambria Math" panose="02040503050406030204" pitchFamily="18" charset="0"/>
                                          <a:ea typeface="Cambria Math" panose="02040503050406030204" pitchFamily="18" charset="0"/>
                                        </a:rPr>
                                      </m:ctrlPr>
                                    </m:sSubPr>
                                    <m:e>
                                      <m:r>
                                        <a:rPr lang="en-US" sz="2000">
                                          <a:latin typeface="Cambria Math" panose="02040503050406030204" pitchFamily="18" charset="0"/>
                                          <a:ea typeface="Cambria Math" panose="02040503050406030204" pitchFamily="18" charset="0"/>
                                        </a:rPr>
                                        <m:t>𝑥</m:t>
                                      </m:r>
                                    </m:e>
                                    <m:sub>
                                      <m:r>
                                        <a:rPr lang="en-US" sz="2000">
                                          <a:latin typeface="Cambria Math" panose="02040503050406030204" pitchFamily="18" charset="0"/>
                                          <a:ea typeface="Cambria Math" panose="02040503050406030204" pitchFamily="18" charset="0"/>
                                        </a:rPr>
                                        <m:t>𝑖</m:t>
                                      </m:r>
                                    </m:sub>
                                  </m:sSub>
                                  <m:r>
                                    <a:rPr lang="en-US" sz="2000">
                                      <a:latin typeface="Cambria Math" panose="02040503050406030204" pitchFamily="18" charset="0"/>
                                      <a:ea typeface="Cambria Math" panose="02040503050406030204" pitchFamily="18" charset="0"/>
                                    </a:rPr>
                                    <m:t>−</m:t>
                                  </m:r>
                                  <m:acc>
                                    <m:accPr>
                                      <m:chr m:val="̅"/>
                                      <m:ctrlPr>
                                        <a:rPr lang="en-IN" sz="2000" i="1">
                                          <a:latin typeface="Cambria Math" panose="02040503050406030204" pitchFamily="18" charset="0"/>
                                          <a:ea typeface="Cambria Math" panose="02040503050406030204" pitchFamily="18" charset="0"/>
                                        </a:rPr>
                                      </m:ctrlPr>
                                    </m:accPr>
                                    <m:e>
                                      <m:r>
                                        <a:rPr lang="en-US" sz="2000">
                                          <a:latin typeface="Cambria Math" panose="02040503050406030204" pitchFamily="18" charset="0"/>
                                          <a:ea typeface="Cambria Math" panose="02040503050406030204" pitchFamily="18" charset="0"/>
                                        </a:rPr>
                                        <m:t>𝑥</m:t>
                                      </m:r>
                                    </m:e>
                                  </m:acc>
                                </m:e>
                              </m:d>
                            </m:e>
                            <m:sup>
                              <m:r>
                                <a:rPr lang="en-US" sz="2000">
                                  <a:latin typeface="Cambria Math" panose="02040503050406030204" pitchFamily="18" charset="0"/>
                                  <a:ea typeface="Cambria Math" panose="02040503050406030204" pitchFamily="18" charset="0"/>
                                </a:rPr>
                                <m:t>2</m:t>
                              </m:r>
                            </m:sup>
                          </m:sSup>
                        </m:num>
                        <m:den>
                          <m:r>
                            <a:rPr lang="en-US" sz="2000">
                              <a:latin typeface="Cambria Math" panose="02040503050406030204" pitchFamily="18" charset="0"/>
                              <a:ea typeface="Cambria Math" panose="02040503050406030204" pitchFamily="18" charset="0"/>
                            </a:rPr>
                            <m:t>𝑁</m:t>
                          </m:r>
                        </m:den>
                      </m:f>
                    </m:oMath>
                  </m:oMathPara>
                </a14:m>
                <a:endParaRPr lang="en-IN" sz="2000">
                  <a:latin typeface="Cambria Math" panose="02040503050406030204" pitchFamily="18" charset="0"/>
                  <a:ea typeface="Cambria Math" panose="02040503050406030204" pitchFamily="18" charset="0"/>
                </a:endParaRPr>
              </a:p>
              <a:p>
                <a:pPr>
                  <a:lnSpc>
                    <a:spcPct val="150000"/>
                  </a:lnSpc>
                </a:pPr>
                <a:r>
                  <a:rPr lang="en-IN" sz="2000" b="1">
                    <a:latin typeface="Cambria Math" panose="02040503050406030204" pitchFamily="18" charset="0"/>
                    <a:ea typeface="Cambria Math" panose="02040503050406030204" pitchFamily="18" charset="0"/>
                  </a:rPr>
                  <a:t>The Interquartile Range (IQR):  </a:t>
                </a:r>
                <a:r>
                  <a:rPr lang="en-IN" sz="2000">
                    <a:latin typeface="Cambria Math" panose="02040503050406030204" pitchFamily="18" charset="0"/>
                    <a:ea typeface="Cambria Math" panose="02040503050406030204" pitchFamily="18" charset="0"/>
                  </a:rPr>
                  <a:t>is a measure of statistical dispersion that describes the range within which the central 50% of a dataset falls</a:t>
                </a:r>
              </a:p>
              <a:p>
                <a:endParaRPr lang="en-IN"/>
              </a:p>
            </p:txBody>
          </p:sp>
        </mc:Choice>
        <mc:Fallback>
          <p:sp>
            <p:nvSpPr>
              <p:cNvPr id="2" name="TextBox 1">
                <a:extLst>
                  <a:ext uri="{FF2B5EF4-FFF2-40B4-BE49-F238E27FC236}">
                    <a16:creationId xmlns:a16="http://schemas.microsoft.com/office/drawing/2014/main" id="{34BF9321-C16A-40C7-AF1F-71522B351FC6}"/>
                  </a:ext>
                </a:extLst>
              </p:cNvPr>
              <p:cNvSpPr txBox="1">
                <a:spLocks noRot="1" noChangeAspect="1" noMove="1" noResize="1" noEditPoints="1" noAdjustHandles="1" noChangeArrowheads="1" noChangeShapeType="1" noTextEdit="1"/>
              </p:cNvSpPr>
              <p:nvPr/>
            </p:nvSpPr>
            <p:spPr>
              <a:xfrm>
                <a:off x="124691" y="-30480"/>
                <a:ext cx="11679382" cy="6340197"/>
              </a:xfrm>
              <a:prstGeom prst="rect">
                <a:avLst/>
              </a:prstGeom>
              <a:blipFill>
                <a:blip r:embed="rId2"/>
                <a:stretch>
                  <a:fillRect l="-1044" t="-962" r="-470"/>
                </a:stretch>
              </a:blipFill>
            </p:spPr>
            <p:txBody>
              <a:bodyPr/>
              <a:lstStyle/>
              <a:p>
                <a:r>
                  <a:rPr lang="en-US">
                    <a:noFill/>
                  </a:rPr>
                  <a:t> </a:t>
                </a:r>
              </a:p>
            </p:txBody>
          </p:sp>
        </mc:Fallback>
      </mc:AlternateContent>
    </p:spTree>
    <p:extLst>
      <p:ext uri="{BB962C8B-B14F-4D97-AF65-F5344CB8AC3E}">
        <p14:creationId xmlns:p14="http://schemas.microsoft.com/office/powerpoint/2010/main" val="2538110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FB5BB68-3D62-42CB-AD03-901F5040DCEE}"/>
                  </a:ext>
                </a:extLst>
              </p:cNvPr>
              <p:cNvSpPr txBox="1"/>
              <p:nvPr/>
            </p:nvSpPr>
            <p:spPr>
              <a:xfrm>
                <a:off x="221673" y="296924"/>
                <a:ext cx="6026727" cy="4943405"/>
              </a:xfrm>
              <a:prstGeom prst="rect">
                <a:avLst/>
              </a:prstGeom>
              <a:noFill/>
            </p:spPr>
            <p:txBody>
              <a:bodyPr wrap="square" rtlCol="0">
                <a:spAutoFit/>
              </a:bodyPr>
              <a:lstStyle/>
              <a:p>
                <a:pPr>
                  <a:lnSpc>
                    <a:spcPct val="150000"/>
                  </a:lnSpc>
                </a:pPr>
                <a:r>
                  <a:rPr lang="nn-NO" sz="2000">
                    <a:latin typeface="Cambria Math" panose="02040503050406030204" pitchFamily="18" charset="0"/>
                    <a:ea typeface="Cambria Math" panose="02040503050406030204" pitchFamily="18" charset="0"/>
                  </a:rPr>
                  <a:t>Data Set: 3, 7, 7, 2, 5</a:t>
                </a:r>
              </a:p>
              <a:p>
                <a:pPr>
                  <a:lnSpc>
                    <a:spcPct val="150000"/>
                  </a:lnSpc>
                </a:pPr>
                <a:r>
                  <a:rPr lang="fr-FR" sz="2000" u="sng">
                    <a:latin typeface="Cambria Math" panose="02040503050406030204" pitchFamily="18" charset="0"/>
                    <a:ea typeface="Cambria Math" panose="02040503050406030204" pitchFamily="18" charset="0"/>
                  </a:rPr>
                  <a:t>Range</a:t>
                </a:r>
                <a:r>
                  <a:rPr lang="fr-FR" sz="2000">
                    <a:latin typeface="Cambria Math" panose="02040503050406030204" pitchFamily="18" charset="0"/>
                    <a:ea typeface="Cambria Math" panose="02040503050406030204" pitchFamily="18" charset="0"/>
                  </a:rPr>
                  <a:t> = Max−Min = 7−2 = 5</a:t>
                </a:r>
              </a:p>
              <a:p>
                <a:pPr>
                  <a:lnSpc>
                    <a:spcPct val="150000"/>
                  </a:lnSpc>
                </a:pPr>
                <a:r>
                  <a:rPr lang="fr-FR" sz="2000" u="sng">
                    <a:latin typeface="Cambria Math" panose="02040503050406030204" pitchFamily="18" charset="0"/>
                    <a:ea typeface="Cambria Math" panose="02040503050406030204" pitchFamily="18" charset="0"/>
                  </a:rPr>
                  <a:t>Variance</a:t>
                </a:r>
                <a:r>
                  <a:rPr lang="fr-FR" sz="2000">
                    <a:latin typeface="Cambria Math" panose="02040503050406030204" pitchFamily="18" charset="0"/>
                    <a:ea typeface="Cambria Math" panose="02040503050406030204" pitchFamily="18" charset="0"/>
                  </a:rPr>
                  <a:t> = </a:t>
                </a:r>
                <a14:m>
                  <m:oMath xmlns:m="http://schemas.openxmlformats.org/officeDocument/2006/math">
                    <m:sSup>
                      <m:sSupPr>
                        <m:ctrlPr>
                          <a:rPr lang="en-IN" sz="2000" i="1">
                            <a:latin typeface="Cambria Math" panose="02040503050406030204" pitchFamily="18" charset="0"/>
                            <a:ea typeface="Cambria Math" panose="02040503050406030204" pitchFamily="18" charset="0"/>
                          </a:rPr>
                        </m:ctrlPr>
                      </m:sSupPr>
                      <m:e>
                        <m:r>
                          <a:rPr lang="en-US" sz="2000">
                            <a:latin typeface="Cambria Math" panose="02040503050406030204" pitchFamily="18" charset="0"/>
                            <a:ea typeface="Cambria Math" panose="02040503050406030204" pitchFamily="18" charset="0"/>
                          </a:rPr>
                          <m:t>𝜎</m:t>
                        </m:r>
                      </m:e>
                      <m:sup>
                        <m:r>
                          <a:rPr lang="en-US" sz="2000">
                            <a:latin typeface="Cambria Math" panose="02040503050406030204" pitchFamily="18" charset="0"/>
                            <a:ea typeface="Cambria Math" panose="02040503050406030204" pitchFamily="18" charset="0"/>
                          </a:rPr>
                          <m:t>2</m:t>
                        </m:r>
                      </m:sup>
                    </m:sSup>
                    <m:r>
                      <a:rPr lang="en-US" sz="2000">
                        <a:latin typeface="Cambria Math" panose="02040503050406030204" pitchFamily="18" charset="0"/>
                        <a:ea typeface="Cambria Math" panose="02040503050406030204" pitchFamily="18" charset="0"/>
                      </a:rPr>
                      <m:t>=</m:t>
                    </m:r>
                    <m:f>
                      <m:fPr>
                        <m:ctrlPr>
                          <a:rPr lang="en-IN" sz="2000" i="1">
                            <a:latin typeface="Cambria Math" panose="02040503050406030204" pitchFamily="18" charset="0"/>
                            <a:ea typeface="Cambria Math" panose="02040503050406030204" pitchFamily="18" charset="0"/>
                          </a:rPr>
                        </m:ctrlPr>
                      </m:fPr>
                      <m:num>
                        <m:r>
                          <a:rPr lang="en-US" sz="2000">
                            <a:latin typeface="Cambria Math" panose="02040503050406030204" pitchFamily="18" charset="0"/>
                            <a:ea typeface="Cambria Math" panose="02040503050406030204" pitchFamily="18" charset="0"/>
                          </a:rPr>
                          <m:t>∑</m:t>
                        </m:r>
                        <m:sSup>
                          <m:sSupPr>
                            <m:ctrlPr>
                              <a:rPr lang="en-IN" sz="2000" i="1">
                                <a:latin typeface="Cambria Math" panose="02040503050406030204" pitchFamily="18" charset="0"/>
                                <a:ea typeface="Cambria Math" panose="02040503050406030204" pitchFamily="18" charset="0"/>
                              </a:rPr>
                            </m:ctrlPr>
                          </m:sSupPr>
                          <m:e>
                            <m:d>
                              <m:dPr>
                                <m:ctrlPr>
                                  <a:rPr lang="en-IN" sz="2000" i="1">
                                    <a:latin typeface="Cambria Math" panose="02040503050406030204" pitchFamily="18" charset="0"/>
                                    <a:ea typeface="Cambria Math" panose="02040503050406030204" pitchFamily="18" charset="0"/>
                                  </a:rPr>
                                </m:ctrlPr>
                              </m:dPr>
                              <m:e>
                                <m:sSub>
                                  <m:sSubPr>
                                    <m:ctrlPr>
                                      <a:rPr lang="en-IN" sz="2000" i="1">
                                        <a:latin typeface="Cambria Math" panose="02040503050406030204" pitchFamily="18" charset="0"/>
                                        <a:ea typeface="Cambria Math" panose="02040503050406030204" pitchFamily="18" charset="0"/>
                                      </a:rPr>
                                    </m:ctrlPr>
                                  </m:sSubPr>
                                  <m:e>
                                    <m:r>
                                      <a:rPr lang="en-US" sz="2000">
                                        <a:latin typeface="Cambria Math" panose="02040503050406030204" pitchFamily="18" charset="0"/>
                                        <a:ea typeface="Cambria Math" panose="02040503050406030204" pitchFamily="18" charset="0"/>
                                      </a:rPr>
                                      <m:t>𝑥</m:t>
                                    </m:r>
                                  </m:e>
                                  <m:sub>
                                    <m:r>
                                      <a:rPr lang="en-US" sz="2000">
                                        <a:latin typeface="Cambria Math" panose="02040503050406030204" pitchFamily="18" charset="0"/>
                                        <a:ea typeface="Cambria Math" panose="02040503050406030204" pitchFamily="18" charset="0"/>
                                      </a:rPr>
                                      <m:t>𝑖</m:t>
                                    </m:r>
                                  </m:sub>
                                </m:sSub>
                                <m:r>
                                  <a:rPr lang="en-US" sz="2000">
                                    <a:latin typeface="Cambria Math" panose="02040503050406030204" pitchFamily="18" charset="0"/>
                                    <a:ea typeface="Cambria Math" panose="02040503050406030204" pitchFamily="18" charset="0"/>
                                  </a:rPr>
                                  <m:t>−</m:t>
                                </m:r>
                                <m:acc>
                                  <m:accPr>
                                    <m:chr m:val="̅"/>
                                    <m:ctrlPr>
                                      <a:rPr lang="en-IN" sz="2000" i="1">
                                        <a:latin typeface="Cambria Math" panose="02040503050406030204" pitchFamily="18" charset="0"/>
                                        <a:ea typeface="Cambria Math" panose="02040503050406030204" pitchFamily="18" charset="0"/>
                                      </a:rPr>
                                    </m:ctrlPr>
                                  </m:accPr>
                                  <m:e>
                                    <m:r>
                                      <a:rPr lang="en-US" sz="2000">
                                        <a:latin typeface="Cambria Math" panose="02040503050406030204" pitchFamily="18" charset="0"/>
                                        <a:ea typeface="Cambria Math" panose="02040503050406030204" pitchFamily="18" charset="0"/>
                                      </a:rPr>
                                      <m:t>𝑥</m:t>
                                    </m:r>
                                  </m:e>
                                </m:acc>
                              </m:e>
                            </m:d>
                          </m:e>
                          <m:sup>
                            <m:r>
                              <a:rPr lang="en-US" sz="2000">
                                <a:latin typeface="Cambria Math" panose="02040503050406030204" pitchFamily="18" charset="0"/>
                                <a:ea typeface="Cambria Math" panose="02040503050406030204" pitchFamily="18" charset="0"/>
                              </a:rPr>
                              <m:t>2</m:t>
                            </m:r>
                          </m:sup>
                        </m:sSup>
                      </m:num>
                      <m:den>
                        <m:r>
                          <a:rPr lang="en-US" sz="2000">
                            <a:latin typeface="Cambria Math" panose="02040503050406030204" pitchFamily="18" charset="0"/>
                            <a:ea typeface="Cambria Math" panose="02040503050406030204" pitchFamily="18" charset="0"/>
                          </a:rPr>
                          <m:t>𝑁</m:t>
                        </m:r>
                      </m:den>
                    </m:f>
                  </m:oMath>
                </a14:m>
                <a:endParaRPr lang="fr-FR" sz="2000">
                  <a:latin typeface="Cambria Math" panose="02040503050406030204" pitchFamily="18" charset="0"/>
                  <a:ea typeface="Cambria Math" panose="02040503050406030204" pitchFamily="18" charset="0"/>
                </a:endParaRPr>
              </a:p>
              <a:p>
                <a:pPr>
                  <a:lnSpc>
                    <a:spcPct val="150000"/>
                  </a:lnSpc>
                </a:pPr>
                <a:r>
                  <a:rPr lang="en-IN" sz="2000">
                    <a:latin typeface="Cambria Math" panose="02040503050406030204" pitchFamily="18" charset="0"/>
                    <a:ea typeface="Cambria Math" panose="02040503050406030204" pitchFamily="18" charset="0"/>
                  </a:rPr>
                  <a:t>(3−4.8)^2 = 3.24</a:t>
                </a:r>
              </a:p>
              <a:p>
                <a:pPr>
                  <a:lnSpc>
                    <a:spcPct val="150000"/>
                  </a:lnSpc>
                </a:pPr>
                <a:r>
                  <a:rPr lang="en-IN" sz="2000">
                    <a:latin typeface="Cambria Math" panose="02040503050406030204" pitchFamily="18" charset="0"/>
                    <a:ea typeface="Cambria Math" panose="02040503050406030204" pitchFamily="18" charset="0"/>
                  </a:rPr>
                  <a:t>(7−4.8)^2 = 4.84</a:t>
                </a:r>
              </a:p>
              <a:p>
                <a:pPr>
                  <a:lnSpc>
                    <a:spcPct val="150000"/>
                  </a:lnSpc>
                </a:pPr>
                <a:r>
                  <a:rPr lang="en-IN" sz="2000">
                    <a:latin typeface="Cambria Math" panose="02040503050406030204" pitchFamily="18" charset="0"/>
                    <a:ea typeface="Cambria Math" panose="02040503050406030204" pitchFamily="18" charset="0"/>
                  </a:rPr>
                  <a:t>(7−4.8)^2 = 4.84</a:t>
                </a:r>
              </a:p>
              <a:p>
                <a:pPr>
                  <a:lnSpc>
                    <a:spcPct val="150000"/>
                  </a:lnSpc>
                </a:pPr>
                <a:r>
                  <a:rPr lang="en-IN" sz="2000">
                    <a:latin typeface="Cambria Math" panose="02040503050406030204" pitchFamily="18" charset="0"/>
                    <a:ea typeface="Cambria Math" panose="02040503050406030204" pitchFamily="18" charset="0"/>
                  </a:rPr>
                  <a:t>(2−4.8)^2 = 7.84</a:t>
                </a:r>
              </a:p>
              <a:p>
                <a:pPr>
                  <a:lnSpc>
                    <a:spcPct val="150000"/>
                  </a:lnSpc>
                </a:pPr>
                <a:r>
                  <a:rPr lang="en-IN" sz="2000">
                    <a:latin typeface="Cambria Math" panose="02040503050406030204" pitchFamily="18" charset="0"/>
                    <a:ea typeface="Cambria Math" panose="02040503050406030204" pitchFamily="18" charset="0"/>
                  </a:rPr>
                  <a:t>(5−4.8)^2 = 0.04</a:t>
                </a:r>
              </a:p>
              <a:p>
                <a:pPr>
                  <a:lnSpc>
                    <a:spcPct val="150000"/>
                  </a:lnSpc>
                </a:pPr>
                <a:r>
                  <a:rPr lang="en-IN" sz="2000">
                    <a:latin typeface="Cambria Math" panose="02040503050406030204" pitchFamily="18" charset="0"/>
                    <a:ea typeface="Cambria Math" panose="02040503050406030204" pitchFamily="18" charset="0"/>
                  </a:rPr>
                  <a:t>Variance= (3.24+4.54+4.84+7.84+0.04)</a:t>
                </a:r>
                <a14:m>
                  <m:oMath xmlns:m="http://schemas.openxmlformats.org/officeDocument/2006/math">
                    <m:r>
                      <a:rPr lang="en-IN" sz="2000">
                        <a:latin typeface="Cambria Math" panose="02040503050406030204" pitchFamily="18" charset="0"/>
                        <a:ea typeface="Cambria Math" panose="02040503050406030204" pitchFamily="18" charset="0"/>
                      </a:rPr>
                      <m:t>÷</m:t>
                    </m:r>
                    <m:r>
                      <a:rPr lang="en-US" sz="2000">
                        <a:latin typeface="Cambria Math" panose="02040503050406030204" pitchFamily="18" charset="0"/>
                        <a:ea typeface="Cambria Math" panose="02040503050406030204" pitchFamily="18" charset="0"/>
                      </a:rPr>
                      <m:t>5=4.16</m:t>
                    </m:r>
                  </m:oMath>
                </a14:m>
                <a:endParaRPr lang="en-US" sz="2000">
                  <a:latin typeface="Cambria Math" panose="02040503050406030204" pitchFamily="18" charset="0"/>
                  <a:ea typeface="Cambria Math" panose="02040503050406030204" pitchFamily="18" charset="0"/>
                </a:endParaRPr>
              </a:p>
              <a:p>
                <a:pPr lvl="0"/>
                <a:r>
                  <a:rPr lang="en-IN" sz="2000" u="sng">
                    <a:latin typeface="Cambria Math" panose="02040503050406030204" pitchFamily="18" charset="0"/>
                    <a:ea typeface="Cambria Math" panose="02040503050406030204" pitchFamily="18" charset="0"/>
                  </a:rPr>
                  <a:t>Standard Deviation </a:t>
                </a:r>
                <a:r>
                  <a:rPr lang="en-IN" sz="2000">
                    <a:latin typeface="Cambria Math" panose="02040503050406030204" pitchFamily="18" charset="0"/>
                    <a:ea typeface="Cambria Math" panose="02040503050406030204" pitchFamily="18" charset="0"/>
                  </a:rPr>
                  <a:t>= </a:t>
                </a:r>
                <a:r>
                  <a:rPr lang="en-US" sz="2000">
                    <a:latin typeface="Cambria Math" panose="02040503050406030204" pitchFamily="18" charset="0"/>
                    <a:ea typeface="Cambria Math" panose="02040503050406030204" pitchFamily="18" charset="0"/>
                  </a:rPr>
                  <a:t> </a:t>
                </a:r>
                <a14:m>
                  <m:oMath xmlns:m="http://schemas.openxmlformats.org/officeDocument/2006/math">
                    <m:r>
                      <a:rPr lang="en-US" sz="2000">
                        <a:latin typeface="Cambria Math" panose="02040503050406030204" pitchFamily="18" charset="0"/>
                        <a:ea typeface="Cambria Math" panose="02040503050406030204" pitchFamily="18" charset="0"/>
                      </a:rPr>
                      <m:t>𝜎</m:t>
                    </m:r>
                    <m:r>
                      <a:rPr lang="en-US" sz="2000">
                        <a:latin typeface="Cambria Math" panose="02040503050406030204" pitchFamily="18" charset="0"/>
                        <a:ea typeface="Cambria Math" panose="02040503050406030204" pitchFamily="18" charset="0"/>
                      </a:rPr>
                      <m:t>=</m:t>
                    </m:r>
                    <m:f>
                      <m:fPr>
                        <m:ctrlPr>
                          <a:rPr lang="en-IN" sz="2000" i="1">
                            <a:latin typeface="Cambria Math" panose="02040503050406030204" pitchFamily="18" charset="0"/>
                            <a:ea typeface="Cambria Math" panose="02040503050406030204" pitchFamily="18" charset="0"/>
                          </a:rPr>
                        </m:ctrlPr>
                      </m:fPr>
                      <m:num>
                        <m:r>
                          <a:rPr lang="en-US" sz="2000">
                            <a:latin typeface="Cambria Math" panose="02040503050406030204" pitchFamily="18" charset="0"/>
                            <a:ea typeface="Cambria Math" panose="02040503050406030204" pitchFamily="18" charset="0"/>
                          </a:rPr>
                          <m:t>∑</m:t>
                        </m:r>
                        <m:sSup>
                          <m:sSupPr>
                            <m:ctrlPr>
                              <a:rPr lang="en-IN" sz="2000" i="1">
                                <a:latin typeface="Cambria Math" panose="02040503050406030204" pitchFamily="18" charset="0"/>
                                <a:ea typeface="Cambria Math" panose="02040503050406030204" pitchFamily="18" charset="0"/>
                              </a:rPr>
                            </m:ctrlPr>
                          </m:sSupPr>
                          <m:e>
                            <m:d>
                              <m:dPr>
                                <m:ctrlPr>
                                  <a:rPr lang="en-IN" sz="2000" i="1">
                                    <a:latin typeface="Cambria Math" panose="02040503050406030204" pitchFamily="18" charset="0"/>
                                    <a:ea typeface="Cambria Math" panose="02040503050406030204" pitchFamily="18" charset="0"/>
                                  </a:rPr>
                                </m:ctrlPr>
                              </m:dPr>
                              <m:e>
                                <m:sSub>
                                  <m:sSubPr>
                                    <m:ctrlPr>
                                      <a:rPr lang="en-IN" sz="2000" i="1">
                                        <a:latin typeface="Cambria Math" panose="02040503050406030204" pitchFamily="18" charset="0"/>
                                        <a:ea typeface="Cambria Math" panose="02040503050406030204" pitchFamily="18" charset="0"/>
                                      </a:rPr>
                                    </m:ctrlPr>
                                  </m:sSubPr>
                                  <m:e>
                                    <m:r>
                                      <a:rPr lang="en-US" sz="2000">
                                        <a:latin typeface="Cambria Math" panose="02040503050406030204" pitchFamily="18" charset="0"/>
                                        <a:ea typeface="Cambria Math" panose="02040503050406030204" pitchFamily="18" charset="0"/>
                                      </a:rPr>
                                      <m:t>𝑥</m:t>
                                    </m:r>
                                  </m:e>
                                  <m:sub>
                                    <m:r>
                                      <a:rPr lang="en-US" sz="2000">
                                        <a:latin typeface="Cambria Math" panose="02040503050406030204" pitchFamily="18" charset="0"/>
                                        <a:ea typeface="Cambria Math" panose="02040503050406030204" pitchFamily="18" charset="0"/>
                                      </a:rPr>
                                      <m:t>𝑖</m:t>
                                    </m:r>
                                  </m:sub>
                                </m:sSub>
                                <m:r>
                                  <a:rPr lang="en-US" sz="2000">
                                    <a:latin typeface="Cambria Math" panose="02040503050406030204" pitchFamily="18" charset="0"/>
                                    <a:ea typeface="Cambria Math" panose="02040503050406030204" pitchFamily="18" charset="0"/>
                                  </a:rPr>
                                  <m:t>−</m:t>
                                </m:r>
                                <m:acc>
                                  <m:accPr>
                                    <m:chr m:val="̅"/>
                                    <m:ctrlPr>
                                      <a:rPr lang="en-IN" sz="2000" i="1">
                                        <a:latin typeface="Cambria Math" panose="02040503050406030204" pitchFamily="18" charset="0"/>
                                        <a:ea typeface="Cambria Math" panose="02040503050406030204" pitchFamily="18" charset="0"/>
                                      </a:rPr>
                                    </m:ctrlPr>
                                  </m:accPr>
                                  <m:e>
                                    <m:r>
                                      <a:rPr lang="en-US" sz="2000">
                                        <a:latin typeface="Cambria Math" panose="02040503050406030204" pitchFamily="18" charset="0"/>
                                        <a:ea typeface="Cambria Math" panose="02040503050406030204" pitchFamily="18" charset="0"/>
                                      </a:rPr>
                                      <m:t>𝑥</m:t>
                                    </m:r>
                                  </m:e>
                                </m:acc>
                              </m:e>
                            </m:d>
                          </m:e>
                          <m:sup>
                            <m:r>
                              <a:rPr lang="en-US" sz="2000">
                                <a:latin typeface="Cambria Math" panose="02040503050406030204" pitchFamily="18" charset="0"/>
                                <a:ea typeface="Cambria Math" panose="02040503050406030204" pitchFamily="18" charset="0"/>
                              </a:rPr>
                              <m:t>2</m:t>
                            </m:r>
                          </m:sup>
                        </m:sSup>
                      </m:num>
                      <m:den>
                        <m:r>
                          <a:rPr lang="en-US" sz="2000">
                            <a:latin typeface="Cambria Math" panose="02040503050406030204" pitchFamily="18" charset="0"/>
                            <a:ea typeface="Cambria Math" panose="02040503050406030204" pitchFamily="18" charset="0"/>
                          </a:rPr>
                          <m:t>𝑁</m:t>
                        </m:r>
                      </m:den>
                    </m:f>
                  </m:oMath>
                </a14:m>
                <a:r>
                  <a:rPr lang="en-IN" sz="2000">
                    <a:latin typeface="Cambria Math" panose="02040503050406030204" pitchFamily="18" charset="0"/>
                    <a:ea typeface="Cambria Math" panose="02040503050406030204" pitchFamily="18" charset="0"/>
                  </a:rPr>
                  <a:t> = </a:t>
                </a:r>
                <a14:m>
                  <m:oMath xmlns:m="http://schemas.openxmlformats.org/officeDocument/2006/math">
                    <m:r>
                      <a:rPr lang="en-IN" sz="2000" dirty="0">
                        <a:latin typeface="Cambria Math" panose="02040503050406030204" pitchFamily="18" charset="0"/>
                        <a:ea typeface="Cambria Math" panose="02040503050406030204" pitchFamily="18" charset="0"/>
                      </a:rPr>
                      <m:t>√</m:t>
                    </m:r>
                    <m:r>
                      <a:rPr lang="en-US" sz="2000" dirty="0">
                        <a:latin typeface="Cambria Math" panose="02040503050406030204" pitchFamily="18" charset="0"/>
                        <a:ea typeface="Cambria Math" panose="02040503050406030204" pitchFamily="18" charset="0"/>
                      </a:rPr>
                      <m:t>4.16</m:t>
                    </m:r>
                  </m:oMath>
                </a14:m>
                <a:r>
                  <a:rPr lang="en-IN" sz="2000">
                    <a:latin typeface="Cambria Math" panose="02040503050406030204" pitchFamily="18" charset="0"/>
                    <a:ea typeface="Cambria Math" panose="02040503050406030204" pitchFamily="18" charset="0"/>
                  </a:rPr>
                  <a:t> ≈ 2.04</a:t>
                </a:r>
              </a:p>
            </p:txBody>
          </p:sp>
        </mc:Choice>
        <mc:Fallback>
          <p:sp>
            <p:nvSpPr>
              <p:cNvPr id="2" name="TextBox 1">
                <a:extLst>
                  <a:ext uri="{FF2B5EF4-FFF2-40B4-BE49-F238E27FC236}">
                    <a16:creationId xmlns:a16="http://schemas.microsoft.com/office/drawing/2014/main" id="{7FB5BB68-3D62-42CB-AD03-901F5040DCEE}"/>
                  </a:ext>
                </a:extLst>
              </p:cNvPr>
              <p:cNvSpPr txBox="1">
                <a:spLocks noRot="1" noChangeAspect="1" noMove="1" noResize="1" noEditPoints="1" noAdjustHandles="1" noChangeArrowheads="1" noChangeShapeType="1" noTextEdit="1"/>
              </p:cNvSpPr>
              <p:nvPr/>
            </p:nvSpPr>
            <p:spPr>
              <a:xfrm>
                <a:off x="221673" y="296924"/>
                <a:ext cx="6026727" cy="4943405"/>
              </a:xfrm>
              <a:prstGeom prst="rect">
                <a:avLst/>
              </a:prstGeom>
              <a:blipFill>
                <a:blip r:embed="rId2"/>
                <a:stretch>
                  <a:fillRect l="-1011" b="-493"/>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E64097EF-168A-4064-8842-3D31D34CB4BC}"/>
              </a:ext>
            </a:extLst>
          </p:cNvPr>
          <p:cNvSpPr txBox="1"/>
          <p:nvPr/>
        </p:nvSpPr>
        <p:spPr>
          <a:xfrm>
            <a:off x="6248400" y="219775"/>
            <a:ext cx="5943600" cy="4985980"/>
          </a:xfrm>
          <a:prstGeom prst="rect">
            <a:avLst/>
          </a:prstGeom>
          <a:noFill/>
        </p:spPr>
        <p:txBody>
          <a:bodyPr wrap="square" rtlCol="0">
            <a:spAutoFit/>
          </a:bodyPr>
          <a:lstStyle/>
          <a:p>
            <a:pPr>
              <a:lnSpc>
                <a:spcPct val="150000"/>
              </a:lnSpc>
            </a:pPr>
            <a:r>
              <a:rPr lang="en-IN" sz="2000" u="sng">
                <a:latin typeface="Cambria Math" panose="02040503050406030204" pitchFamily="18" charset="0"/>
                <a:ea typeface="Cambria Math" panose="02040503050406030204" pitchFamily="18" charset="0"/>
              </a:rPr>
              <a:t>Interquartile Range (IQR),</a:t>
            </a:r>
          </a:p>
          <a:p>
            <a:pPr>
              <a:lnSpc>
                <a:spcPct val="150000"/>
              </a:lnSpc>
            </a:pPr>
            <a:r>
              <a:rPr lang="en-US" sz="2000">
                <a:latin typeface="Cambria Math" panose="02040503050406030204" pitchFamily="18" charset="0"/>
                <a:ea typeface="Cambria Math" panose="02040503050406030204" pitchFamily="18" charset="0"/>
              </a:rPr>
              <a:t>arrange the data in ascending order</a:t>
            </a:r>
          </a:p>
          <a:p>
            <a:pPr>
              <a:lnSpc>
                <a:spcPct val="150000"/>
              </a:lnSpc>
            </a:pPr>
            <a:r>
              <a:rPr lang="en-IN" sz="2000">
                <a:latin typeface="Cambria Math" panose="02040503050406030204" pitchFamily="18" charset="0"/>
                <a:ea typeface="Cambria Math" panose="02040503050406030204" pitchFamily="18" charset="0"/>
              </a:rPr>
              <a:t>2, 3, 5, 7, 7</a:t>
            </a:r>
          </a:p>
          <a:p>
            <a:pPr>
              <a:lnSpc>
                <a:spcPct val="150000"/>
              </a:lnSpc>
            </a:pPr>
            <a:r>
              <a:rPr lang="en-US" sz="2000">
                <a:latin typeface="Cambria Math" panose="02040503050406030204" pitchFamily="18" charset="0"/>
                <a:ea typeface="Cambria Math" panose="02040503050406030204" pitchFamily="18" charset="0"/>
              </a:rPr>
              <a:t>To find the quartiles:</a:t>
            </a:r>
          </a:p>
          <a:p>
            <a:pPr>
              <a:lnSpc>
                <a:spcPct val="150000"/>
              </a:lnSpc>
            </a:pPr>
            <a:r>
              <a:rPr lang="en-US" sz="2000">
                <a:latin typeface="Cambria Math" panose="02040503050406030204" pitchFamily="18" charset="0"/>
                <a:ea typeface="Cambria Math" panose="02040503050406030204" pitchFamily="18" charset="0"/>
              </a:rPr>
              <a:t>Q1 (1st quartile) is the median of the first half (2, 3):</a:t>
            </a:r>
          </a:p>
          <a:p>
            <a:pPr>
              <a:lnSpc>
                <a:spcPct val="150000"/>
              </a:lnSpc>
            </a:pPr>
            <a:r>
              <a:rPr lang="en-US" sz="2000">
                <a:latin typeface="Cambria Math" panose="02040503050406030204" pitchFamily="18" charset="0"/>
                <a:ea typeface="Cambria Math" panose="02040503050406030204" pitchFamily="18" charset="0"/>
              </a:rPr>
              <a:t>Q1=(2+3)/2=2.5</a:t>
            </a:r>
          </a:p>
          <a:p>
            <a:pPr>
              <a:lnSpc>
                <a:spcPct val="150000"/>
              </a:lnSpc>
            </a:pPr>
            <a:r>
              <a:rPr lang="en-US" sz="2000">
                <a:latin typeface="Cambria Math" panose="02040503050406030204" pitchFamily="18" charset="0"/>
                <a:ea typeface="Cambria Math" panose="02040503050406030204" pitchFamily="18" charset="0"/>
              </a:rPr>
              <a:t>Q3 (3rd quartile) is the median of the second half (5, 7, 7):</a:t>
            </a:r>
          </a:p>
          <a:p>
            <a:pPr>
              <a:lnSpc>
                <a:spcPct val="150000"/>
              </a:lnSpc>
            </a:pPr>
            <a:r>
              <a:rPr lang="en-US" sz="2000">
                <a:latin typeface="Cambria Math" panose="02040503050406030204" pitchFamily="18" charset="0"/>
                <a:ea typeface="Cambria Math" panose="02040503050406030204" pitchFamily="18" charset="0"/>
              </a:rPr>
              <a:t>Q3=7</a:t>
            </a:r>
          </a:p>
          <a:p>
            <a:pPr>
              <a:lnSpc>
                <a:spcPct val="150000"/>
              </a:lnSpc>
            </a:pPr>
            <a:r>
              <a:rPr lang="en-US" sz="2000">
                <a:latin typeface="Cambria Math" panose="02040503050406030204" pitchFamily="18" charset="0"/>
                <a:ea typeface="Cambria Math" panose="02040503050406030204" pitchFamily="18" charset="0"/>
              </a:rPr>
              <a:t>IQR=Q3−Q1=7−2.5=4.5</a:t>
            </a:r>
            <a:endParaRPr lang="en-IN" sz="2000">
              <a:latin typeface="Cambria Math" panose="02040503050406030204" pitchFamily="18" charset="0"/>
              <a:ea typeface="Cambria Math" panose="02040503050406030204" pitchFamily="18" charset="0"/>
            </a:endParaRPr>
          </a:p>
          <a:p>
            <a:endParaRPr lang="en-IN"/>
          </a:p>
        </p:txBody>
      </p:sp>
    </p:spTree>
    <p:extLst>
      <p:ext uri="{BB962C8B-B14F-4D97-AF65-F5344CB8AC3E}">
        <p14:creationId xmlns:p14="http://schemas.microsoft.com/office/powerpoint/2010/main" val="1202778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E5CE2B-F326-4C56-86E2-14E92A7FBA6A}"/>
              </a:ext>
            </a:extLst>
          </p:cNvPr>
          <p:cNvSpPr txBox="1"/>
          <p:nvPr/>
        </p:nvSpPr>
        <p:spPr>
          <a:xfrm>
            <a:off x="387927" y="304800"/>
            <a:ext cx="10917382" cy="830997"/>
          </a:xfrm>
          <a:prstGeom prst="rect">
            <a:avLst/>
          </a:prstGeom>
          <a:noFill/>
        </p:spPr>
        <p:txBody>
          <a:bodyPr wrap="square" rtlCol="0">
            <a:spAutoFit/>
          </a:bodyPr>
          <a:lstStyle/>
          <a:p>
            <a:r>
              <a:rPr lang="en-US" sz="2800" u="sng">
                <a:latin typeface="Cambria Math" panose="02040503050406030204" pitchFamily="18" charset="0"/>
                <a:ea typeface="Cambria Math" panose="02040503050406030204" pitchFamily="18" charset="0"/>
              </a:rPr>
              <a:t>Data visualization</a:t>
            </a:r>
          </a:p>
          <a:p>
            <a:r>
              <a:rPr lang="en-IN" sz="2000">
                <a:latin typeface="Cambria Math" panose="02040503050406030204" pitchFamily="18" charset="0"/>
                <a:ea typeface="Cambria Math" panose="02040503050406030204" pitchFamily="18" charset="0"/>
              </a:rPr>
              <a:t>Data visualization is the graphical representation of data and information.</a:t>
            </a:r>
          </a:p>
        </p:txBody>
      </p:sp>
      <p:pic>
        <p:nvPicPr>
          <p:cNvPr id="3" name="Picture 2" descr="C:\Users\Gayathri\AppData\Local\Microsoft\Windows\INetCache\Content.MSO\E6B86B28.tmp">
            <a:extLst>
              <a:ext uri="{FF2B5EF4-FFF2-40B4-BE49-F238E27FC236}">
                <a16:creationId xmlns:a16="http://schemas.microsoft.com/office/drawing/2014/main" id="{B6259210-4882-4855-BB13-0E5E6DD89DC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21723" y="1439141"/>
            <a:ext cx="4158096" cy="3979718"/>
          </a:xfrm>
          <a:prstGeom prst="rect">
            <a:avLst/>
          </a:prstGeom>
          <a:noFill/>
          <a:ln>
            <a:noFill/>
          </a:ln>
        </p:spPr>
      </p:pic>
      <p:sp>
        <p:nvSpPr>
          <p:cNvPr id="4" name="TextBox 3">
            <a:extLst>
              <a:ext uri="{FF2B5EF4-FFF2-40B4-BE49-F238E27FC236}">
                <a16:creationId xmlns:a16="http://schemas.microsoft.com/office/drawing/2014/main" id="{45A428F7-8381-4E6A-83AB-2D164616364A}"/>
              </a:ext>
            </a:extLst>
          </p:cNvPr>
          <p:cNvSpPr txBox="1"/>
          <p:nvPr/>
        </p:nvSpPr>
        <p:spPr>
          <a:xfrm>
            <a:off x="621723" y="5597236"/>
            <a:ext cx="3602182" cy="400110"/>
          </a:xfrm>
          <a:prstGeom prst="rect">
            <a:avLst/>
          </a:prstGeom>
          <a:noFill/>
        </p:spPr>
        <p:txBody>
          <a:bodyPr wrap="square" rtlCol="0">
            <a:spAutoFit/>
          </a:bodyPr>
          <a:lstStyle/>
          <a:p>
            <a:r>
              <a:rPr lang="en-US" sz="2000">
                <a:latin typeface="Cambria Math" panose="02040503050406030204" pitchFamily="18" charset="0"/>
                <a:ea typeface="Cambria Math" panose="02040503050406030204" pitchFamily="18" charset="0"/>
              </a:rPr>
              <a:t>Bar Chart</a:t>
            </a:r>
            <a:endParaRPr lang="en-IN" sz="2000">
              <a:latin typeface="Cambria Math" panose="02040503050406030204" pitchFamily="18" charset="0"/>
              <a:ea typeface="Cambria Math" panose="02040503050406030204" pitchFamily="18" charset="0"/>
            </a:endParaRPr>
          </a:p>
        </p:txBody>
      </p:sp>
      <p:pic>
        <p:nvPicPr>
          <p:cNvPr id="5" name="Picture 4" descr="C:\Users\Gayathri\AppData\Local\Microsoft\Windows\INetCache\Content.MSO\1A04BD22.tmp">
            <a:extLst>
              <a:ext uri="{FF2B5EF4-FFF2-40B4-BE49-F238E27FC236}">
                <a16:creationId xmlns:a16="http://schemas.microsoft.com/office/drawing/2014/main" id="{6EE6F6C2-110E-449E-AD0D-4B03FF351C2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051964" y="1439141"/>
            <a:ext cx="4518313" cy="3979718"/>
          </a:xfrm>
          <a:prstGeom prst="rect">
            <a:avLst/>
          </a:prstGeom>
          <a:noFill/>
          <a:ln>
            <a:noFill/>
          </a:ln>
        </p:spPr>
      </p:pic>
      <p:sp>
        <p:nvSpPr>
          <p:cNvPr id="6" name="TextBox 5">
            <a:extLst>
              <a:ext uri="{FF2B5EF4-FFF2-40B4-BE49-F238E27FC236}">
                <a16:creationId xmlns:a16="http://schemas.microsoft.com/office/drawing/2014/main" id="{83C957CC-2323-4BD3-8A6B-CE9943430830}"/>
              </a:ext>
            </a:extLst>
          </p:cNvPr>
          <p:cNvSpPr txBox="1"/>
          <p:nvPr/>
        </p:nvSpPr>
        <p:spPr>
          <a:xfrm>
            <a:off x="7661564" y="5597236"/>
            <a:ext cx="2119745" cy="400110"/>
          </a:xfrm>
          <a:prstGeom prst="rect">
            <a:avLst/>
          </a:prstGeom>
          <a:noFill/>
        </p:spPr>
        <p:txBody>
          <a:bodyPr wrap="square" rtlCol="0">
            <a:spAutoFit/>
          </a:bodyPr>
          <a:lstStyle/>
          <a:p>
            <a:r>
              <a:rPr lang="en-US" sz="2000">
                <a:latin typeface="Cambria Math" panose="02040503050406030204" pitchFamily="18" charset="0"/>
                <a:ea typeface="Cambria Math" panose="02040503050406030204" pitchFamily="18" charset="0"/>
              </a:rPr>
              <a:t>Line Chart</a:t>
            </a:r>
            <a:endParaRPr lang="en-IN" sz="200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291351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Gayathri\AppData\Local\Microsoft\Windows\INetCache\Content.MSO\D9C41ECC.tmp">
            <a:extLst>
              <a:ext uri="{FF2B5EF4-FFF2-40B4-BE49-F238E27FC236}">
                <a16:creationId xmlns:a16="http://schemas.microsoft.com/office/drawing/2014/main" id="{8034A93A-E0BA-43B9-90C3-9986902E9E1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94012" y="288781"/>
            <a:ext cx="3409951" cy="3022455"/>
          </a:xfrm>
          <a:prstGeom prst="rect">
            <a:avLst/>
          </a:prstGeom>
          <a:noFill/>
          <a:ln>
            <a:noFill/>
          </a:ln>
        </p:spPr>
      </p:pic>
      <p:sp>
        <p:nvSpPr>
          <p:cNvPr id="3" name="TextBox 2">
            <a:extLst>
              <a:ext uri="{FF2B5EF4-FFF2-40B4-BE49-F238E27FC236}">
                <a16:creationId xmlns:a16="http://schemas.microsoft.com/office/drawing/2014/main" id="{9218C624-01A5-411E-90A5-8734D4C1CA8B}"/>
              </a:ext>
            </a:extLst>
          </p:cNvPr>
          <p:cNvSpPr txBox="1"/>
          <p:nvPr/>
        </p:nvSpPr>
        <p:spPr>
          <a:xfrm>
            <a:off x="4003963" y="1856509"/>
            <a:ext cx="1953491" cy="400110"/>
          </a:xfrm>
          <a:prstGeom prst="rect">
            <a:avLst/>
          </a:prstGeom>
          <a:noFill/>
        </p:spPr>
        <p:txBody>
          <a:bodyPr wrap="square" rtlCol="0">
            <a:spAutoFit/>
          </a:bodyPr>
          <a:lstStyle/>
          <a:p>
            <a:r>
              <a:rPr lang="en-US" sz="2000">
                <a:latin typeface="Cambria Math" panose="02040503050406030204" pitchFamily="18" charset="0"/>
                <a:ea typeface="Cambria Math" panose="02040503050406030204" pitchFamily="18" charset="0"/>
              </a:rPr>
              <a:t>Pie Chart</a:t>
            </a:r>
            <a:endParaRPr lang="en-IN" sz="2000">
              <a:latin typeface="Cambria Math" panose="02040503050406030204" pitchFamily="18" charset="0"/>
              <a:ea typeface="Cambria Math" panose="02040503050406030204" pitchFamily="18" charset="0"/>
            </a:endParaRPr>
          </a:p>
        </p:txBody>
      </p:sp>
      <p:pic>
        <p:nvPicPr>
          <p:cNvPr id="4" name="Picture 3" descr="C:\Users\Gayathri\AppData\Local\Microsoft\Windows\INetCache\Content.MSO\4E3B8D55.tmp">
            <a:extLst>
              <a:ext uri="{FF2B5EF4-FFF2-40B4-BE49-F238E27FC236}">
                <a16:creationId xmlns:a16="http://schemas.microsoft.com/office/drawing/2014/main" id="{C42F2BE5-D804-411F-8445-C171F9081DB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84909" y="3671455"/>
            <a:ext cx="3657600" cy="2897763"/>
          </a:xfrm>
          <a:prstGeom prst="rect">
            <a:avLst/>
          </a:prstGeom>
          <a:noFill/>
          <a:ln>
            <a:noFill/>
          </a:ln>
        </p:spPr>
      </p:pic>
      <p:sp>
        <p:nvSpPr>
          <p:cNvPr id="5" name="TextBox 4">
            <a:extLst>
              <a:ext uri="{FF2B5EF4-FFF2-40B4-BE49-F238E27FC236}">
                <a16:creationId xmlns:a16="http://schemas.microsoft.com/office/drawing/2014/main" id="{FC6AC290-9719-418A-8E1D-38932EE2302A}"/>
              </a:ext>
            </a:extLst>
          </p:cNvPr>
          <p:cNvSpPr txBox="1"/>
          <p:nvPr/>
        </p:nvSpPr>
        <p:spPr>
          <a:xfrm>
            <a:off x="4211781" y="4920281"/>
            <a:ext cx="1814945" cy="400110"/>
          </a:xfrm>
          <a:prstGeom prst="rect">
            <a:avLst/>
          </a:prstGeom>
          <a:noFill/>
        </p:spPr>
        <p:txBody>
          <a:bodyPr wrap="square" rtlCol="0">
            <a:spAutoFit/>
          </a:bodyPr>
          <a:lstStyle/>
          <a:p>
            <a:r>
              <a:rPr lang="en-US" sz="2000">
                <a:latin typeface="Cambria Math" panose="02040503050406030204" pitchFamily="18" charset="0"/>
                <a:ea typeface="Cambria Math" panose="02040503050406030204" pitchFamily="18" charset="0"/>
              </a:rPr>
              <a:t>Histograms</a:t>
            </a:r>
            <a:endParaRPr lang="en-IN" sz="2000">
              <a:latin typeface="Cambria Math" panose="02040503050406030204" pitchFamily="18" charset="0"/>
              <a:ea typeface="Cambria Math" panose="02040503050406030204" pitchFamily="18" charset="0"/>
            </a:endParaRPr>
          </a:p>
        </p:txBody>
      </p:sp>
      <p:pic>
        <p:nvPicPr>
          <p:cNvPr id="6" name="Picture 5" descr="C:\Users\Gayathri\AppData\Local\Microsoft\Windows\INetCache\Content.MSO\8E9D61A7.tmp">
            <a:extLst>
              <a:ext uri="{FF2B5EF4-FFF2-40B4-BE49-F238E27FC236}">
                <a16:creationId xmlns:a16="http://schemas.microsoft.com/office/drawing/2014/main" id="{B0F4ACD7-A0B2-4197-80CD-5416E732DDB6}"/>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5680365" y="401782"/>
            <a:ext cx="6317672" cy="2909454"/>
          </a:xfrm>
          <a:prstGeom prst="rect">
            <a:avLst/>
          </a:prstGeom>
          <a:noFill/>
          <a:ln>
            <a:noFill/>
          </a:ln>
        </p:spPr>
      </p:pic>
      <p:sp>
        <p:nvSpPr>
          <p:cNvPr id="7" name="TextBox 6">
            <a:extLst>
              <a:ext uri="{FF2B5EF4-FFF2-40B4-BE49-F238E27FC236}">
                <a16:creationId xmlns:a16="http://schemas.microsoft.com/office/drawing/2014/main" id="{A9A2DF2D-01BA-4A0B-81AC-254D2A4A03CC}"/>
              </a:ext>
            </a:extLst>
          </p:cNvPr>
          <p:cNvSpPr txBox="1"/>
          <p:nvPr/>
        </p:nvSpPr>
        <p:spPr>
          <a:xfrm>
            <a:off x="8257309" y="3429000"/>
            <a:ext cx="3449782" cy="677108"/>
          </a:xfrm>
          <a:prstGeom prst="rect">
            <a:avLst/>
          </a:prstGeom>
          <a:noFill/>
        </p:spPr>
        <p:txBody>
          <a:bodyPr wrap="square" rtlCol="0">
            <a:spAutoFit/>
          </a:bodyPr>
          <a:lstStyle/>
          <a:p>
            <a:r>
              <a:rPr lang="en-US" sz="2000">
                <a:latin typeface="Cambria Math" panose="02040503050406030204" pitchFamily="18" charset="0"/>
                <a:ea typeface="Cambria Math" panose="02040503050406030204" pitchFamily="18" charset="0"/>
              </a:rPr>
              <a:t>Box plots</a:t>
            </a:r>
            <a:endParaRPr lang="en-IN" sz="2000">
              <a:latin typeface="Cambria Math" panose="02040503050406030204" pitchFamily="18" charset="0"/>
              <a:ea typeface="Cambria Math" panose="02040503050406030204" pitchFamily="18" charset="0"/>
            </a:endParaRPr>
          </a:p>
          <a:p>
            <a:endParaRPr lang="en-IN"/>
          </a:p>
        </p:txBody>
      </p:sp>
    </p:spTree>
    <p:extLst>
      <p:ext uri="{BB962C8B-B14F-4D97-AF65-F5344CB8AC3E}">
        <p14:creationId xmlns:p14="http://schemas.microsoft.com/office/powerpoint/2010/main" val="38535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C3A8E8-7239-4598-9733-6DDB551AC1F0}"/>
              </a:ext>
            </a:extLst>
          </p:cNvPr>
          <p:cNvSpPr txBox="1"/>
          <p:nvPr/>
        </p:nvSpPr>
        <p:spPr>
          <a:xfrm>
            <a:off x="304800" y="332509"/>
            <a:ext cx="11402291" cy="4866973"/>
          </a:xfrm>
          <a:prstGeom prst="rect">
            <a:avLst/>
          </a:prstGeom>
          <a:noFill/>
        </p:spPr>
        <p:txBody>
          <a:bodyPr wrap="square" rtlCol="0">
            <a:spAutoFit/>
          </a:bodyPr>
          <a:lstStyle/>
          <a:p>
            <a:pPr defTabSz="914400">
              <a:lnSpc>
                <a:spcPct val="120000"/>
              </a:lnSpc>
              <a:spcBef>
                <a:spcPts val="1000"/>
              </a:spcBef>
              <a:buClr>
                <a:schemeClr val="accent1"/>
              </a:buClr>
              <a:buSzPct val="100000"/>
            </a:pPr>
            <a:endParaRPr lang="en-IN" sz="2800">
              <a:latin typeface="Cambria Math" panose="02040503050406030204" pitchFamily="18" charset="0"/>
              <a:ea typeface="Cambria Math" panose="02040503050406030204" pitchFamily="18" charset="0"/>
            </a:endParaRP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Descriptive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Inferential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Multivariate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Non-Parametric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Time Series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Bayesian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Sampling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Machine Learning Methods</a:t>
            </a:r>
          </a:p>
          <a:p>
            <a:endParaRPr lang="en-IN"/>
          </a:p>
        </p:txBody>
      </p:sp>
    </p:spTree>
    <p:extLst>
      <p:ext uri="{BB962C8B-B14F-4D97-AF65-F5344CB8AC3E}">
        <p14:creationId xmlns:p14="http://schemas.microsoft.com/office/powerpoint/2010/main" val="868674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D64AAB-3DD2-423F-9992-634350A9E6DA}"/>
              </a:ext>
            </a:extLst>
          </p:cNvPr>
          <p:cNvSpPr txBox="1"/>
          <p:nvPr/>
        </p:nvSpPr>
        <p:spPr>
          <a:xfrm>
            <a:off x="207818" y="193964"/>
            <a:ext cx="11679382" cy="1446550"/>
          </a:xfrm>
          <a:prstGeom prst="rect">
            <a:avLst/>
          </a:prstGeom>
          <a:noFill/>
        </p:spPr>
        <p:txBody>
          <a:bodyPr wrap="square" rtlCol="0">
            <a:spAutoFit/>
          </a:bodyPr>
          <a:lstStyle/>
          <a:p>
            <a:r>
              <a:rPr lang="en-US" sz="3200" u="sng">
                <a:latin typeface="Cambria Math" panose="02040503050406030204" pitchFamily="18" charset="0"/>
                <a:ea typeface="Cambria Math" panose="02040503050406030204" pitchFamily="18" charset="0"/>
              </a:rPr>
              <a:t>Inferential statistics</a:t>
            </a:r>
            <a:endParaRPr lang="en-IN" sz="3200" u="sng">
              <a:latin typeface="Cambria Math" panose="02040503050406030204" pitchFamily="18" charset="0"/>
              <a:ea typeface="Cambria Math" panose="02040503050406030204" pitchFamily="18" charset="0"/>
            </a:endParaRPr>
          </a:p>
          <a:p>
            <a:endParaRPr lang="en-IN"/>
          </a:p>
          <a:p>
            <a:r>
              <a:rPr lang="en-IN" sz="2000">
                <a:latin typeface="Cambria Math" panose="02040503050406030204" pitchFamily="18" charset="0"/>
                <a:ea typeface="Cambria Math" panose="02040503050406030204" pitchFamily="18" charset="0"/>
              </a:rPr>
              <a:t>It</a:t>
            </a:r>
            <a:r>
              <a:rPr lang="en-IN"/>
              <a:t> </a:t>
            </a:r>
            <a:r>
              <a:rPr lang="en-IN" sz="2000">
                <a:latin typeface="Cambria Math" panose="02040503050406030204" pitchFamily="18" charset="0"/>
                <a:ea typeface="Cambria Math" panose="02040503050406030204" pitchFamily="18" charset="0"/>
              </a:rPr>
              <a:t>is used by researchers to make inferences about a population based on data collected from a sample. </a:t>
            </a:r>
          </a:p>
          <a:p>
            <a:endParaRPr lang="en-IN"/>
          </a:p>
        </p:txBody>
      </p:sp>
      <p:graphicFrame>
        <p:nvGraphicFramePr>
          <p:cNvPr id="6" name="Diagram 5">
            <a:extLst>
              <a:ext uri="{FF2B5EF4-FFF2-40B4-BE49-F238E27FC236}">
                <a16:creationId xmlns:a16="http://schemas.microsoft.com/office/drawing/2014/main" id="{FFD54B99-5924-42B6-8A12-EE7C485715C5}"/>
              </a:ext>
            </a:extLst>
          </p:cNvPr>
          <p:cNvGraphicFramePr/>
          <p:nvPr>
            <p:extLst>
              <p:ext uri="{D42A27DB-BD31-4B8C-83A1-F6EECF244321}">
                <p14:modId xmlns:p14="http://schemas.microsoft.com/office/powerpoint/2010/main" val="339546963"/>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9717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BED5FE-E162-46AC-A27A-7370034AF0FD}"/>
              </a:ext>
            </a:extLst>
          </p:cNvPr>
          <p:cNvSpPr txBox="1"/>
          <p:nvPr/>
        </p:nvSpPr>
        <p:spPr>
          <a:xfrm>
            <a:off x="249382" y="374073"/>
            <a:ext cx="11762509" cy="4672433"/>
          </a:xfrm>
          <a:prstGeom prst="rect">
            <a:avLst/>
          </a:prstGeom>
          <a:noFill/>
        </p:spPr>
        <p:txBody>
          <a:bodyPr wrap="square" rtlCol="0">
            <a:spAutoFit/>
          </a:bodyPr>
          <a:lstStyle/>
          <a:p>
            <a:r>
              <a:rPr lang="en-US" sz="2800" u="sng">
                <a:latin typeface="Cambria Math" panose="02040503050406030204" pitchFamily="18" charset="0"/>
                <a:ea typeface="Cambria Math" panose="02040503050406030204" pitchFamily="18" charset="0"/>
              </a:rPr>
              <a:t>Regression Analysis</a:t>
            </a:r>
          </a:p>
          <a:p>
            <a:pPr marL="342900" indent="-342900" defTabSz="914400">
              <a:lnSpc>
                <a:spcPct val="150000"/>
              </a:lnSpc>
              <a:spcBef>
                <a:spcPts val="1000"/>
              </a:spcBef>
              <a:buClr>
                <a:schemeClr val="accent1"/>
              </a:buClr>
              <a:buSzPct val="100000"/>
              <a:buFont typeface="Wingdings" panose="05000000000000000000" pitchFamily="2" charset="2"/>
              <a:buChar char="Ø"/>
            </a:pPr>
            <a:endParaRPr lang="en-US" sz="2000">
              <a:latin typeface="Cambria Math" panose="02040503050406030204" pitchFamily="18" charset="0"/>
              <a:ea typeface="Cambria Math" panose="02040503050406030204" pitchFamily="18" charset="0"/>
            </a:endParaRPr>
          </a:p>
          <a:p>
            <a:pPr marL="342900" indent="-342900" defTabSz="914400">
              <a:lnSpc>
                <a:spcPct val="150000"/>
              </a:lnSpc>
              <a:spcBef>
                <a:spcPts val="1000"/>
              </a:spcBef>
              <a:buClr>
                <a:schemeClr val="accent1"/>
              </a:buClr>
              <a:buSzPct val="100000"/>
              <a:buFont typeface="Wingdings" panose="05000000000000000000" pitchFamily="2" charset="2"/>
              <a:buChar char="Ø"/>
            </a:pPr>
            <a:r>
              <a:rPr lang="en-US" sz="2000">
                <a:latin typeface="Cambria Math" panose="02040503050406030204" pitchFamily="18" charset="0"/>
                <a:ea typeface="Cambria Math" panose="02040503050406030204" pitchFamily="18" charset="0"/>
              </a:rPr>
              <a:t>Regression is the measure of the average relationship between two or more variable in terms of the original units of the data.</a:t>
            </a:r>
          </a:p>
          <a:p>
            <a:pPr marL="342900" indent="-342900" defTabSz="914400">
              <a:lnSpc>
                <a:spcPct val="150000"/>
              </a:lnSpc>
              <a:spcBef>
                <a:spcPts val="1000"/>
              </a:spcBef>
              <a:buClr>
                <a:schemeClr val="accent1"/>
              </a:buClr>
              <a:buSzPct val="100000"/>
              <a:buFont typeface="Wingdings" panose="05000000000000000000" pitchFamily="2" charset="2"/>
              <a:buChar char="Ø"/>
            </a:pPr>
            <a:r>
              <a:rPr lang="en-US" sz="2000">
                <a:latin typeface="Cambria Math" panose="02040503050406030204" pitchFamily="18" charset="0"/>
                <a:ea typeface="Cambria Math" panose="02040503050406030204" pitchFamily="18" charset="0"/>
              </a:rPr>
              <a:t>Regression analysis is a statistical device with the help of which we are in a position to estimate the unknown values of one variable from the values of another variable.</a:t>
            </a:r>
          </a:p>
          <a:p>
            <a:pPr marL="342900" indent="-342900" defTabSz="914400">
              <a:lnSpc>
                <a:spcPct val="150000"/>
              </a:lnSpc>
              <a:spcBef>
                <a:spcPts val="1000"/>
              </a:spcBef>
              <a:buClr>
                <a:schemeClr val="accent1"/>
              </a:buClr>
              <a:buSzPct val="100000"/>
              <a:buFont typeface="Wingdings" panose="05000000000000000000" pitchFamily="2" charset="2"/>
              <a:buChar char="Ø"/>
            </a:pPr>
            <a:r>
              <a:rPr lang="en-US" sz="2000">
                <a:latin typeface="Cambria Math" panose="02040503050406030204" pitchFamily="18" charset="0"/>
                <a:ea typeface="Cambria Math" panose="02040503050406030204" pitchFamily="18" charset="0"/>
              </a:rPr>
              <a:t>The variable which is used to predict the variable of interest is known as the “independent variable” or “explanatory variable”, and the variable we are trying to predict is called the “dependent variable” or “explained variable”.</a:t>
            </a:r>
            <a:endParaRPr lang="en-IN" sz="200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494840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03568B-E261-425A-8E9E-80FED2F80CDA}"/>
              </a:ext>
            </a:extLst>
          </p:cNvPr>
          <p:cNvSpPr txBox="1"/>
          <p:nvPr/>
        </p:nvSpPr>
        <p:spPr>
          <a:xfrm>
            <a:off x="277091" y="318655"/>
            <a:ext cx="11554691" cy="4898136"/>
          </a:xfrm>
          <a:prstGeom prst="rect">
            <a:avLst/>
          </a:prstGeom>
          <a:noFill/>
        </p:spPr>
        <p:txBody>
          <a:bodyPr wrap="square" rtlCol="0">
            <a:spAutoFit/>
          </a:bodyPr>
          <a:lstStyle/>
          <a:p>
            <a:r>
              <a:rPr lang="en-US" sz="2800" u="sng">
                <a:latin typeface="Cambria Math" panose="02040503050406030204" pitchFamily="18" charset="0"/>
                <a:ea typeface="Cambria Math" panose="02040503050406030204" pitchFamily="18" charset="0"/>
              </a:rPr>
              <a:t>Hypothesis Testing</a:t>
            </a:r>
          </a:p>
          <a:p>
            <a:endParaRPr lang="en-US" u="sng"/>
          </a:p>
          <a:p>
            <a:pPr marL="285750" indent="-285750">
              <a:lnSpc>
                <a:spcPct val="150000"/>
              </a:lnSpc>
              <a:buFont typeface="Wingdings" panose="05000000000000000000" pitchFamily="2" charset="2"/>
              <a:buChar char="Ø"/>
            </a:pPr>
            <a:r>
              <a:rPr lang="en-US" sz="2000">
                <a:latin typeface="Cambria Math" panose="02040503050406030204" pitchFamily="18" charset="0"/>
                <a:ea typeface="Cambria Math" panose="02040503050406030204" pitchFamily="18" charset="0"/>
              </a:rPr>
              <a:t>Null hypothesis and alternative hypothesis</a:t>
            </a:r>
          </a:p>
          <a:p>
            <a:pPr marL="285750" indent="-285750">
              <a:lnSpc>
                <a:spcPct val="150000"/>
              </a:lnSpc>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Process of Hypothesis Testing</a:t>
            </a:r>
          </a:p>
          <a:p>
            <a:pPr marL="342900" lvl="0" indent="-342900">
              <a:lnSpc>
                <a:spcPct val="150000"/>
              </a:lnSpc>
              <a:buFont typeface="+mj-lt"/>
              <a:buAutoNum type="arabicPeriod"/>
            </a:pPr>
            <a:r>
              <a:rPr lang="en-IN" sz="2000">
                <a:latin typeface="Cambria Math" panose="02040503050406030204" pitchFamily="18" charset="0"/>
                <a:ea typeface="Cambria Math" panose="02040503050406030204" pitchFamily="18" charset="0"/>
              </a:rPr>
              <a:t>Formulate the Hypotheses</a:t>
            </a:r>
          </a:p>
          <a:p>
            <a:pPr marL="342900" lvl="0" indent="-342900">
              <a:lnSpc>
                <a:spcPct val="150000"/>
              </a:lnSpc>
              <a:buFont typeface="+mj-lt"/>
              <a:buAutoNum type="arabicPeriod"/>
            </a:pPr>
            <a:r>
              <a:rPr lang="en-IN" sz="2000">
                <a:latin typeface="Cambria Math" panose="02040503050406030204" pitchFamily="18" charset="0"/>
                <a:ea typeface="Cambria Math" panose="02040503050406030204" pitchFamily="18" charset="0"/>
              </a:rPr>
              <a:t>Choose a Significance Level</a:t>
            </a:r>
          </a:p>
          <a:p>
            <a:pPr marL="342900" lvl="0" indent="-342900">
              <a:lnSpc>
                <a:spcPct val="150000"/>
              </a:lnSpc>
              <a:buFont typeface="+mj-lt"/>
              <a:buAutoNum type="arabicPeriod"/>
            </a:pPr>
            <a:r>
              <a:rPr lang="en-IN" sz="2000">
                <a:latin typeface="Cambria Math" panose="02040503050406030204" pitchFamily="18" charset="0"/>
                <a:ea typeface="Cambria Math" panose="02040503050406030204" pitchFamily="18" charset="0"/>
              </a:rPr>
              <a:t>Collect Data</a:t>
            </a:r>
          </a:p>
          <a:p>
            <a:pPr marL="342900" lvl="0" indent="-342900">
              <a:lnSpc>
                <a:spcPct val="150000"/>
              </a:lnSpc>
              <a:buFont typeface="+mj-lt"/>
              <a:buAutoNum type="arabicPeriod"/>
            </a:pPr>
            <a:r>
              <a:rPr lang="en-IN" sz="2000">
                <a:latin typeface="Cambria Math" panose="02040503050406030204" pitchFamily="18" charset="0"/>
                <a:ea typeface="Cambria Math" panose="02040503050406030204" pitchFamily="18" charset="0"/>
              </a:rPr>
              <a:t>Calculate the Test Statistic</a:t>
            </a:r>
          </a:p>
          <a:p>
            <a:pPr marL="342900" lvl="0" indent="-342900">
              <a:lnSpc>
                <a:spcPct val="150000"/>
              </a:lnSpc>
              <a:buFont typeface="+mj-lt"/>
              <a:buAutoNum type="arabicPeriod"/>
            </a:pPr>
            <a:r>
              <a:rPr lang="en-IN" sz="2000">
                <a:latin typeface="Cambria Math" panose="02040503050406030204" pitchFamily="18" charset="0"/>
                <a:ea typeface="Cambria Math" panose="02040503050406030204" pitchFamily="18" charset="0"/>
              </a:rPr>
              <a:t>Determine the P-value</a:t>
            </a:r>
          </a:p>
          <a:p>
            <a:pPr marL="342900" lvl="0" indent="-342900">
              <a:lnSpc>
                <a:spcPct val="150000"/>
              </a:lnSpc>
              <a:buFont typeface="+mj-lt"/>
              <a:buAutoNum type="arabicPeriod"/>
            </a:pPr>
            <a:r>
              <a:rPr lang="en-IN" sz="2000">
                <a:latin typeface="Cambria Math" panose="02040503050406030204" pitchFamily="18" charset="0"/>
                <a:ea typeface="Cambria Math" panose="02040503050406030204" pitchFamily="18" charset="0"/>
              </a:rPr>
              <a:t>Make a Decision</a:t>
            </a:r>
          </a:p>
          <a:p>
            <a:pPr marL="342900" indent="-342900">
              <a:lnSpc>
                <a:spcPct val="150000"/>
              </a:lnSpc>
              <a:buFont typeface="+mj-lt"/>
              <a:buAutoNum type="arabicPeriod"/>
            </a:pPr>
            <a:r>
              <a:rPr lang="en-IN" sz="2000">
                <a:latin typeface="Cambria Math" panose="02040503050406030204" pitchFamily="18" charset="0"/>
                <a:ea typeface="Cambria Math" panose="02040503050406030204" pitchFamily="18" charset="0"/>
              </a:rPr>
              <a:t>Interpret the Results</a:t>
            </a:r>
          </a:p>
        </p:txBody>
      </p:sp>
    </p:spTree>
    <p:extLst>
      <p:ext uri="{BB962C8B-B14F-4D97-AF65-F5344CB8AC3E}">
        <p14:creationId xmlns:p14="http://schemas.microsoft.com/office/powerpoint/2010/main" val="2240636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0096F4-C5C8-4E2F-AB2E-71C7ECEF1840}"/>
              </a:ext>
            </a:extLst>
          </p:cNvPr>
          <p:cNvSpPr txBox="1"/>
          <p:nvPr/>
        </p:nvSpPr>
        <p:spPr>
          <a:xfrm>
            <a:off x="249382" y="318655"/>
            <a:ext cx="11762509" cy="4493538"/>
          </a:xfrm>
          <a:prstGeom prst="rect">
            <a:avLst/>
          </a:prstGeom>
          <a:noFill/>
        </p:spPr>
        <p:txBody>
          <a:bodyPr wrap="square" rtlCol="0">
            <a:spAutoFit/>
          </a:bodyPr>
          <a:lstStyle/>
          <a:p>
            <a:r>
              <a:rPr lang="en-IN" sz="2800" u="sng">
                <a:latin typeface="Cambria Math" panose="02040503050406030204" pitchFamily="18" charset="0"/>
                <a:ea typeface="Cambria Math" panose="02040503050406030204" pitchFamily="18" charset="0"/>
              </a:rPr>
              <a:t>Confidence Intervals</a:t>
            </a:r>
          </a:p>
          <a:p>
            <a:pPr marL="342900" indent="-342900">
              <a:lnSpc>
                <a:spcPct val="150000"/>
              </a:lnSpc>
              <a:buFont typeface="Wingdings" panose="05000000000000000000" pitchFamily="2" charset="2"/>
              <a:buChar char="Ø"/>
            </a:pPr>
            <a:endParaRPr lang="en-IN" sz="2000">
              <a:latin typeface="Cambria Math" panose="02040503050406030204" pitchFamily="18" charset="0"/>
              <a:ea typeface="Cambria Math" panose="02040503050406030204" pitchFamily="18" charset="0"/>
            </a:endParaRPr>
          </a:p>
          <a:p>
            <a:pPr marL="342900" indent="-342900">
              <a:lnSpc>
                <a:spcPct val="150000"/>
              </a:lnSpc>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It provides a measure of uncertainty around a point estimate and indicates how much the estimate might vary due to sampling variability.</a:t>
            </a:r>
          </a:p>
          <a:p>
            <a:pPr>
              <a:lnSpc>
                <a:spcPct val="150000"/>
              </a:lnSpc>
            </a:pPr>
            <a:endParaRPr lang="en-IN" sz="2000" b="1">
              <a:latin typeface="Cambria Math" panose="02040503050406030204" pitchFamily="18" charset="0"/>
              <a:ea typeface="Cambria Math" panose="02040503050406030204" pitchFamily="18" charset="0"/>
            </a:endParaRPr>
          </a:p>
          <a:p>
            <a:pPr>
              <a:lnSpc>
                <a:spcPct val="150000"/>
              </a:lnSpc>
            </a:pPr>
            <a:r>
              <a:rPr lang="en-IN" sz="2000" b="1">
                <a:latin typeface="Cambria Math" panose="02040503050406030204" pitchFamily="18" charset="0"/>
                <a:ea typeface="Cambria Math" panose="02040503050406030204" pitchFamily="18" charset="0"/>
              </a:rPr>
              <a:t>How to Calculate a Confidence Interval</a:t>
            </a:r>
          </a:p>
          <a:p>
            <a:pPr marL="457200" indent="-457200">
              <a:lnSpc>
                <a:spcPct val="150000"/>
              </a:lnSpc>
              <a:buFont typeface="+mj-lt"/>
              <a:buAutoNum type="arabicPeriod"/>
            </a:pPr>
            <a:r>
              <a:rPr lang="en-IN" sz="2000">
                <a:latin typeface="Cambria Math" panose="02040503050406030204" pitchFamily="18" charset="0"/>
                <a:ea typeface="Cambria Math" panose="02040503050406030204" pitchFamily="18" charset="0"/>
              </a:rPr>
              <a:t>Select a Point Estimate</a:t>
            </a:r>
          </a:p>
          <a:p>
            <a:pPr marL="457200" indent="-457200">
              <a:lnSpc>
                <a:spcPct val="150000"/>
              </a:lnSpc>
              <a:buFont typeface="+mj-lt"/>
              <a:buAutoNum type="arabicPeriod"/>
            </a:pPr>
            <a:r>
              <a:rPr lang="en-IN" sz="2000">
                <a:latin typeface="Cambria Math" panose="02040503050406030204" pitchFamily="18" charset="0"/>
                <a:ea typeface="Cambria Math" panose="02040503050406030204" pitchFamily="18" charset="0"/>
              </a:rPr>
              <a:t>Determine the Margin of Error (ME)</a:t>
            </a:r>
          </a:p>
          <a:p>
            <a:pPr marL="457200" indent="-457200">
              <a:lnSpc>
                <a:spcPct val="150000"/>
              </a:lnSpc>
              <a:buFont typeface="+mj-lt"/>
              <a:buAutoNum type="arabicPeriod"/>
            </a:pPr>
            <a:r>
              <a:rPr lang="en-IN" sz="2000">
                <a:latin typeface="Cambria Math" panose="02040503050406030204" pitchFamily="18" charset="0"/>
                <a:ea typeface="Cambria Math" panose="02040503050406030204" pitchFamily="18" charset="0"/>
              </a:rPr>
              <a:t>Calculate the Confidence Interval</a:t>
            </a:r>
          </a:p>
          <a:p>
            <a:endParaRPr lang="en-IN"/>
          </a:p>
        </p:txBody>
      </p:sp>
    </p:spTree>
    <p:extLst>
      <p:ext uri="{BB962C8B-B14F-4D97-AF65-F5344CB8AC3E}">
        <p14:creationId xmlns:p14="http://schemas.microsoft.com/office/powerpoint/2010/main" val="2012088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55EB9D-90EC-4781-9155-608EE9B08E9E}"/>
              </a:ext>
            </a:extLst>
          </p:cNvPr>
          <p:cNvSpPr txBox="1"/>
          <p:nvPr/>
        </p:nvSpPr>
        <p:spPr>
          <a:xfrm>
            <a:off x="138545" y="148852"/>
            <a:ext cx="11734800" cy="1420261"/>
          </a:xfrm>
          <a:prstGeom prst="rect">
            <a:avLst/>
          </a:prstGeom>
          <a:noFill/>
        </p:spPr>
        <p:txBody>
          <a:bodyPr wrap="square" rtlCol="0">
            <a:spAutoFit/>
          </a:bodyPr>
          <a:lstStyle/>
          <a:p>
            <a:pPr>
              <a:lnSpc>
                <a:spcPct val="150000"/>
              </a:lnSpc>
            </a:pPr>
            <a:r>
              <a:rPr lang="en-IN" sz="2000" b="1">
                <a:latin typeface="Cambria Math" panose="02040503050406030204" pitchFamily="18" charset="0"/>
                <a:ea typeface="Cambria Math" panose="02040503050406030204" pitchFamily="18" charset="0"/>
              </a:rPr>
              <a:t>Scenario</a:t>
            </a:r>
            <a:r>
              <a:rPr lang="en-IN" sz="2000">
                <a:latin typeface="Cambria Math" panose="02040503050406030204" pitchFamily="18" charset="0"/>
                <a:ea typeface="Cambria Math" panose="02040503050406030204" pitchFamily="18" charset="0"/>
              </a:rPr>
              <a:t>: Suppose a researcher wants to estimate the average height of students in a university. They randomly select a sample of 30 students and measure their heights. The sample mean height is 170 cm, and the sample standard deviation is 10 cm.</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A9787BC-BB02-4819-8E12-44D26DB9DC5F}"/>
                  </a:ext>
                </a:extLst>
              </p:cNvPr>
              <p:cNvSpPr txBox="1"/>
              <p:nvPr/>
            </p:nvSpPr>
            <p:spPr>
              <a:xfrm>
                <a:off x="180109" y="1427019"/>
                <a:ext cx="5915891" cy="5042342"/>
              </a:xfrm>
              <a:prstGeom prst="rect">
                <a:avLst/>
              </a:prstGeom>
              <a:noFill/>
            </p:spPr>
            <p:txBody>
              <a:bodyPr wrap="square" rtlCol="0">
                <a:spAutoFit/>
              </a:bodyPr>
              <a:lstStyle/>
              <a:p>
                <a:pPr>
                  <a:lnSpc>
                    <a:spcPct val="150000"/>
                  </a:lnSpc>
                </a:pPr>
                <a:endParaRPr lang="en-IN" b="1">
                  <a:latin typeface="Cambria Math" panose="02040503050406030204" pitchFamily="18" charset="0"/>
                  <a:ea typeface="Cambria Math" panose="02040503050406030204" pitchFamily="18" charset="0"/>
                </a:endParaRPr>
              </a:p>
              <a:p>
                <a:pPr>
                  <a:lnSpc>
                    <a:spcPct val="150000"/>
                  </a:lnSpc>
                </a:pPr>
                <a:r>
                  <a:rPr lang="en-IN" b="1">
                    <a:latin typeface="Cambria Math" panose="02040503050406030204" pitchFamily="18" charset="0"/>
                    <a:ea typeface="Cambria Math" panose="02040503050406030204" pitchFamily="18" charset="0"/>
                  </a:rPr>
                  <a:t>Step 1: Calculate the Point Estimate</a:t>
                </a:r>
              </a:p>
              <a:p>
                <a:pPr lvl="0">
                  <a:lnSpc>
                    <a:spcPct val="150000"/>
                  </a:lnSpc>
                </a:pPr>
                <a:r>
                  <a:rPr lang="en-IN">
                    <a:latin typeface="Cambria Math" panose="02040503050406030204" pitchFamily="18" charset="0"/>
                    <a:ea typeface="Cambria Math" panose="02040503050406030204" pitchFamily="18" charset="0"/>
                  </a:rPr>
                  <a:t>Sample Mean (</a:t>
                </a:r>
                <a14:m>
                  <m:oMath xmlns:m="http://schemas.openxmlformats.org/officeDocument/2006/math">
                    <m:acc>
                      <m:accPr>
                        <m:chr m:val="̅"/>
                        <m:ctrlPr>
                          <a:rPr lang="en-IN" i="1">
                            <a:latin typeface="Cambria Math" panose="02040503050406030204" pitchFamily="18" charset="0"/>
                            <a:ea typeface="Cambria Math" panose="02040503050406030204" pitchFamily="18" charset="0"/>
                          </a:rPr>
                        </m:ctrlPr>
                      </m:accPr>
                      <m:e>
                        <m:r>
                          <a:rPr lang="en-IN">
                            <a:latin typeface="Cambria Math" panose="02040503050406030204" pitchFamily="18" charset="0"/>
                            <a:ea typeface="Cambria Math" panose="02040503050406030204" pitchFamily="18" charset="0"/>
                          </a:rPr>
                          <m:t>𝑥</m:t>
                        </m:r>
                      </m:e>
                    </m:acc>
                  </m:oMath>
                </a14:m>
                <a:r>
                  <a:rPr lang="en-IN">
                    <a:latin typeface="Cambria Math" panose="02040503050406030204" pitchFamily="18" charset="0"/>
                    <a:ea typeface="Cambria Math" panose="02040503050406030204" pitchFamily="18" charset="0"/>
                  </a:rPr>
                  <a:t>): 170 cm</a:t>
                </a:r>
              </a:p>
              <a:p>
                <a:pPr>
                  <a:lnSpc>
                    <a:spcPct val="150000"/>
                  </a:lnSpc>
                </a:pPr>
                <a:r>
                  <a:rPr lang="en-IN" b="1">
                    <a:latin typeface="Cambria Math" panose="02040503050406030204" pitchFamily="18" charset="0"/>
                    <a:ea typeface="Cambria Math" panose="02040503050406030204" pitchFamily="18" charset="0"/>
                  </a:rPr>
                  <a:t>Step 2: Determine the Margin of Error (ME)</a:t>
                </a:r>
              </a:p>
              <a:p>
                <a:pPr lvl="0">
                  <a:lnSpc>
                    <a:spcPct val="150000"/>
                  </a:lnSpc>
                </a:pPr>
                <a:r>
                  <a:rPr lang="en-IN">
                    <a:latin typeface="Cambria Math" panose="02040503050406030204" pitchFamily="18" charset="0"/>
                    <a:ea typeface="Cambria Math" panose="02040503050406030204" pitchFamily="18" charset="0"/>
                  </a:rPr>
                  <a:t>For a 95% confidence level, we use the z-score, which is approximately 1.96.</a:t>
                </a:r>
              </a:p>
              <a:p>
                <a:pPr>
                  <a:lnSpc>
                    <a:spcPct val="150000"/>
                  </a:lnSpc>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ea typeface="Cambria Math" panose="02040503050406030204" pitchFamily="18" charset="0"/>
                        </a:rPr>
                        <m:t>𝑀𝐸</m:t>
                      </m:r>
                      <m:r>
                        <a:rPr lang="en-IN">
                          <a:latin typeface="Cambria Math" panose="02040503050406030204" pitchFamily="18" charset="0"/>
                          <a:ea typeface="Cambria Math" panose="02040503050406030204" pitchFamily="18" charset="0"/>
                        </a:rPr>
                        <m:t>=</m:t>
                      </m:r>
                      <m:sSup>
                        <m:sSupPr>
                          <m:ctrlPr>
                            <a:rPr lang="en-IN" i="1">
                              <a:latin typeface="Cambria Math" panose="02040503050406030204" pitchFamily="18" charset="0"/>
                              <a:ea typeface="Cambria Math" panose="02040503050406030204" pitchFamily="18" charset="0"/>
                            </a:rPr>
                          </m:ctrlPr>
                        </m:sSupPr>
                        <m:e>
                          <m:r>
                            <a:rPr lang="en-IN">
                              <a:latin typeface="Cambria Math" panose="02040503050406030204" pitchFamily="18" charset="0"/>
                              <a:ea typeface="Cambria Math" panose="02040503050406030204" pitchFamily="18" charset="0"/>
                            </a:rPr>
                            <m:t>𝑧</m:t>
                          </m:r>
                        </m:e>
                        <m:sup>
                          <m:r>
                            <a:rPr lang="en-IN">
                              <a:latin typeface="Cambria Math" panose="02040503050406030204" pitchFamily="18" charset="0"/>
                              <a:ea typeface="Cambria Math" panose="02040503050406030204" pitchFamily="18" charset="0"/>
                            </a:rPr>
                            <m:t>∗</m:t>
                          </m:r>
                        </m:sup>
                      </m:sSup>
                      <m:d>
                        <m:dPr>
                          <m:ctrlPr>
                            <a:rPr lang="en-IN" i="1">
                              <a:latin typeface="Cambria Math" panose="02040503050406030204" pitchFamily="18" charset="0"/>
                              <a:ea typeface="Cambria Math" panose="02040503050406030204" pitchFamily="18" charset="0"/>
                            </a:rPr>
                          </m:ctrlPr>
                        </m:dPr>
                        <m:e>
                          <m:f>
                            <m:fPr>
                              <m:ctrlPr>
                                <a:rPr lang="en-IN" i="1">
                                  <a:latin typeface="Cambria Math" panose="02040503050406030204" pitchFamily="18" charset="0"/>
                                  <a:ea typeface="Cambria Math" panose="02040503050406030204" pitchFamily="18" charset="0"/>
                                </a:rPr>
                              </m:ctrlPr>
                            </m:fPr>
                            <m:num>
                              <m:r>
                                <a:rPr lang="en-IN">
                                  <a:latin typeface="Cambria Math" panose="02040503050406030204" pitchFamily="18" charset="0"/>
                                  <a:ea typeface="Cambria Math" panose="02040503050406030204" pitchFamily="18" charset="0"/>
                                </a:rPr>
                                <m:t>𝑆</m:t>
                              </m:r>
                            </m:num>
                            <m:den>
                              <m:rad>
                                <m:radPr>
                                  <m:degHide m:val="on"/>
                                  <m:ctrlPr>
                                    <a:rPr lang="en-IN" i="1">
                                      <a:latin typeface="Cambria Math" panose="02040503050406030204" pitchFamily="18" charset="0"/>
                                      <a:ea typeface="Cambria Math" panose="02040503050406030204" pitchFamily="18" charset="0"/>
                                    </a:rPr>
                                  </m:ctrlPr>
                                </m:radPr>
                                <m:deg/>
                                <m:e>
                                  <m:r>
                                    <a:rPr lang="en-IN">
                                      <a:latin typeface="Cambria Math" panose="02040503050406030204" pitchFamily="18" charset="0"/>
                                      <a:ea typeface="Cambria Math" panose="02040503050406030204" pitchFamily="18" charset="0"/>
                                    </a:rPr>
                                    <m:t>𝑛</m:t>
                                  </m:r>
                                </m:e>
                              </m:rad>
                            </m:den>
                          </m:f>
                        </m:e>
                      </m:d>
                    </m:oMath>
                  </m:oMathPara>
                </a14:m>
                <a:endParaRPr lang="en-IN">
                  <a:latin typeface="Cambria Math" panose="02040503050406030204" pitchFamily="18" charset="0"/>
                  <a:ea typeface="Cambria Math" panose="02040503050406030204" pitchFamily="18" charset="0"/>
                </a:endParaRPr>
              </a:p>
              <a:p>
                <a:pPr>
                  <a:lnSpc>
                    <a:spcPct val="150000"/>
                  </a:lnSpc>
                </a:pPr>
                <a:r>
                  <a:rPr lang="en-IN">
                    <a:latin typeface="Cambria Math" panose="02040503050406030204" pitchFamily="18" charset="0"/>
                    <a:ea typeface="Cambria Math" panose="02040503050406030204" pitchFamily="18" charset="0"/>
                  </a:rPr>
                  <a:t>S = 10cm(sample standard deviation)</a:t>
                </a:r>
              </a:p>
              <a:p>
                <a:pPr>
                  <a:lnSpc>
                    <a:spcPct val="150000"/>
                  </a:lnSpc>
                </a:pPr>
                <a:r>
                  <a:rPr lang="en-IN">
                    <a:latin typeface="Cambria Math" panose="02040503050406030204" pitchFamily="18" charset="0"/>
                    <a:ea typeface="Cambria Math" panose="02040503050406030204" pitchFamily="18" charset="0"/>
                  </a:rPr>
                  <a:t>n=30(sample size)</a:t>
                </a:r>
              </a:p>
              <a:p>
                <a:pPr>
                  <a:lnSpc>
                    <a:spcPct val="150000"/>
                  </a:lnSpc>
                </a:pPr>
                <a:r>
                  <a:rPr lang="en-IN">
                    <a:latin typeface="Cambria Math" panose="02040503050406030204" pitchFamily="18" charset="0"/>
                    <a:ea typeface="Cambria Math" panose="02040503050406030204" pitchFamily="18" charset="0"/>
                  </a:rPr>
                  <a:t>ME = 3.59cm</a:t>
                </a:r>
              </a:p>
              <a:p>
                <a:endParaRPr lang="en-IN"/>
              </a:p>
            </p:txBody>
          </p:sp>
        </mc:Choice>
        <mc:Fallback>
          <p:sp>
            <p:nvSpPr>
              <p:cNvPr id="3" name="TextBox 2">
                <a:extLst>
                  <a:ext uri="{FF2B5EF4-FFF2-40B4-BE49-F238E27FC236}">
                    <a16:creationId xmlns:a16="http://schemas.microsoft.com/office/drawing/2014/main" id="{7A9787BC-BB02-4819-8E12-44D26DB9DC5F}"/>
                  </a:ext>
                </a:extLst>
              </p:cNvPr>
              <p:cNvSpPr txBox="1">
                <a:spLocks noRot="1" noChangeAspect="1" noMove="1" noResize="1" noEditPoints="1" noAdjustHandles="1" noChangeArrowheads="1" noChangeShapeType="1" noTextEdit="1"/>
              </p:cNvSpPr>
              <p:nvPr/>
            </p:nvSpPr>
            <p:spPr>
              <a:xfrm>
                <a:off x="180109" y="1427019"/>
                <a:ext cx="5915891" cy="5042342"/>
              </a:xfrm>
              <a:prstGeom prst="rect">
                <a:avLst/>
              </a:prstGeom>
              <a:blipFill>
                <a:blip r:embed="rId2"/>
                <a:stretch>
                  <a:fillRect l="-92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E8E1B45-BC30-41F1-9ADE-5901DA4BEAF3}"/>
                  </a:ext>
                </a:extLst>
              </p:cNvPr>
              <p:cNvSpPr txBox="1"/>
              <p:nvPr/>
            </p:nvSpPr>
            <p:spPr>
              <a:xfrm>
                <a:off x="6470073" y="1427019"/>
                <a:ext cx="5403272" cy="2446824"/>
              </a:xfrm>
              <a:prstGeom prst="rect">
                <a:avLst/>
              </a:prstGeom>
              <a:noFill/>
            </p:spPr>
            <p:txBody>
              <a:bodyPr wrap="square" rtlCol="0">
                <a:spAutoFit/>
              </a:bodyPr>
              <a:lstStyle/>
              <a:p>
                <a:pPr>
                  <a:lnSpc>
                    <a:spcPct val="150000"/>
                  </a:lnSpc>
                </a:pPr>
                <a:endParaRPr lang="en-IN" b="1">
                  <a:latin typeface="Cambria Math" panose="02040503050406030204" pitchFamily="18" charset="0"/>
                  <a:ea typeface="Cambria Math" panose="02040503050406030204" pitchFamily="18" charset="0"/>
                </a:endParaRPr>
              </a:p>
              <a:p>
                <a:pPr>
                  <a:lnSpc>
                    <a:spcPct val="150000"/>
                  </a:lnSpc>
                </a:pPr>
                <a:r>
                  <a:rPr lang="en-IN" b="1">
                    <a:latin typeface="Cambria Math" panose="02040503050406030204" pitchFamily="18" charset="0"/>
                    <a:ea typeface="Cambria Math" panose="02040503050406030204" pitchFamily="18" charset="0"/>
                  </a:rPr>
                  <a:t>Step 3: Calculate the Confidence Interval</a:t>
                </a:r>
                <a:endParaRPr lang="en-US" b="1">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b="1">
                          <a:latin typeface="Cambria Math" panose="02040503050406030204" pitchFamily="18" charset="0"/>
                          <a:ea typeface="Cambria Math" panose="02040503050406030204" pitchFamily="18" charset="0"/>
                        </a:rPr>
                        <m:t>𝐶𝐼</m:t>
                      </m:r>
                      <m:r>
                        <a:rPr lang="en-US" b="1">
                          <a:latin typeface="Cambria Math" panose="02040503050406030204" pitchFamily="18" charset="0"/>
                          <a:ea typeface="Cambria Math" panose="02040503050406030204" pitchFamily="18" charset="0"/>
                        </a:rPr>
                        <m:t>=</m:t>
                      </m:r>
                      <m:d>
                        <m:dPr>
                          <m:ctrlPr>
                            <a:rPr lang="en-IN" b="1" i="1">
                              <a:latin typeface="Cambria Math" panose="02040503050406030204" pitchFamily="18" charset="0"/>
                              <a:ea typeface="Cambria Math" panose="02040503050406030204" pitchFamily="18" charset="0"/>
                            </a:rPr>
                          </m:ctrlPr>
                        </m:dPr>
                        <m:e>
                          <m:acc>
                            <m:accPr>
                              <m:chr m:val="̅"/>
                              <m:ctrlPr>
                                <a:rPr lang="en-IN" b="1" i="1">
                                  <a:latin typeface="Cambria Math" panose="02040503050406030204" pitchFamily="18" charset="0"/>
                                  <a:ea typeface="Cambria Math" panose="02040503050406030204" pitchFamily="18" charset="0"/>
                                </a:rPr>
                              </m:ctrlPr>
                            </m:accPr>
                            <m:e>
                              <m:r>
                                <a:rPr lang="en-US" b="1">
                                  <a:latin typeface="Cambria Math" panose="02040503050406030204" pitchFamily="18" charset="0"/>
                                  <a:ea typeface="Cambria Math" panose="02040503050406030204" pitchFamily="18" charset="0"/>
                                </a:rPr>
                                <m:t>𝑥</m:t>
                              </m:r>
                            </m:e>
                          </m:acc>
                          <m:r>
                            <a:rPr lang="en-US" b="1">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𝑀𝐸</m:t>
                          </m:r>
                          <m:r>
                            <a:rPr lang="en-US" b="1">
                              <a:latin typeface="Cambria Math" panose="02040503050406030204" pitchFamily="18" charset="0"/>
                              <a:ea typeface="Cambria Math" panose="02040503050406030204" pitchFamily="18" charset="0"/>
                            </a:rPr>
                            <m:t>,</m:t>
                          </m:r>
                          <m:acc>
                            <m:accPr>
                              <m:chr m:val="̅"/>
                              <m:ctrlPr>
                                <a:rPr lang="en-IN" b="1" i="1">
                                  <a:latin typeface="Cambria Math" panose="02040503050406030204" pitchFamily="18" charset="0"/>
                                  <a:ea typeface="Cambria Math" panose="02040503050406030204" pitchFamily="18" charset="0"/>
                                </a:rPr>
                              </m:ctrlPr>
                            </m:accPr>
                            <m:e>
                              <m:r>
                                <a:rPr lang="en-US" b="1">
                                  <a:latin typeface="Cambria Math" panose="02040503050406030204" pitchFamily="18" charset="0"/>
                                  <a:ea typeface="Cambria Math" panose="02040503050406030204" pitchFamily="18" charset="0"/>
                                </a:rPr>
                                <m:t>𝑥</m:t>
                              </m:r>
                            </m:e>
                          </m:acc>
                          <m:r>
                            <a:rPr lang="en-US" b="1">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𝑀𝐸</m:t>
                          </m:r>
                        </m:e>
                      </m:d>
                    </m:oMath>
                  </m:oMathPara>
                </a14:m>
                <a:endParaRPr lang="en-IN" b="1">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b="1">
                          <a:latin typeface="Cambria Math" panose="02040503050406030204" pitchFamily="18" charset="0"/>
                          <a:ea typeface="Cambria Math" panose="02040503050406030204" pitchFamily="18" charset="0"/>
                        </a:rPr>
                        <m:t>𝐶𝐼</m:t>
                      </m:r>
                      <m:r>
                        <a:rPr lang="en-US" b="1">
                          <a:latin typeface="Cambria Math" panose="02040503050406030204" pitchFamily="18" charset="0"/>
                          <a:ea typeface="Cambria Math" panose="02040503050406030204" pitchFamily="18" charset="0"/>
                        </a:rPr>
                        <m:t>=(170−3.59, 170+3.59)</m:t>
                      </m:r>
                    </m:oMath>
                  </m:oMathPara>
                </a14:m>
                <a:endParaRPr lang="en-IN" b="1">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b="1">
                          <a:latin typeface="Cambria Math" panose="02040503050406030204" pitchFamily="18" charset="0"/>
                          <a:ea typeface="Cambria Math" panose="02040503050406030204" pitchFamily="18" charset="0"/>
                        </a:rPr>
                        <m:t>𝐶𝐼</m:t>
                      </m:r>
                      <m:r>
                        <a:rPr lang="en-US" b="1">
                          <a:latin typeface="Cambria Math" panose="02040503050406030204" pitchFamily="18" charset="0"/>
                          <a:ea typeface="Cambria Math" panose="02040503050406030204" pitchFamily="18" charset="0"/>
                        </a:rPr>
                        <m:t>=</m:t>
                      </m:r>
                      <m:d>
                        <m:dPr>
                          <m:ctrlPr>
                            <a:rPr lang="en-IN" b="1" i="1">
                              <a:latin typeface="Cambria Math" panose="02040503050406030204" pitchFamily="18" charset="0"/>
                              <a:ea typeface="Cambria Math" panose="02040503050406030204" pitchFamily="18" charset="0"/>
                            </a:rPr>
                          </m:ctrlPr>
                        </m:dPr>
                        <m:e>
                          <m:r>
                            <a:rPr lang="en-US" b="1">
                              <a:latin typeface="Cambria Math" panose="02040503050406030204" pitchFamily="18" charset="0"/>
                              <a:ea typeface="Cambria Math" panose="02040503050406030204" pitchFamily="18" charset="0"/>
                            </a:rPr>
                            <m:t>166.41, 173.59</m:t>
                          </m:r>
                        </m:e>
                      </m:d>
                    </m:oMath>
                  </m:oMathPara>
                </a14:m>
                <a:endParaRPr lang="en-IN" b="1">
                  <a:latin typeface="Cambria Math" panose="02040503050406030204" pitchFamily="18" charset="0"/>
                  <a:ea typeface="Cambria Math" panose="02040503050406030204" pitchFamily="18" charset="0"/>
                </a:endParaRPr>
              </a:p>
              <a:p>
                <a:endParaRPr lang="en-IN"/>
              </a:p>
            </p:txBody>
          </p:sp>
        </mc:Choice>
        <mc:Fallback>
          <p:sp>
            <p:nvSpPr>
              <p:cNvPr id="4" name="TextBox 3">
                <a:extLst>
                  <a:ext uri="{FF2B5EF4-FFF2-40B4-BE49-F238E27FC236}">
                    <a16:creationId xmlns:a16="http://schemas.microsoft.com/office/drawing/2014/main" id="{1E8E1B45-BC30-41F1-9ADE-5901DA4BEAF3}"/>
                  </a:ext>
                </a:extLst>
              </p:cNvPr>
              <p:cNvSpPr txBox="1">
                <a:spLocks noRot="1" noChangeAspect="1" noMove="1" noResize="1" noEditPoints="1" noAdjustHandles="1" noChangeArrowheads="1" noChangeShapeType="1" noTextEdit="1"/>
              </p:cNvSpPr>
              <p:nvPr/>
            </p:nvSpPr>
            <p:spPr>
              <a:xfrm>
                <a:off x="6470073" y="1427019"/>
                <a:ext cx="5403272" cy="2446824"/>
              </a:xfrm>
              <a:prstGeom prst="rect">
                <a:avLst/>
              </a:prstGeom>
              <a:blipFill>
                <a:blip r:embed="rId3"/>
                <a:stretch>
                  <a:fillRect l="-902"/>
                </a:stretch>
              </a:blipFill>
            </p:spPr>
            <p:txBody>
              <a:bodyPr/>
              <a:lstStyle/>
              <a:p>
                <a:r>
                  <a:rPr lang="en-US">
                    <a:noFill/>
                  </a:rPr>
                  <a:t> </a:t>
                </a:r>
              </a:p>
            </p:txBody>
          </p:sp>
        </mc:Fallback>
      </mc:AlternateContent>
    </p:spTree>
    <p:extLst>
      <p:ext uri="{BB962C8B-B14F-4D97-AF65-F5344CB8AC3E}">
        <p14:creationId xmlns:p14="http://schemas.microsoft.com/office/powerpoint/2010/main" val="4037484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C3A8E8-7239-4598-9733-6DDB551AC1F0}"/>
              </a:ext>
            </a:extLst>
          </p:cNvPr>
          <p:cNvSpPr txBox="1"/>
          <p:nvPr/>
        </p:nvSpPr>
        <p:spPr>
          <a:xfrm>
            <a:off x="304800" y="332509"/>
            <a:ext cx="11402291" cy="4866973"/>
          </a:xfrm>
          <a:prstGeom prst="rect">
            <a:avLst/>
          </a:prstGeom>
          <a:noFill/>
        </p:spPr>
        <p:txBody>
          <a:bodyPr wrap="square" rtlCol="0">
            <a:spAutoFit/>
          </a:bodyPr>
          <a:lstStyle/>
          <a:p>
            <a:pPr defTabSz="914400">
              <a:lnSpc>
                <a:spcPct val="120000"/>
              </a:lnSpc>
              <a:spcBef>
                <a:spcPts val="1000"/>
              </a:spcBef>
              <a:buClr>
                <a:schemeClr val="accent1"/>
              </a:buClr>
              <a:buSzPct val="100000"/>
            </a:pPr>
            <a:endParaRPr lang="en-IN" sz="2800">
              <a:latin typeface="Cambria Math" panose="02040503050406030204" pitchFamily="18" charset="0"/>
              <a:ea typeface="Cambria Math" panose="02040503050406030204" pitchFamily="18" charset="0"/>
            </a:endParaRP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Descriptive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Inferential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Multivariate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Non-Parametric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Time Series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Bayesian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Sampling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Machine Learning Methods</a:t>
            </a:r>
          </a:p>
          <a:p>
            <a:endParaRPr lang="en-IN"/>
          </a:p>
        </p:txBody>
      </p:sp>
    </p:spTree>
    <p:extLst>
      <p:ext uri="{BB962C8B-B14F-4D97-AF65-F5344CB8AC3E}">
        <p14:creationId xmlns:p14="http://schemas.microsoft.com/office/powerpoint/2010/main" val="547127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874F1F-3D6E-40DA-B251-BA6D9FA9927B}"/>
              </a:ext>
            </a:extLst>
          </p:cNvPr>
          <p:cNvSpPr txBox="1"/>
          <p:nvPr/>
        </p:nvSpPr>
        <p:spPr>
          <a:xfrm>
            <a:off x="249382" y="318654"/>
            <a:ext cx="11416145" cy="4990469"/>
          </a:xfrm>
          <a:prstGeom prst="rect">
            <a:avLst/>
          </a:prstGeom>
          <a:noFill/>
        </p:spPr>
        <p:txBody>
          <a:bodyPr wrap="square" rtlCol="0">
            <a:spAutoFit/>
          </a:bodyPr>
          <a:lstStyle/>
          <a:p>
            <a:r>
              <a:rPr lang="en-US" sz="3200" u="sng">
                <a:latin typeface="Cambria Math" panose="02040503050406030204" pitchFamily="18" charset="0"/>
                <a:ea typeface="Cambria Math" panose="02040503050406030204" pitchFamily="18" charset="0"/>
              </a:rPr>
              <a:t>Multivariate Analysis</a:t>
            </a:r>
            <a:endParaRPr lang="en-IN" sz="3200" u="sng">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endParaRPr lang="en-IN" sz="2000">
              <a:latin typeface="Cambria Math" panose="02040503050406030204" pitchFamily="18" charset="0"/>
              <a:ea typeface="Cambria Math" panose="02040503050406030204" pitchFamily="18" charset="0"/>
            </a:endParaRPr>
          </a:p>
          <a:p>
            <a:pPr marL="342900" indent="-342900">
              <a:lnSpc>
                <a:spcPct val="150000"/>
              </a:lnSpc>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Mostly statistical techniques focus on just one or two variables.</a:t>
            </a:r>
          </a:p>
          <a:p>
            <a:pPr marL="342900" indent="-342900">
              <a:lnSpc>
                <a:spcPct val="150000"/>
              </a:lnSpc>
              <a:buFont typeface="Wingdings" panose="05000000000000000000" pitchFamily="2" charset="2"/>
              <a:buChar char="Ø"/>
            </a:pPr>
            <a:endParaRPr lang="en-IN" sz="2000">
              <a:latin typeface="Cambria Math" panose="02040503050406030204" pitchFamily="18" charset="0"/>
              <a:ea typeface="Cambria Math" panose="02040503050406030204" pitchFamily="18" charset="0"/>
            </a:endParaRPr>
          </a:p>
          <a:p>
            <a:pPr marL="342900" indent="-342900">
              <a:lnSpc>
                <a:spcPct val="150000"/>
              </a:lnSpc>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Multivariate analysis (MVA) techniques allow more than two variables to be analysed at once</a:t>
            </a:r>
          </a:p>
          <a:p>
            <a:pPr marL="342900" indent="-342900">
              <a:lnSpc>
                <a:spcPct val="150000"/>
              </a:lnSpc>
              <a:buFont typeface="Wingdings" panose="05000000000000000000" pitchFamily="2" charset="2"/>
              <a:buChar char="Ø"/>
            </a:pPr>
            <a:endParaRPr lang="en-IN" sz="2000">
              <a:latin typeface="Cambria Math" panose="02040503050406030204" pitchFamily="18" charset="0"/>
              <a:ea typeface="Cambria Math" panose="02040503050406030204" pitchFamily="18" charset="0"/>
            </a:endParaRPr>
          </a:p>
          <a:p>
            <a:pPr marL="342900" indent="-342900">
              <a:lnSpc>
                <a:spcPct val="150000"/>
              </a:lnSpc>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Dependence techniques are appropriate when one or more variables can be identified as dependent variables and the remaining as independent variables.</a:t>
            </a:r>
          </a:p>
          <a:p>
            <a:pPr marL="342900" indent="-342900">
              <a:lnSpc>
                <a:spcPct val="150000"/>
              </a:lnSpc>
              <a:buFont typeface="Wingdings" panose="05000000000000000000" pitchFamily="2" charset="2"/>
              <a:buChar char="Ø"/>
            </a:pPr>
            <a:endParaRPr lang="en-IN" sz="2000">
              <a:latin typeface="Cambria Math" panose="02040503050406030204" pitchFamily="18" charset="0"/>
              <a:ea typeface="Cambria Math" panose="02040503050406030204" pitchFamily="18" charset="0"/>
            </a:endParaRPr>
          </a:p>
          <a:p>
            <a:pPr marL="342900" indent="-342900">
              <a:lnSpc>
                <a:spcPct val="150000"/>
              </a:lnSpc>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In interdependence techniques, the variables are not classified as dependent or independent; rather, the whole set of interdependent relationships is examined</a:t>
            </a:r>
            <a:r>
              <a:rPr lang="en-IN"/>
              <a:t>.</a:t>
            </a:r>
            <a:endParaRPr lang="en-IN" sz="200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963892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97D2A6A-25D3-4758-B8B3-C58DB732CAFF}"/>
              </a:ext>
            </a:extLst>
          </p:cNvPr>
          <p:cNvGraphicFramePr/>
          <p:nvPr>
            <p:extLst>
              <p:ext uri="{D42A27DB-BD31-4B8C-83A1-F6EECF244321}">
                <p14:modId xmlns:p14="http://schemas.microsoft.com/office/powerpoint/2010/main" val="2490640094"/>
              </p:ext>
            </p:extLst>
          </p:nvPr>
        </p:nvGraphicFramePr>
        <p:xfrm>
          <a:off x="0" y="0"/>
          <a:ext cx="12191999" cy="61652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0788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C3A8E8-7239-4598-9733-6DDB551AC1F0}"/>
              </a:ext>
            </a:extLst>
          </p:cNvPr>
          <p:cNvSpPr txBox="1"/>
          <p:nvPr/>
        </p:nvSpPr>
        <p:spPr>
          <a:xfrm>
            <a:off x="304800" y="332509"/>
            <a:ext cx="11402291" cy="4866973"/>
          </a:xfrm>
          <a:prstGeom prst="rect">
            <a:avLst/>
          </a:prstGeom>
          <a:noFill/>
        </p:spPr>
        <p:txBody>
          <a:bodyPr wrap="square" rtlCol="0">
            <a:spAutoFit/>
          </a:bodyPr>
          <a:lstStyle/>
          <a:p>
            <a:pPr defTabSz="914400">
              <a:lnSpc>
                <a:spcPct val="120000"/>
              </a:lnSpc>
              <a:spcBef>
                <a:spcPts val="1000"/>
              </a:spcBef>
              <a:buClr>
                <a:schemeClr val="accent1"/>
              </a:buClr>
              <a:buSzPct val="100000"/>
            </a:pPr>
            <a:endParaRPr lang="en-IN" sz="2800">
              <a:latin typeface="Cambria Math" panose="02040503050406030204" pitchFamily="18" charset="0"/>
              <a:ea typeface="Cambria Math" panose="02040503050406030204" pitchFamily="18" charset="0"/>
            </a:endParaRP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Descriptive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Inferential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Multivariate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Non-Parametric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Time Series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Bayesian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Sampling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Machine Learning Methods</a:t>
            </a:r>
          </a:p>
          <a:p>
            <a:endParaRPr lang="en-IN"/>
          </a:p>
        </p:txBody>
      </p:sp>
    </p:spTree>
    <p:extLst>
      <p:ext uri="{BB962C8B-B14F-4D97-AF65-F5344CB8AC3E}">
        <p14:creationId xmlns:p14="http://schemas.microsoft.com/office/powerpoint/2010/main" val="23546943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559381-B158-4E7E-9F7E-44DC4FFDE513}"/>
              </a:ext>
            </a:extLst>
          </p:cNvPr>
          <p:cNvSpPr txBox="1"/>
          <p:nvPr/>
        </p:nvSpPr>
        <p:spPr>
          <a:xfrm>
            <a:off x="290945" y="235528"/>
            <a:ext cx="11596255" cy="2374368"/>
          </a:xfrm>
          <a:prstGeom prst="rect">
            <a:avLst/>
          </a:prstGeom>
          <a:noFill/>
        </p:spPr>
        <p:txBody>
          <a:bodyPr wrap="square" rtlCol="0">
            <a:spAutoFit/>
          </a:bodyPr>
          <a:lstStyle/>
          <a:p>
            <a:r>
              <a:rPr lang="en-US" sz="3200" u="sng">
                <a:latin typeface="Cambria Math" panose="02040503050406030204" pitchFamily="18" charset="0"/>
                <a:ea typeface="Cambria Math" panose="02040503050406030204" pitchFamily="18" charset="0"/>
              </a:rPr>
              <a:t>Non-parametric methods</a:t>
            </a:r>
            <a:endParaRPr lang="en-IN" sz="3200" u="sng">
              <a:latin typeface="Cambria Math" panose="02040503050406030204" pitchFamily="18" charset="0"/>
              <a:ea typeface="Cambria Math" panose="02040503050406030204" pitchFamily="18" charset="0"/>
            </a:endParaRPr>
          </a:p>
          <a:p>
            <a:pPr marL="342900" indent="-342900">
              <a:lnSpc>
                <a:spcPct val="150000"/>
              </a:lnSpc>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This technique do not assume a specific distribution for the data.</a:t>
            </a:r>
          </a:p>
          <a:p>
            <a:pPr marL="342900" indent="-342900">
              <a:lnSpc>
                <a:spcPct val="150000"/>
              </a:lnSpc>
              <a:buFont typeface="Wingdings" panose="05000000000000000000" pitchFamily="2" charset="2"/>
              <a:buChar char="Ø"/>
            </a:pPr>
            <a:endParaRPr lang="en-IN" sz="2000">
              <a:latin typeface="Cambria Math" panose="02040503050406030204" pitchFamily="18" charset="0"/>
              <a:ea typeface="Cambria Math" panose="02040503050406030204" pitchFamily="18" charset="0"/>
            </a:endParaRPr>
          </a:p>
          <a:p>
            <a:pPr marL="342900" indent="-342900">
              <a:lnSpc>
                <a:spcPct val="150000"/>
              </a:lnSpc>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They are particularly useful when the underlying distribution is unknown or when the data do not meet the assumptions of parametric tests.</a:t>
            </a:r>
          </a:p>
        </p:txBody>
      </p:sp>
      <p:graphicFrame>
        <p:nvGraphicFramePr>
          <p:cNvPr id="3" name="Diagram 2">
            <a:extLst>
              <a:ext uri="{FF2B5EF4-FFF2-40B4-BE49-F238E27FC236}">
                <a16:creationId xmlns:a16="http://schemas.microsoft.com/office/drawing/2014/main" id="{A273B52A-9B1B-47DB-B935-381C0C7AE12E}"/>
              </a:ext>
            </a:extLst>
          </p:cNvPr>
          <p:cNvGraphicFramePr/>
          <p:nvPr>
            <p:extLst>
              <p:ext uri="{D42A27DB-BD31-4B8C-83A1-F6EECF244321}">
                <p14:modId xmlns:p14="http://schemas.microsoft.com/office/powerpoint/2010/main" val="3725464473"/>
              </p:ext>
            </p:extLst>
          </p:nvPr>
        </p:nvGraphicFramePr>
        <p:xfrm>
          <a:off x="1657927" y="1203805"/>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92748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79A48B-52E0-40EF-82A8-A88193475B1C}"/>
              </a:ext>
            </a:extLst>
          </p:cNvPr>
          <p:cNvSpPr txBox="1"/>
          <p:nvPr/>
        </p:nvSpPr>
        <p:spPr>
          <a:xfrm>
            <a:off x="277091" y="304800"/>
            <a:ext cx="11665527" cy="4190250"/>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000" b="1">
                <a:latin typeface="Cambria Math" panose="02040503050406030204" pitchFamily="18" charset="0"/>
                <a:ea typeface="Cambria Math" panose="02040503050406030204" pitchFamily="18" charset="0"/>
              </a:rPr>
              <a:t>Sign Test</a:t>
            </a:r>
            <a:r>
              <a:rPr lang="en-US" sz="2000">
                <a:latin typeface="Cambria Math" panose="02040503050406030204" pitchFamily="18" charset="0"/>
                <a:ea typeface="Cambria Math" panose="02040503050406030204" pitchFamily="18" charset="0"/>
              </a:rPr>
              <a:t>: This test is used to evaluate the median of a population when the data do not necessarily follow a normal distribution.</a:t>
            </a:r>
          </a:p>
          <a:p>
            <a:pPr marL="342900" indent="-342900">
              <a:lnSpc>
                <a:spcPct val="150000"/>
              </a:lnSpc>
              <a:buFont typeface="Wingdings" panose="05000000000000000000" pitchFamily="2" charset="2"/>
              <a:buChar char="Ø"/>
            </a:pPr>
            <a:r>
              <a:rPr lang="en-US" sz="2000" b="1">
                <a:latin typeface="Cambria Math" panose="02040503050406030204" pitchFamily="18" charset="0"/>
                <a:ea typeface="Cambria Math" panose="02040503050406030204" pitchFamily="18" charset="0"/>
              </a:rPr>
              <a:t>Wilcoxon signed rank test</a:t>
            </a:r>
            <a:r>
              <a:rPr lang="en-US" sz="2000">
                <a:latin typeface="Cambria Math" panose="02040503050406030204" pitchFamily="18" charset="0"/>
                <a:ea typeface="Cambria Math" panose="02040503050406030204" pitchFamily="18" charset="0"/>
              </a:rPr>
              <a:t>: </a:t>
            </a:r>
            <a:r>
              <a:rPr lang="en-IN" sz="2000">
                <a:latin typeface="Cambria Math" panose="02040503050406030204" pitchFamily="18" charset="0"/>
                <a:ea typeface="Cambria Math" panose="02040503050406030204" pitchFamily="18" charset="0"/>
              </a:rPr>
              <a:t>The Wilcoxon Signed-Rank Test is a non-parametric statistical test used to compare two related samples or matched observations</a:t>
            </a:r>
          </a:p>
          <a:p>
            <a:pPr marL="342900" indent="-342900">
              <a:lnSpc>
                <a:spcPct val="150000"/>
              </a:lnSpc>
              <a:buFont typeface="Wingdings" panose="05000000000000000000" pitchFamily="2" charset="2"/>
              <a:buChar char="Ø"/>
            </a:pPr>
            <a:r>
              <a:rPr lang="en-US" sz="2000" b="1">
                <a:latin typeface="Cambria Math" panose="02040503050406030204" pitchFamily="18" charset="0"/>
                <a:ea typeface="Cambria Math" panose="02040503050406030204" pitchFamily="18" charset="0"/>
              </a:rPr>
              <a:t>Mann whitney Wilcoxon test</a:t>
            </a:r>
            <a:r>
              <a:rPr lang="en-US" sz="2000">
                <a:latin typeface="Cambria Math" panose="02040503050406030204" pitchFamily="18" charset="0"/>
                <a:ea typeface="Cambria Math" panose="02040503050406030204" pitchFamily="18" charset="0"/>
              </a:rPr>
              <a:t> : </a:t>
            </a:r>
            <a:r>
              <a:rPr lang="en-IN" sz="2000">
                <a:latin typeface="Cambria Math" panose="02040503050406030204" pitchFamily="18" charset="0"/>
                <a:ea typeface="Cambria Math" panose="02040503050406030204" pitchFamily="18" charset="0"/>
              </a:rPr>
              <a:t>The Mann-Whitney U Test, also known as the Mann-Whitney Wilcoxon Test, is a non-parametric statistical test used to compare two independent groups to determine whether their population distributions differ. </a:t>
            </a:r>
          </a:p>
          <a:p>
            <a:pPr marL="342900" indent="-342900">
              <a:lnSpc>
                <a:spcPct val="150000"/>
              </a:lnSpc>
              <a:buFont typeface="Wingdings" panose="05000000000000000000" pitchFamily="2" charset="2"/>
              <a:buChar char="Ø"/>
            </a:pPr>
            <a:r>
              <a:rPr lang="en-US" sz="2000" b="1">
                <a:latin typeface="Cambria Math" panose="02040503050406030204" pitchFamily="18" charset="0"/>
                <a:ea typeface="Cambria Math" panose="02040503050406030204" pitchFamily="18" charset="0"/>
              </a:rPr>
              <a:t>Kruskal Wallis test </a:t>
            </a:r>
            <a:r>
              <a:rPr lang="en-US" sz="2000">
                <a:latin typeface="Cambria Math" panose="02040503050406030204" pitchFamily="18" charset="0"/>
                <a:ea typeface="Cambria Math" panose="02040503050406030204" pitchFamily="18" charset="0"/>
              </a:rPr>
              <a:t>: </a:t>
            </a:r>
            <a:r>
              <a:rPr lang="en-IN" sz="2000">
                <a:latin typeface="Cambria Math" panose="02040503050406030204" pitchFamily="18" charset="0"/>
                <a:ea typeface="Cambria Math" panose="02040503050406030204" pitchFamily="18" charset="0"/>
              </a:rPr>
              <a:t>used to compare three or more independent groups to determine if there are statistically significant differences in their distributions. </a:t>
            </a:r>
          </a:p>
        </p:txBody>
      </p:sp>
    </p:spTree>
    <p:extLst>
      <p:ext uri="{BB962C8B-B14F-4D97-AF65-F5344CB8AC3E}">
        <p14:creationId xmlns:p14="http://schemas.microsoft.com/office/powerpoint/2010/main" val="12688428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C3A8E8-7239-4598-9733-6DDB551AC1F0}"/>
              </a:ext>
            </a:extLst>
          </p:cNvPr>
          <p:cNvSpPr txBox="1"/>
          <p:nvPr/>
        </p:nvSpPr>
        <p:spPr>
          <a:xfrm>
            <a:off x="304800" y="332509"/>
            <a:ext cx="11402291" cy="4866973"/>
          </a:xfrm>
          <a:prstGeom prst="rect">
            <a:avLst/>
          </a:prstGeom>
          <a:noFill/>
        </p:spPr>
        <p:txBody>
          <a:bodyPr wrap="square" rtlCol="0">
            <a:spAutoFit/>
          </a:bodyPr>
          <a:lstStyle/>
          <a:p>
            <a:pPr defTabSz="914400">
              <a:lnSpc>
                <a:spcPct val="120000"/>
              </a:lnSpc>
              <a:spcBef>
                <a:spcPts val="1000"/>
              </a:spcBef>
              <a:buClr>
                <a:schemeClr val="accent1"/>
              </a:buClr>
              <a:buSzPct val="100000"/>
            </a:pPr>
            <a:endParaRPr lang="en-IN" sz="2800">
              <a:latin typeface="Cambria Math" panose="02040503050406030204" pitchFamily="18" charset="0"/>
              <a:ea typeface="Cambria Math" panose="02040503050406030204" pitchFamily="18" charset="0"/>
            </a:endParaRP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Descriptive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Inferential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Multivariate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Non-Parametric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Time Series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Bayesian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Sampling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Machine Learning Methods</a:t>
            </a:r>
          </a:p>
          <a:p>
            <a:endParaRPr lang="en-IN"/>
          </a:p>
        </p:txBody>
      </p:sp>
    </p:spTree>
    <p:extLst>
      <p:ext uri="{BB962C8B-B14F-4D97-AF65-F5344CB8AC3E}">
        <p14:creationId xmlns:p14="http://schemas.microsoft.com/office/powerpoint/2010/main" val="375231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C6F58E6-5BD8-405D-8256-A3B7199ABFCD}"/>
                  </a:ext>
                </a:extLst>
              </p:cNvPr>
              <p:cNvSpPr txBox="1"/>
              <p:nvPr/>
            </p:nvSpPr>
            <p:spPr>
              <a:xfrm>
                <a:off x="332509" y="290945"/>
                <a:ext cx="11582400" cy="3908762"/>
              </a:xfrm>
              <a:prstGeom prst="rect">
                <a:avLst/>
              </a:prstGeom>
              <a:noFill/>
            </p:spPr>
            <p:txBody>
              <a:bodyPr wrap="square" rtlCol="0">
                <a:spAutoFit/>
              </a:bodyPr>
              <a:lstStyle/>
              <a:p>
                <a:r>
                  <a:rPr lang="en-US" sz="3200" u="sng">
                    <a:latin typeface="Cambria Math" panose="02040503050406030204" pitchFamily="18" charset="0"/>
                    <a:ea typeface="Cambria Math" panose="02040503050406030204" pitchFamily="18" charset="0"/>
                  </a:rPr>
                  <a:t>Time series analysis</a:t>
                </a:r>
              </a:p>
              <a:p>
                <a:pPr marL="285750" indent="-285750">
                  <a:buFont typeface="Wingdings" panose="05000000000000000000" pitchFamily="2" charset="2"/>
                  <a:buChar char="Ø"/>
                </a:pPr>
                <a:endParaRPr lang="en-US"/>
              </a:p>
              <a:p>
                <a:pPr marL="285750" indent="-285750">
                  <a:buFont typeface="Wingdings" panose="05000000000000000000" pitchFamily="2" charset="2"/>
                  <a:buChar char="Ø"/>
                </a:pPr>
                <a:r>
                  <a:rPr lang="en-US" sz="2000">
                    <a:latin typeface="Cambria Math" panose="02040503050406030204" pitchFamily="18" charset="0"/>
                    <a:ea typeface="Cambria Math" panose="02040503050406030204" pitchFamily="18" charset="0"/>
                  </a:rPr>
                  <a:t>It is defined as ‘ A set of observations of a variable recorded at successive intervals or point of time.</a:t>
                </a:r>
              </a:p>
              <a:p>
                <a:pPr marL="285750" indent="-285750">
                  <a:buFont typeface="Wingdings" panose="05000000000000000000" pitchFamily="2" charset="2"/>
                  <a:buChar char="Ø"/>
                </a:pPr>
                <a:endParaRPr lang="en-US" sz="200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sz="2000">
                    <a:latin typeface="Cambria Math" panose="02040503050406030204" pitchFamily="18" charset="0"/>
                    <a:ea typeface="Cambria Math" panose="02040503050406030204" pitchFamily="18" charset="0"/>
                  </a:rPr>
                  <a:t>Mathematically a time series is defined by the functional relationship,</a:t>
                </a:r>
              </a:p>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ea typeface="Cambria Math" panose="02040503050406030204" pitchFamily="18" charset="0"/>
                            </a:rPr>
                          </m:ctrlPr>
                        </m:sSubPr>
                        <m:e>
                          <m:r>
                            <a:rPr lang="en-IN" sz="2000" i="1" smtClean="0">
                              <a:latin typeface="Cambria Math" panose="02040503050406030204" pitchFamily="18" charset="0"/>
                              <a:ea typeface="Cambria Math" panose="02040503050406030204" pitchFamily="18" charset="0"/>
                            </a:rPr>
                            <m:t>𝑦</m:t>
                          </m:r>
                        </m:e>
                        <m:sub>
                          <m:r>
                            <a:rPr lang="en-IN" sz="2000" i="1" smtClean="0">
                              <a:latin typeface="Cambria Math" panose="02040503050406030204" pitchFamily="18" charset="0"/>
                              <a:ea typeface="Cambria Math" panose="02040503050406030204" pitchFamily="18" charset="0"/>
                            </a:rPr>
                            <m:t>𝑡</m:t>
                          </m:r>
                        </m:sub>
                      </m:sSub>
                      <m:r>
                        <a:rPr lang="en-IN" sz="2000" i="1" smtClean="0">
                          <a:latin typeface="Cambria Math" panose="02040503050406030204" pitchFamily="18" charset="0"/>
                          <a:ea typeface="Cambria Math" panose="02040503050406030204" pitchFamily="18" charset="0"/>
                        </a:rPr>
                        <m:t>=</m:t>
                      </m:r>
                      <m:sSub>
                        <m:sSubPr>
                          <m:ctrlPr>
                            <a:rPr lang="en-IN" sz="2000" i="1" smtClean="0">
                              <a:latin typeface="Cambria Math" panose="02040503050406030204" pitchFamily="18" charset="0"/>
                              <a:ea typeface="Cambria Math" panose="02040503050406030204" pitchFamily="18" charset="0"/>
                            </a:rPr>
                          </m:ctrlPr>
                        </m:sSubPr>
                        <m:e>
                          <m:r>
                            <a:rPr lang="en-IN" sz="2000" i="1" smtClean="0">
                              <a:latin typeface="Cambria Math" panose="02040503050406030204" pitchFamily="18" charset="0"/>
                              <a:ea typeface="Cambria Math" panose="02040503050406030204" pitchFamily="18" charset="0"/>
                            </a:rPr>
                            <m:t>𝑡</m:t>
                          </m:r>
                        </m:e>
                        <m:sub>
                          <m:r>
                            <a:rPr lang="en-IN" sz="2000" i="1" smtClean="0">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sSub>
                        <m:sSubPr>
                          <m:ctrlPr>
                            <a:rPr lang="en-IN" sz="2000" i="1" smtClean="0">
                              <a:latin typeface="Cambria Math" panose="02040503050406030204" pitchFamily="18" charset="0"/>
                              <a:ea typeface="Cambria Math" panose="02040503050406030204" pitchFamily="18" charset="0"/>
                            </a:rPr>
                          </m:ctrlPr>
                        </m:sSubPr>
                        <m:e>
                          <m:r>
                            <a:rPr lang="en-IN" sz="2000" i="1" smtClean="0">
                              <a:latin typeface="Cambria Math" panose="02040503050406030204" pitchFamily="18" charset="0"/>
                              <a:ea typeface="Cambria Math" panose="02040503050406030204" pitchFamily="18" charset="0"/>
                            </a:rPr>
                            <m:t>𝑡</m:t>
                          </m:r>
                        </m:e>
                        <m:sub>
                          <m:r>
                            <a:rPr lang="en-IN" sz="2000" i="1" smtClean="0">
                              <a:latin typeface="Cambria Math" panose="02040503050406030204" pitchFamily="18" charset="0"/>
                              <a:ea typeface="Cambria Math" panose="02040503050406030204" pitchFamily="18" charset="0"/>
                            </a:rPr>
                            <m:t>2</m:t>
                          </m:r>
                        </m:sub>
                      </m:sSub>
                      <m:r>
                        <a:rPr lang="en-US" sz="2000" b="0" i="1" smtClean="0">
                          <a:latin typeface="Cambria Math" panose="02040503050406030204" pitchFamily="18" charset="0"/>
                          <a:ea typeface="Cambria Math" panose="02040503050406030204" pitchFamily="18" charset="0"/>
                        </a:rPr>
                        <m:t>,</m:t>
                      </m:r>
                      <m:sSub>
                        <m:sSubPr>
                          <m:ctrlPr>
                            <a:rPr lang="en-IN" sz="2000" i="1" smtClean="0">
                              <a:latin typeface="Cambria Math" panose="02040503050406030204" pitchFamily="18" charset="0"/>
                              <a:ea typeface="Cambria Math" panose="02040503050406030204" pitchFamily="18" charset="0"/>
                            </a:rPr>
                          </m:ctrlPr>
                        </m:sSubPr>
                        <m:e>
                          <m:r>
                            <a:rPr lang="en-IN" sz="2000" i="1" smtClean="0">
                              <a:latin typeface="Cambria Math" panose="02040503050406030204" pitchFamily="18" charset="0"/>
                              <a:ea typeface="Cambria Math" panose="02040503050406030204" pitchFamily="18" charset="0"/>
                            </a:rPr>
                            <m:t>𝑡</m:t>
                          </m:r>
                        </m:e>
                        <m:sub>
                          <m:r>
                            <a:rPr lang="en-IN" sz="2000" i="1" smtClean="0">
                              <a:latin typeface="Cambria Math" panose="02040503050406030204" pitchFamily="18" charset="0"/>
                              <a:ea typeface="Cambria Math" panose="02040503050406030204" pitchFamily="18" charset="0"/>
                            </a:rPr>
                            <m:t>3</m:t>
                          </m:r>
                        </m:sub>
                      </m:sSub>
                      <m:r>
                        <a:rPr lang="en-US" sz="2000" b="0" i="1" smtClean="0">
                          <a:latin typeface="Cambria Math" panose="02040503050406030204" pitchFamily="18" charset="0"/>
                          <a:ea typeface="Cambria Math" panose="02040503050406030204" pitchFamily="18" charset="0"/>
                        </a:rPr>
                        <m:t>,….</m:t>
                      </m:r>
                    </m:oMath>
                  </m:oMathPara>
                </a14:m>
                <a:endParaRPr lang="en-IN" sz="2000">
                  <a:latin typeface="Cambria Math" panose="02040503050406030204" pitchFamily="18" charset="0"/>
                  <a:ea typeface="Cambria Math" panose="02040503050406030204" pitchFamily="18" charset="0"/>
                </a:endParaRPr>
              </a:p>
              <a:p>
                <a:pPr algn="ctr"/>
                <a:endParaRPr lang="en-US" sz="2000">
                  <a:latin typeface="Cambria Math" panose="02040503050406030204" pitchFamily="18" charset="0"/>
                  <a:ea typeface="Cambria Math" panose="02040503050406030204" pitchFamily="18" charset="0"/>
                </a:endParaRPr>
              </a:p>
              <a:p>
                <a:endParaRPr lang="en-US" sz="2000">
                  <a:latin typeface="Cambria Math" panose="02040503050406030204" pitchFamily="18" charset="0"/>
                  <a:ea typeface="Cambria Math" panose="02040503050406030204" pitchFamily="18" charset="0"/>
                </a:endParaRPr>
              </a:p>
              <a:p>
                <a14:m>
                  <m:oMath xmlns:m="http://schemas.openxmlformats.org/officeDocument/2006/math">
                    <m:sSub>
                      <m:sSubPr>
                        <m:ctrlPr>
                          <a:rPr lang="en-IN" sz="2000" i="1">
                            <a:latin typeface="Cambria Math" panose="02040503050406030204" pitchFamily="18" charset="0"/>
                            <a:ea typeface="Cambria Math" panose="02040503050406030204" pitchFamily="18" charset="0"/>
                          </a:rPr>
                        </m:ctrlPr>
                      </m:sSubPr>
                      <m:e>
                        <m:r>
                          <a:rPr lang="en-IN" sz="2000" i="1">
                            <a:latin typeface="Cambria Math" panose="02040503050406030204" pitchFamily="18" charset="0"/>
                            <a:ea typeface="Cambria Math" panose="02040503050406030204" pitchFamily="18" charset="0"/>
                          </a:rPr>
                          <m:t>𝑦</m:t>
                        </m:r>
                      </m:e>
                      <m:sub>
                        <m:r>
                          <a:rPr lang="en-IN" sz="2000" i="1">
                            <a:latin typeface="Cambria Math" panose="02040503050406030204" pitchFamily="18" charset="0"/>
                            <a:ea typeface="Cambria Math" panose="02040503050406030204" pitchFamily="18" charset="0"/>
                          </a:rPr>
                          <m:t>𝑡</m:t>
                        </m:r>
                      </m:sub>
                    </m:sSub>
                  </m:oMath>
                </a14:m>
                <a:r>
                  <a:rPr lang="en-US" sz="2000">
                    <a:latin typeface="Cambria Math" panose="02040503050406030204" pitchFamily="18" charset="0"/>
                    <a:ea typeface="Cambria Math" panose="02040503050406030204" pitchFamily="18" charset="0"/>
                  </a:rPr>
                  <a:t> is the value of the phenomenon at time t.</a:t>
                </a:r>
                <a:endParaRPr lang="en-IN" sz="2000">
                  <a:latin typeface="Cambria Math" panose="02040503050406030204" pitchFamily="18" charset="0"/>
                  <a:ea typeface="Cambria Math" panose="02040503050406030204" pitchFamily="18" charset="0"/>
                </a:endParaRPr>
              </a:p>
              <a:p>
                <a:endParaRPr lang="en-US" sz="2000">
                  <a:latin typeface="Cambria Math" panose="02040503050406030204" pitchFamily="18" charset="0"/>
                  <a:ea typeface="Cambria Math" panose="02040503050406030204" pitchFamily="18" charset="0"/>
                </a:endParaRPr>
              </a:p>
              <a:p>
                <a:r>
                  <a:rPr lang="en-US" sz="2000">
                    <a:latin typeface="Cambria Math" panose="02040503050406030204" pitchFamily="18" charset="0"/>
                    <a:ea typeface="Cambria Math" panose="02040503050406030204" pitchFamily="18" charset="0"/>
                  </a:rPr>
                  <a:t>Eg: The no. of new baby in Bangladesh in each year.</a:t>
                </a:r>
                <a:endParaRPr lang="en-IN" sz="2000">
                  <a:latin typeface="Cambria Math" panose="02040503050406030204" pitchFamily="18" charset="0"/>
                  <a:ea typeface="Cambria Math" panose="02040503050406030204" pitchFamily="18" charset="0"/>
                </a:endParaRPr>
              </a:p>
              <a:p>
                <a:endParaRPr lang="en-IN"/>
              </a:p>
            </p:txBody>
          </p:sp>
        </mc:Choice>
        <mc:Fallback>
          <p:sp>
            <p:nvSpPr>
              <p:cNvPr id="2" name="TextBox 1">
                <a:extLst>
                  <a:ext uri="{FF2B5EF4-FFF2-40B4-BE49-F238E27FC236}">
                    <a16:creationId xmlns:a16="http://schemas.microsoft.com/office/drawing/2014/main" id="{EC6F58E6-5BD8-405D-8256-A3B7199ABFCD}"/>
                  </a:ext>
                </a:extLst>
              </p:cNvPr>
              <p:cNvSpPr txBox="1">
                <a:spLocks noRot="1" noChangeAspect="1" noMove="1" noResize="1" noEditPoints="1" noAdjustHandles="1" noChangeArrowheads="1" noChangeShapeType="1" noTextEdit="1"/>
              </p:cNvSpPr>
              <p:nvPr/>
            </p:nvSpPr>
            <p:spPr>
              <a:xfrm>
                <a:off x="332509" y="290945"/>
                <a:ext cx="11582400" cy="3908762"/>
              </a:xfrm>
              <a:prstGeom prst="rect">
                <a:avLst/>
              </a:prstGeom>
              <a:blipFill>
                <a:blip r:embed="rId2"/>
                <a:stretch>
                  <a:fillRect l="-1368" t="-2028"/>
                </a:stretch>
              </a:blipFill>
            </p:spPr>
            <p:txBody>
              <a:bodyPr/>
              <a:lstStyle/>
              <a:p>
                <a:r>
                  <a:rPr lang="en-US">
                    <a:noFill/>
                  </a:rPr>
                  <a:t> </a:t>
                </a:r>
              </a:p>
            </p:txBody>
          </p:sp>
        </mc:Fallback>
      </mc:AlternateContent>
    </p:spTree>
    <p:extLst>
      <p:ext uri="{BB962C8B-B14F-4D97-AF65-F5344CB8AC3E}">
        <p14:creationId xmlns:p14="http://schemas.microsoft.com/office/powerpoint/2010/main" val="1336205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98E94B93-6A13-4B76-A139-F5E2D0494E12}"/>
              </a:ext>
            </a:extLst>
          </p:cNvPr>
          <p:cNvGraphicFramePr/>
          <p:nvPr>
            <p:extLst>
              <p:ext uri="{D42A27DB-BD31-4B8C-83A1-F6EECF244321}">
                <p14:modId xmlns:p14="http://schemas.microsoft.com/office/powerpoint/2010/main" val="565207671"/>
              </p:ext>
            </p:extLst>
          </p:nvPr>
        </p:nvGraphicFramePr>
        <p:xfrm>
          <a:off x="942109" y="0"/>
          <a:ext cx="10307782" cy="55972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3440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C3A8E8-7239-4598-9733-6DDB551AC1F0}"/>
              </a:ext>
            </a:extLst>
          </p:cNvPr>
          <p:cNvSpPr txBox="1"/>
          <p:nvPr/>
        </p:nvSpPr>
        <p:spPr>
          <a:xfrm>
            <a:off x="304800" y="332509"/>
            <a:ext cx="11402291" cy="4866973"/>
          </a:xfrm>
          <a:prstGeom prst="rect">
            <a:avLst/>
          </a:prstGeom>
          <a:noFill/>
        </p:spPr>
        <p:txBody>
          <a:bodyPr wrap="square" rtlCol="0">
            <a:spAutoFit/>
          </a:bodyPr>
          <a:lstStyle/>
          <a:p>
            <a:pPr defTabSz="914400">
              <a:lnSpc>
                <a:spcPct val="120000"/>
              </a:lnSpc>
              <a:spcBef>
                <a:spcPts val="1000"/>
              </a:spcBef>
              <a:buClr>
                <a:schemeClr val="accent1"/>
              </a:buClr>
              <a:buSzPct val="100000"/>
            </a:pPr>
            <a:endParaRPr lang="en-IN" sz="2800">
              <a:latin typeface="Cambria Math" panose="02040503050406030204" pitchFamily="18" charset="0"/>
              <a:ea typeface="Cambria Math" panose="02040503050406030204" pitchFamily="18" charset="0"/>
            </a:endParaRP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Descriptive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Inferential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Multivariate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Non-Parametric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Time Series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Bayesian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Sampling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Machine Learning Methods</a:t>
            </a:r>
          </a:p>
          <a:p>
            <a:endParaRPr lang="en-IN"/>
          </a:p>
        </p:txBody>
      </p:sp>
    </p:spTree>
    <p:extLst>
      <p:ext uri="{BB962C8B-B14F-4D97-AF65-F5344CB8AC3E}">
        <p14:creationId xmlns:p14="http://schemas.microsoft.com/office/powerpoint/2010/main" val="41882382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40316D5A-1769-4556-A605-B0D5A1093A9D}"/>
                  </a:ext>
                </a:extLst>
              </p:cNvPr>
              <p:cNvSpPr txBox="1"/>
              <p:nvPr/>
            </p:nvSpPr>
            <p:spPr>
              <a:xfrm>
                <a:off x="249382" y="318655"/>
                <a:ext cx="11776363" cy="5516318"/>
              </a:xfrm>
              <a:prstGeom prst="rect">
                <a:avLst/>
              </a:prstGeom>
              <a:noFill/>
            </p:spPr>
            <p:txBody>
              <a:bodyPr wrap="square" rtlCol="0">
                <a:spAutoFit/>
              </a:bodyPr>
              <a:lstStyle/>
              <a:p>
                <a:r>
                  <a:rPr lang="en-US" sz="3200" u="sng">
                    <a:latin typeface="Cambria Math" panose="02040503050406030204" pitchFamily="18" charset="0"/>
                    <a:ea typeface="Cambria Math" panose="02040503050406030204" pitchFamily="18" charset="0"/>
                  </a:rPr>
                  <a:t>Bayesian statistics</a:t>
                </a:r>
                <a:endParaRPr lang="en-IN" sz="3200" u="sng">
                  <a:latin typeface="Cambria Math" panose="02040503050406030204" pitchFamily="18" charset="0"/>
                  <a:ea typeface="Cambria Math" panose="02040503050406030204" pitchFamily="18" charset="0"/>
                </a:endParaRPr>
              </a:p>
              <a:p>
                <a:pPr>
                  <a:lnSpc>
                    <a:spcPct val="150000"/>
                  </a:lnSpc>
                </a:pPr>
                <a:endParaRPr lang="en-IN" sz="2000">
                  <a:latin typeface="Cambria Math" panose="02040503050406030204" pitchFamily="18" charset="0"/>
                  <a:ea typeface="Cambria Math" panose="02040503050406030204" pitchFamily="18" charset="0"/>
                </a:endParaRPr>
              </a:p>
              <a:p>
                <a:pPr>
                  <a:lnSpc>
                    <a:spcPct val="150000"/>
                  </a:lnSpc>
                </a:pPr>
                <a:r>
                  <a:rPr lang="en-IN" sz="2000">
                    <a:latin typeface="Cambria Math" panose="02040503050406030204" pitchFamily="18" charset="0"/>
                    <a:ea typeface="Cambria Math" panose="02040503050406030204" pitchFamily="18" charset="0"/>
                  </a:rPr>
                  <a:t>Bayesian statistics is a framework for statistical inference that incorporates prior beliefs or information along with new evidence to update the probability of a hypothesis.</a:t>
                </a:r>
              </a:p>
              <a:p>
                <a:pPr>
                  <a:lnSpc>
                    <a:spcPct val="150000"/>
                  </a:lnSpc>
                </a:pPr>
                <a:r>
                  <a:rPr lang="en-US" sz="2000" b="1">
                    <a:latin typeface="Cambria Math" panose="02040503050406030204" pitchFamily="18" charset="0"/>
                    <a:ea typeface="Cambria Math" panose="02040503050406030204" pitchFamily="18" charset="0"/>
                  </a:rPr>
                  <a:t>Bayes theorem; </a:t>
                </a:r>
                <a:endParaRPr lang="en-IN" sz="2000" b="1">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ea typeface="Cambria Math" panose="02040503050406030204" pitchFamily="18" charset="0"/>
                        </a:rPr>
                        <m:t>𝑃</m:t>
                      </m:r>
                      <m:d>
                        <m:dPr>
                          <m:ctrlPr>
                            <a:rPr lang="en-IN" sz="2000" i="1">
                              <a:latin typeface="Cambria Math" panose="02040503050406030204" pitchFamily="18" charset="0"/>
                              <a:ea typeface="Cambria Math" panose="02040503050406030204" pitchFamily="18" charset="0"/>
                            </a:rPr>
                          </m:ctrlPr>
                        </m:dPr>
                        <m:e>
                          <m:d>
                            <m:dPr>
                              <m:begChr m:val=""/>
                              <m:endChr m:val="|"/>
                              <m:ctrlPr>
                                <a:rPr lang="en-IN" sz="2000" i="1">
                                  <a:latin typeface="Cambria Math" panose="02040503050406030204" pitchFamily="18" charset="0"/>
                                  <a:ea typeface="Cambria Math" panose="02040503050406030204" pitchFamily="18" charset="0"/>
                                </a:rPr>
                              </m:ctrlPr>
                            </m:dPr>
                            <m:e>
                              <m:r>
                                <a:rPr lang="en-US" sz="2000">
                                  <a:latin typeface="Cambria Math" panose="02040503050406030204" pitchFamily="18" charset="0"/>
                                  <a:ea typeface="Cambria Math" panose="02040503050406030204" pitchFamily="18" charset="0"/>
                                </a:rPr>
                                <m:t>𝐴</m:t>
                              </m:r>
                            </m:e>
                          </m:d>
                          <m:r>
                            <a:rPr lang="en-US" sz="2000">
                              <a:latin typeface="Cambria Math" panose="02040503050406030204" pitchFamily="18" charset="0"/>
                              <a:ea typeface="Cambria Math" panose="02040503050406030204" pitchFamily="18" charset="0"/>
                            </a:rPr>
                            <m:t>𝐵</m:t>
                          </m:r>
                        </m:e>
                      </m:d>
                      <m:r>
                        <a:rPr lang="en-US" sz="2000">
                          <a:latin typeface="Cambria Math" panose="02040503050406030204" pitchFamily="18" charset="0"/>
                          <a:ea typeface="Cambria Math" panose="02040503050406030204" pitchFamily="18" charset="0"/>
                        </a:rPr>
                        <m:t>=</m:t>
                      </m:r>
                      <m:f>
                        <m:fPr>
                          <m:ctrlPr>
                            <a:rPr lang="en-IN" sz="2000" i="1">
                              <a:latin typeface="Cambria Math" panose="02040503050406030204" pitchFamily="18" charset="0"/>
                              <a:ea typeface="Cambria Math" panose="02040503050406030204" pitchFamily="18" charset="0"/>
                            </a:rPr>
                          </m:ctrlPr>
                        </m:fPr>
                        <m:num>
                          <m:r>
                            <a:rPr lang="en-US" sz="2000">
                              <a:latin typeface="Cambria Math" panose="02040503050406030204" pitchFamily="18" charset="0"/>
                              <a:ea typeface="Cambria Math" panose="02040503050406030204" pitchFamily="18" charset="0"/>
                            </a:rPr>
                            <m:t>𝑃</m:t>
                          </m:r>
                          <m:d>
                            <m:dPr>
                              <m:ctrlPr>
                                <a:rPr lang="en-IN" sz="2000" i="1">
                                  <a:latin typeface="Cambria Math" panose="02040503050406030204" pitchFamily="18" charset="0"/>
                                  <a:ea typeface="Cambria Math" panose="02040503050406030204" pitchFamily="18" charset="0"/>
                                </a:rPr>
                              </m:ctrlPr>
                            </m:dPr>
                            <m:e>
                              <m:d>
                                <m:dPr>
                                  <m:begChr m:val=""/>
                                  <m:endChr m:val="|"/>
                                  <m:ctrlPr>
                                    <a:rPr lang="en-IN" sz="2000" i="1">
                                      <a:latin typeface="Cambria Math" panose="02040503050406030204" pitchFamily="18" charset="0"/>
                                      <a:ea typeface="Cambria Math" panose="02040503050406030204" pitchFamily="18" charset="0"/>
                                    </a:rPr>
                                  </m:ctrlPr>
                                </m:dPr>
                                <m:e>
                                  <m:r>
                                    <a:rPr lang="en-US" sz="2000">
                                      <a:latin typeface="Cambria Math" panose="02040503050406030204" pitchFamily="18" charset="0"/>
                                      <a:ea typeface="Cambria Math" panose="02040503050406030204" pitchFamily="18" charset="0"/>
                                    </a:rPr>
                                    <m:t>𝐵</m:t>
                                  </m:r>
                                </m:e>
                              </m:d>
                              <m:r>
                                <a:rPr lang="en-US" sz="2000">
                                  <a:latin typeface="Cambria Math" panose="02040503050406030204" pitchFamily="18" charset="0"/>
                                  <a:ea typeface="Cambria Math" panose="02040503050406030204" pitchFamily="18" charset="0"/>
                                </a:rPr>
                                <m:t>𝐴</m:t>
                              </m:r>
                            </m:e>
                          </m:d>
                          <m:r>
                            <a:rPr lang="en-US" sz="2000">
                              <a:latin typeface="Cambria Math" panose="02040503050406030204" pitchFamily="18" charset="0"/>
                              <a:ea typeface="Cambria Math" panose="02040503050406030204" pitchFamily="18" charset="0"/>
                            </a:rPr>
                            <m:t>𝑃</m:t>
                          </m:r>
                          <m:d>
                            <m:dPr>
                              <m:ctrlPr>
                                <a:rPr lang="en-IN" sz="2000" i="1">
                                  <a:latin typeface="Cambria Math" panose="02040503050406030204" pitchFamily="18" charset="0"/>
                                  <a:ea typeface="Cambria Math" panose="02040503050406030204" pitchFamily="18" charset="0"/>
                                </a:rPr>
                              </m:ctrlPr>
                            </m:dPr>
                            <m:e>
                              <m:r>
                                <a:rPr lang="en-US" sz="2000">
                                  <a:latin typeface="Cambria Math" panose="02040503050406030204" pitchFamily="18" charset="0"/>
                                  <a:ea typeface="Cambria Math" panose="02040503050406030204" pitchFamily="18" charset="0"/>
                                </a:rPr>
                                <m:t>𝐴</m:t>
                              </m:r>
                            </m:e>
                          </m:d>
                        </m:num>
                        <m:den>
                          <m:r>
                            <a:rPr lang="en-US" sz="2000">
                              <a:latin typeface="Cambria Math" panose="02040503050406030204" pitchFamily="18" charset="0"/>
                              <a:ea typeface="Cambria Math" panose="02040503050406030204" pitchFamily="18" charset="0"/>
                            </a:rPr>
                            <m:t>𝑃</m:t>
                          </m:r>
                          <m:d>
                            <m:dPr>
                              <m:ctrlPr>
                                <a:rPr lang="en-IN" sz="2000" i="1">
                                  <a:latin typeface="Cambria Math" panose="02040503050406030204" pitchFamily="18" charset="0"/>
                                  <a:ea typeface="Cambria Math" panose="02040503050406030204" pitchFamily="18" charset="0"/>
                                </a:rPr>
                              </m:ctrlPr>
                            </m:dPr>
                            <m:e>
                              <m:r>
                                <a:rPr lang="en-US" sz="2000">
                                  <a:latin typeface="Cambria Math" panose="02040503050406030204" pitchFamily="18" charset="0"/>
                                  <a:ea typeface="Cambria Math" panose="02040503050406030204" pitchFamily="18" charset="0"/>
                                </a:rPr>
                                <m:t>𝐵</m:t>
                              </m:r>
                            </m:e>
                          </m:d>
                        </m:den>
                      </m:f>
                    </m:oMath>
                  </m:oMathPara>
                </a14:m>
                <a:endParaRPr lang="en-IN" sz="2000">
                  <a:latin typeface="Cambria Math" panose="02040503050406030204" pitchFamily="18" charset="0"/>
                  <a:ea typeface="Cambria Math" panose="02040503050406030204" pitchFamily="18" charset="0"/>
                </a:endParaRPr>
              </a:p>
              <a:p>
                <a:pPr>
                  <a:lnSpc>
                    <a:spcPct val="150000"/>
                  </a:lnSpc>
                </a:pPr>
                <a:r>
                  <a:rPr lang="en-US" sz="2000">
                    <a:latin typeface="Cambria Math" panose="02040503050406030204" pitchFamily="18" charset="0"/>
                    <a:ea typeface="Cambria Math" panose="02040503050406030204" pitchFamily="18" charset="0"/>
                  </a:rPr>
                  <a:t> </a:t>
                </a:r>
                <a:endParaRPr lang="en-IN" sz="2000">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a:rPr lang="en-US" sz="2000">
                        <a:latin typeface="Cambria Math" panose="02040503050406030204" pitchFamily="18" charset="0"/>
                        <a:ea typeface="Cambria Math" panose="02040503050406030204" pitchFamily="18" charset="0"/>
                      </a:rPr>
                      <m:t>𝑃</m:t>
                    </m:r>
                    <m:d>
                      <m:dPr>
                        <m:ctrlPr>
                          <a:rPr lang="en-IN" sz="2000" i="1">
                            <a:latin typeface="Cambria Math" panose="02040503050406030204" pitchFamily="18" charset="0"/>
                            <a:ea typeface="Cambria Math" panose="02040503050406030204" pitchFamily="18" charset="0"/>
                          </a:rPr>
                        </m:ctrlPr>
                      </m:dPr>
                      <m:e>
                        <m:d>
                          <m:dPr>
                            <m:begChr m:val=""/>
                            <m:endChr m:val="|"/>
                            <m:ctrlPr>
                              <a:rPr lang="en-IN" sz="2000" i="1">
                                <a:latin typeface="Cambria Math" panose="02040503050406030204" pitchFamily="18" charset="0"/>
                                <a:ea typeface="Cambria Math" panose="02040503050406030204" pitchFamily="18" charset="0"/>
                              </a:rPr>
                            </m:ctrlPr>
                          </m:dPr>
                          <m:e>
                            <m:r>
                              <a:rPr lang="en-US" sz="2000">
                                <a:latin typeface="Cambria Math" panose="02040503050406030204" pitchFamily="18" charset="0"/>
                                <a:ea typeface="Cambria Math" panose="02040503050406030204" pitchFamily="18" charset="0"/>
                              </a:rPr>
                              <m:t>𝐴</m:t>
                            </m:r>
                          </m:e>
                        </m:d>
                        <m:r>
                          <a:rPr lang="en-US" sz="2000">
                            <a:latin typeface="Cambria Math" panose="02040503050406030204" pitchFamily="18" charset="0"/>
                            <a:ea typeface="Cambria Math" panose="02040503050406030204" pitchFamily="18" charset="0"/>
                          </a:rPr>
                          <m:t>𝐵</m:t>
                        </m:r>
                      </m:e>
                    </m:d>
                  </m:oMath>
                </a14:m>
                <a:r>
                  <a:rPr lang="en-US" sz="2000">
                    <a:latin typeface="Cambria Math" panose="02040503050406030204" pitchFamily="18" charset="0"/>
                    <a:ea typeface="Cambria Math" panose="02040503050406030204" pitchFamily="18" charset="0"/>
                  </a:rPr>
                  <a:t> is conditional probability of observing A given B is true.</a:t>
                </a:r>
                <a:endParaRPr lang="en-IN" sz="2000">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a:rPr lang="en-US" sz="2000">
                        <a:latin typeface="Cambria Math" panose="02040503050406030204" pitchFamily="18" charset="0"/>
                        <a:ea typeface="Cambria Math" panose="02040503050406030204" pitchFamily="18" charset="0"/>
                      </a:rPr>
                      <m:t>𝑃</m:t>
                    </m:r>
                    <m:d>
                      <m:dPr>
                        <m:ctrlPr>
                          <a:rPr lang="en-IN" sz="2000" i="1">
                            <a:latin typeface="Cambria Math" panose="02040503050406030204" pitchFamily="18" charset="0"/>
                            <a:ea typeface="Cambria Math" panose="02040503050406030204" pitchFamily="18" charset="0"/>
                          </a:rPr>
                        </m:ctrlPr>
                      </m:dPr>
                      <m:e>
                        <m:d>
                          <m:dPr>
                            <m:begChr m:val=""/>
                            <m:endChr m:val="|"/>
                            <m:ctrlPr>
                              <a:rPr lang="en-IN" sz="2000" i="1">
                                <a:latin typeface="Cambria Math" panose="02040503050406030204" pitchFamily="18" charset="0"/>
                                <a:ea typeface="Cambria Math" panose="02040503050406030204" pitchFamily="18" charset="0"/>
                              </a:rPr>
                            </m:ctrlPr>
                          </m:dPr>
                          <m:e>
                            <m:r>
                              <a:rPr lang="en-US" sz="2000">
                                <a:latin typeface="Cambria Math" panose="02040503050406030204" pitchFamily="18" charset="0"/>
                                <a:ea typeface="Cambria Math" panose="02040503050406030204" pitchFamily="18" charset="0"/>
                              </a:rPr>
                              <m:t>𝐵</m:t>
                            </m:r>
                          </m:e>
                        </m:d>
                        <m:r>
                          <a:rPr lang="en-US" sz="2000">
                            <a:latin typeface="Cambria Math" panose="02040503050406030204" pitchFamily="18" charset="0"/>
                            <a:ea typeface="Cambria Math" panose="02040503050406030204" pitchFamily="18" charset="0"/>
                          </a:rPr>
                          <m:t>𝐴</m:t>
                        </m:r>
                      </m:e>
                    </m:d>
                  </m:oMath>
                </a14:m>
                <a:r>
                  <a:rPr lang="en-US" sz="2000">
                    <a:latin typeface="Cambria Math" panose="02040503050406030204" pitchFamily="18" charset="0"/>
                    <a:ea typeface="Cambria Math" panose="02040503050406030204" pitchFamily="18" charset="0"/>
                  </a:rPr>
                  <a:t> is conditional probability of observing B given A is true.</a:t>
                </a:r>
                <a:endParaRPr lang="en-IN" sz="2000">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a:rPr lang="en-US" sz="2000">
                        <a:latin typeface="Cambria Math" panose="02040503050406030204" pitchFamily="18" charset="0"/>
                        <a:ea typeface="Cambria Math" panose="02040503050406030204" pitchFamily="18" charset="0"/>
                      </a:rPr>
                      <m:t>𝑃</m:t>
                    </m:r>
                    <m:d>
                      <m:dPr>
                        <m:ctrlPr>
                          <a:rPr lang="en-IN" sz="2000" i="1">
                            <a:latin typeface="Cambria Math" panose="02040503050406030204" pitchFamily="18" charset="0"/>
                            <a:ea typeface="Cambria Math" panose="02040503050406030204" pitchFamily="18" charset="0"/>
                          </a:rPr>
                        </m:ctrlPr>
                      </m:dPr>
                      <m:e>
                        <m:r>
                          <a:rPr lang="en-US" sz="2000">
                            <a:latin typeface="Cambria Math" panose="02040503050406030204" pitchFamily="18" charset="0"/>
                            <a:ea typeface="Cambria Math" panose="02040503050406030204" pitchFamily="18" charset="0"/>
                          </a:rPr>
                          <m:t>𝐴</m:t>
                        </m:r>
                      </m:e>
                    </m:d>
                  </m:oMath>
                </a14:m>
                <a:r>
                  <a:rPr lang="en-US" sz="2000">
                    <a:latin typeface="Cambria Math" panose="02040503050406030204" pitchFamily="18" charset="0"/>
                    <a:ea typeface="Cambria Math" panose="02040503050406030204" pitchFamily="18" charset="0"/>
                  </a:rPr>
                  <a:t> and </a:t>
                </a:r>
                <a14:m>
                  <m:oMath xmlns:m="http://schemas.openxmlformats.org/officeDocument/2006/math">
                    <m:r>
                      <a:rPr lang="en-US" sz="2000">
                        <a:latin typeface="Cambria Math" panose="02040503050406030204" pitchFamily="18" charset="0"/>
                        <a:ea typeface="Cambria Math" panose="02040503050406030204" pitchFamily="18" charset="0"/>
                      </a:rPr>
                      <m:t>𝑃</m:t>
                    </m:r>
                    <m:d>
                      <m:dPr>
                        <m:ctrlPr>
                          <a:rPr lang="en-IN" sz="2000" i="1">
                            <a:latin typeface="Cambria Math" panose="02040503050406030204" pitchFamily="18" charset="0"/>
                            <a:ea typeface="Cambria Math" panose="02040503050406030204" pitchFamily="18" charset="0"/>
                          </a:rPr>
                        </m:ctrlPr>
                      </m:dPr>
                      <m:e>
                        <m:r>
                          <a:rPr lang="en-US" sz="2000">
                            <a:latin typeface="Cambria Math" panose="02040503050406030204" pitchFamily="18" charset="0"/>
                            <a:ea typeface="Cambria Math" panose="02040503050406030204" pitchFamily="18" charset="0"/>
                          </a:rPr>
                          <m:t>𝐵</m:t>
                        </m:r>
                      </m:e>
                    </m:d>
                  </m:oMath>
                </a14:m>
                <a:r>
                  <a:rPr lang="en-US" sz="2000">
                    <a:latin typeface="Cambria Math" panose="02040503050406030204" pitchFamily="18" charset="0"/>
                    <a:ea typeface="Cambria Math" panose="02040503050406030204" pitchFamily="18" charset="0"/>
                  </a:rPr>
                  <a:t> are probabilities of A and B without conditioning on each other.</a:t>
                </a:r>
                <a:endParaRPr lang="en-IN" sz="2000">
                  <a:latin typeface="Cambria Math" panose="02040503050406030204" pitchFamily="18" charset="0"/>
                  <a:ea typeface="Cambria Math" panose="02040503050406030204" pitchFamily="18" charset="0"/>
                </a:endParaRPr>
              </a:p>
              <a:p>
                <a:endParaRPr lang="en-IN"/>
              </a:p>
            </p:txBody>
          </p:sp>
        </mc:Choice>
        <mc:Fallback>
          <p:sp>
            <p:nvSpPr>
              <p:cNvPr id="2" name="TextBox 1">
                <a:extLst>
                  <a:ext uri="{FF2B5EF4-FFF2-40B4-BE49-F238E27FC236}">
                    <a16:creationId xmlns:a16="http://schemas.microsoft.com/office/drawing/2014/main" id="{40316D5A-1769-4556-A605-B0D5A1093A9D}"/>
                  </a:ext>
                </a:extLst>
              </p:cNvPr>
              <p:cNvSpPr txBox="1">
                <a:spLocks noRot="1" noChangeAspect="1" noMove="1" noResize="1" noEditPoints="1" noAdjustHandles="1" noChangeArrowheads="1" noChangeShapeType="1" noTextEdit="1"/>
              </p:cNvSpPr>
              <p:nvPr/>
            </p:nvSpPr>
            <p:spPr>
              <a:xfrm>
                <a:off x="249382" y="318655"/>
                <a:ext cx="11776363" cy="5516318"/>
              </a:xfrm>
              <a:prstGeom prst="rect">
                <a:avLst/>
              </a:prstGeom>
              <a:blipFill>
                <a:blip r:embed="rId2"/>
                <a:stretch>
                  <a:fillRect l="-1346" t="-1436"/>
                </a:stretch>
              </a:blipFill>
            </p:spPr>
            <p:txBody>
              <a:bodyPr/>
              <a:lstStyle/>
              <a:p>
                <a:r>
                  <a:rPr lang="en-US">
                    <a:noFill/>
                  </a:rPr>
                  <a:t> </a:t>
                </a:r>
              </a:p>
            </p:txBody>
          </p:sp>
        </mc:Fallback>
      </mc:AlternateContent>
    </p:spTree>
    <p:extLst>
      <p:ext uri="{BB962C8B-B14F-4D97-AF65-F5344CB8AC3E}">
        <p14:creationId xmlns:p14="http://schemas.microsoft.com/office/powerpoint/2010/main" val="36680093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26F61F-E6D2-4410-BF6F-C847F7962028}"/>
              </a:ext>
            </a:extLst>
          </p:cNvPr>
          <p:cNvSpPr txBox="1"/>
          <p:nvPr/>
        </p:nvSpPr>
        <p:spPr>
          <a:xfrm>
            <a:off x="387927" y="304800"/>
            <a:ext cx="11416145" cy="5447645"/>
          </a:xfrm>
          <a:prstGeom prst="rect">
            <a:avLst/>
          </a:prstGeom>
          <a:noFill/>
        </p:spPr>
        <p:txBody>
          <a:bodyPr wrap="square" rtlCol="0">
            <a:spAutoFit/>
          </a:bodyPr>
          <a:lstStyle/>
          <a:p>
            <a:pPr>
              <a:lnSpc>
                <a:spcPct val="150000"/>
              </a:lnSpc>
            </a:pPr>
            <a:r>
              <a:rPr lang="en-US" sz="2000">
                <a:latin typeface="Cambria Math" panose="02040503050406030204" pitchFamily="18" charset="0"/>
                <a:ea typeface="Cambria Math" panose="02040503050406030204" pitchFamily="18" charset="0"/>
              </a:rPr>
              <a:t>I</a:t>
            </a:r>
            <a:r>
              <a:rPr lang="en-IN" sz="2000">
                <a:latin typeface="Cambria Math" panose="02040503050406030204" pitchFamily="18" charset="0"/>
                <a:ea typeface="Cambria Math" panose="02040503050406030204" pitchFamily="18" charset="0"/>
              </a:rPr>
              <a:t>magine there's a disease that affects 1% of a population. A test for the disease is available, which correctly identifies a sick person 90% of the time (true positive rate) and correctly identifies a healthy person 95% of the time (true negative rate).</a:t>
            </a:r>
          </a:p>
          <a:p>
            <a:pPr>
              <a:lnSpc>
                <a:spcPct val="150000"/>
              </a:lnSpc>
            </a:pPr>
            <a:endParaRPr lang="en-IN" sz="2000">
              <a:latin typeface="Cambria Math" panose="02040503050406030204" pitchFamily="18" charset="0"/>
              <a:ea typeface="Cambria Math" panose="02040503050406030204" pitchFamily="18" charset="0"/>
            </a:endParaRPr>
          </a:p>
          <a:p>
            <a:pPr>
              <a:lnSpc>
                <a:spcPct val="150000"/>
              </a:lnSpc>
            </a:pPr>
            <a:r>
              <a:rPr lang="en-IN" sz="2000">
                <a:latin typeface="Cambria Math" panose="02040503050406030204" pitchFamily="18" charset="0"/>
                <a:ea typeface="Cambria Math" panose="02040503050406030204" pitchFamily="18" charset="0"/>
              </a:rPr>
              <a:t>P(Disease)=0.01</a:t>
            </a:r>
          </a:p>
          <a:p>
            <a:pPr>
              <a:lnSpc>
                <a:spcPct val="150000"/>
              </a:lnSpc>
            </a:pPr>
            <a:r>
              <a:rPr lang="en-IN" sz="2000">
                <a:latin typeface="Cambria Math" panose="02040503050406030204" pitchFamily="18" charset="0"/>
                <a:ea typeface="Cambria Math" panose="02040503050406030204" pitchFamily="18" charset="0"/>
              </a:rPr>
              <a:t>P(No Disease)=1−P(Disease)=0.99</a:t>
            </a:r>
          </a:p>
          <a:p>
            <a:pPr>
              <a:lnSpc>
                <a:spcPct val="150000"/>
              </a:lnSpc>
            </a:pPr>
            <a:r>
              <a:rPr lang="en-IN" sz="2000">
                <a:latin typeface="Cambria Math" panose="02040503050406030204" pitchFamily="18" charset="0"/>
                <a:ea typeface="Cambria Math" panose="02040503050406030204" pitchFamily="18" charset="0"/>
              </a:rPr>
              <a:t>P(Positive Test∣Disease)=0.9</a:t>
            </a:r>
          </a:p>
          <a:p>
            <a:pPr>
              <a:lnSpc>
                <a:spcPct val="150000"/>
              </a:lnSpc>
            </a:pPr>
            <a:r>
              <a:rPr lang="en-IN" sz="2000">
                <a:latin typeface="Cambria Math" panose="02040503050406030204" pitchFamily="18" charset="0"/>
                <a:ea typeface="Cambria Math" panose="02040503050406030204" pitchFamily="18" charset="0"/>
              </a:rPr>
              <a:t>P(Positive Test∣No Disease)=0.05</a:t>
            </a:r>
          </a:p>
          <a:p>
            <a:pPr>
              <a:lnSpc>
                <a:spcPct val="150000"/>
              </a:lnSpc>
            </a:pPr>
            <a:r>
              <a:rPr lang="en-IN" sz="2000">
                <a:latin typeface="Cambria Math" panose="02040503050406030204" pitchFamily="18" charset="0"/>
                <a:ea typeface="Cambria Math" panose="02040503050406030204" pitchFamily="18" charset="0"/>
              </a:rPr>
              <a:t>P(</a:t>
            </a:r>
            <a:r>
              <a:rPr lang="en-IN" sz="2000" err="1">
                <a:latin typeface="Cambria Math" panose="02040503050406030204" pitchFamily="18" charset="0"/>
                <a:ea typeface="Cambria Math" panose="02040503050406030204" pitchFamily="18" charset="0"/>
              </a:rPr>
              <a:t>Disease∣Positive</a:t>
            </a:r>
            <a:r>
              <a:rPr lang="en-IN" sz="2000">
                <a:latin typeface="Cambria Math" panose="02040503050406030204" pitchFamily="18" charset="0"/>
                <a:ea typeface="Cambria Math" panose="02040503050406030204" pitchFamily="18" charset="0"/>
              </a:rPr>
              <a:t> Test)= P(Positive Test∣Disease)⋅P(Disease)    ≈ 0.154</a:t>
            </a:r>
          </a:p>
          <a:p>
            <a:r>
              <a:rPr lang="en-US" sz="2000">
                <a:latin typeface="Cambria Math" panose="02040503050406030204" pitchFamily="18" charset="0"/>
                <a:ea typeface="Cambria Math" panose="02040503050406030204" pitchFamily="18" charset="0"/>
              </a:rPr>
              <a:t>                                                    </a:t>
            </a:r>
            <a:r>
              <a:rPr lang="en-IN" sz="2000">
                <a:latin typeface="Cambria Math" panose="02040503050406030204" pitchFamily="18" charset="0"/>
                <a:ea typeface="Cambria Math" panose="02040503050406030204" pitchFamily="18" charset="0"/>
              </a:rPr>
              <a:t>P(Positive Test)</a:t>
            </a:r>
          </a:p>
          <a:p>
            <a:endParaRPr lang="en-IN" sz="2000">
              <a:latin typeface="Cambria Math" panose="02040503050406030204" pitchFamily="18" charset="0"/>
              <a:ea typeface="Cambria Math" panose="02040503050406030204" pitchFamily="18" charset="0"/>
            </a:endParaRPr>
          </a:p>
          <a:p>
            <a:r>
              <a:rPr lang="en-IN" sz="2000">
                <a:latin typeface="Cambria Math" panose="02040503050406030204" pitchFamily="18" charset="0"/>
                <a:ea typeface="Cambria Math" panose="02040503050406030204" pitchFamily="18" charset="0"/>
              </a:rPr>
              <a:t>So, even with a positive test result, the probability that a person actually has the disease is about 15.4%.</a:t>
            </a:r>
          </a:p>
          <a:p>
            <a:endParaRPr lang="en-IN"/>
          </a:p>
        </p:txBody>
      </p:sp>
      <p:cxnSp>
        <p:nvCxnSpPr>
          <p:cNvPr id="10" name="Straight Connector 9">
            <a:extLst>
              <a:ext uri="{FF2B5EF4-FFF2-40B4-BE49-F238E27FC236}">
                <a16:creationId xmlns:a16="http://schemas.microsoft.com/office/drawing/2014/main" id="{DBC01CD2-87AD-4C65-94C1-FE201DA6C0C5}"/>
              </a:ext>
            </a:extLst>
          </p:cNvPr>
          <p:cNvCxnSpPr>
            <a:cxnSpLocks/>
          </p:cNvCxnSpPr>
          <p:nvPr/>
        </p:nvCxnSpPr>
        <p:spPr>
          <a:xfrm>
            <a:off x="3394364" y="4433455"/>
            <a:ext cx="3879272"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204045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C3A8E8-7239-4598-9733-6DDB551AC1F0}"/>
              </a:ext>
            </a:extLst>
          </p:cNvPr>
          <p:cNvSpPr txBox="1"/>
          <p:nvPr/>
        </p:nvSpPr>
        <p:spPr>
          <a:xfrm>
            <a:off x="304800" y="332509"/>
            <a:ext cx="11402291" cy="4866973"/>
          </a:xfrm>
          <a:prstGeom prst="rect">
            <a:avLst/>
          </a:prstGeom>
          <a:noFill/>
        </p:spPr>
        <p:txBody>
          <a:bodyPr wrap="square" rtlCol="0">
            <a:spAutoFit/>
          </a:bodyPr>
          <a:lstStyle/>
          <a:p>
            <a:pPr defTabSz="914400">
              <a:lnSpc>
                <a:spcPct val="120000"/>
              </a:lnSpc>
              <a:spcBef>
                <a:spcPts val="1000"/>
              </a:spcBef>
              <a:buClr>
                <a:schemeClr val="accent1"/>
              </a:buClr>
              <a:buSzPct val="100000"/>
            </a:pPr>
            <a:endParaRPr lang="en-IN" sz="2800">
              <a:latin typeface="Cambria Math" panose="02040503050406030204" pitchFamily="18" charset="0"/>
              <a:ea typeface="Cambria Math" panose="02040503050406030204" pitchFamily="18" charset="0"/>
            </a:endParaRP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Descriptive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Inferential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Multivariate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Non-Parametric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Time Series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Bayesian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Sampling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Machine Learning Methods</a:t>
            </a:r>
          </a:p>
          <a:p>
            <a:endParaRPr lang="en-IN"/>
          </a:p>
        </p:txBody>
      </p:sp>
    </p:spTree>
    <p:extLst>
      <p:ext uri="{BB962C8B-B14F-4D97-AF65-F5344CB8AC3E}">
        <p14:creationId xmlns:p14="http://schemas.microsoft.com/office/powerpoint/2010/main" val="1829833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70673F-73F4-450C-B048-0882FE49B158}"/>
              </a:ext>
            </a:extLst>
          </p:cNvPr>
          <p:cNvSpPr txBox="1"/>
          <p:nvPr/>
        </p:nvSpPr>
        <p:spPr>
          <a:xfrm>
            <a:off x="0" y="-110431"/>
            <a:ext cx="11762509" cy="6617196"/>
          </a:xfrm>
          <a:prstGeom prst="rect">
            <a:avLst/>
          </a:prstGeom>
          <a:noFill/>
        </p:spPr>
        <p:txBody>
          <a:bodyPr wrap="square" rtlCol="0">
            <a:spAutoFit/>
          </a:bodyPr>
          <a:lstStyle/>
          <a:p>
            <a:r>
              <a:rPr lang="en-US" sz="3200" u="sng">
                <a:latin typeface="Cambria Math" panose="02040503050406030204" pitchFamily="18" charset="0"/>
                <a:ea typeface="Cambria Math" panose="02040503050406030204" pitchFamily="18" charset="0"/>
              </a:rPr>
              <a:t>Sampling Methods</a:t>
            </a:r>
            <a:endParaRPr lang="en-IN" sz="3200" u="sng">
              <a:latin typeface="Cambria Math" panose="02040503050406030204" pitchFamily="18" charset="0"/>
              <a:ea typeface="Cambria Math" panose="02040503050406030204" pitchFamily="18" charset="0"/>
            </a:endParaRPr>
          </a:p>
          <a:p>
            <a:pPr marL="342900" indent="-342900">
              <a:lnSpc>
                <a:spcPct val="150000"/>
              </a:lnSpc>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This method is used to select a subset of individuals or observations from a larger population to gather data and make inferences about that population. It includes,</a:t>
            </a:r>
          </a:p>
          <a:p>
            <a:pPr lvl="1" indent="-457200" defTabSz="844550">
              <a:lnSpc>
                <a:spcPct val="150000"/>
              </a:lnSpc>
              <a:spcBef>
                <a:spcPct val="0"/>
              </a:spcBef>
              <a:spcAft>
                <a:spcPct val="35000"/>
              </a:spcAft>
              <a:buFont typeface="+mj-lt"/>
              <a:buAutoNum type="arabicPeriod"/>
            </a:pPr>
            <a:r>
              <a:rPr lang="en-US" sz="2000" b="1">
                <a:latin typeface="Cambria Math" panose="02040503050406030204" pitchFamily="18" charset="0"/>
                <a:ea typeface="Cambria Math" panose="02040503050406030204" pitchFamily="18" charset="0"/>
              </a:rPr>
              <a:t>Simple Random Sampling</a:t>
            </a:r>
            <a:r>
              <a:rPr lang="en-US" sz="2000">
                <a:latin typeface="Cambria Math" panose="02040503050406030204" pitchFamily="18" charset="0"/>
                <a:ea typeface="Cambria Math" panose="02040503050406030204" pitchFamily="18" charset="0"/>
              </a:rPr>
              <a:t>: </a:t>
            </a:r>
            <a:r>
              <a:rPr lang="en-IN" sz="2000">
                <a:latin typeface="Cambria Math" panose="02040503050406030204" pitchFamily="18" charset="0"/>
                <a:ea typeface="Cambria Math" panose="02040503050406030204" pitchFamily="18" charset="0"/>
              </a:rPr>
              <a:t>Each member of the population has an equal chance of being selected.</a:t>
            </a:r>
          </a:p>
          <a:p>
            <a:pPr lvl="1" indent="-457200" defTabSz="844550">
              <a:lnSpc>
                <a:spcPct val="150000"/>
              </a:lnSpc>
              <a:spcBef>
                <a:spcPct val="0"/>
              </a:spcBef>
              <a:spcAft>
                <a:spcPct val="35000"/>
              </a:spcAft>
              <a:buFont typeface="+mj-lt"/>
              <a:buAutoNum type="arabicPeriod"/>
            </a:pPr>
            <a:r>
              <a:rPr lang="en-IN" sz="2000" b="1">
                <a:latin typeface="Cambria Math" panose="02040503050406030204" pitchFamily="18" charset="0"/>
                <a:ea typeface="Cambria Math" panose="02040503050406030204" pitchFamily="18" charset="0"/>
              </a:rPr>
              <a:t>Systematic Sampling</a:t>
            </a:r>
            <a:r>
              <a:rPr lang="en-IN" sz="2000">
                <a:latin typeface="Cambria Math" panose="02040503050406030204" pitchFamily="18" charset="0"/>
                <a:ea typeface="Cambria Math" panose="02040503050406030204" pitchFamily="18" charset="0"/>
              </a:rPr>
              <a:t>: Members of the population are selected at regular intervals. For example, you might choose every 10th person from a list.</a:t>
            </a:r>
          </a:p>
          <a:p>
            <a:pPr lvl="1" indent="-457200" defTabSz="844550">
              <a:lnSpc>
                <a:spcPct val="150000"/>
              </a:lnSpc>
              <a:spcBef>
                <a:spcPct val="0"/>
              </a:spcBef>
              <a:spcAft>
                <a:spcPct val="35000"/>
              </a:spcAft>
              <a:buFont typeface="+mj-lt"/>
              <a:buAutoNum type="arabicPeriod"/>
            </a:pPr>
            <a:r>
              <a:rPr lang="en-IN" sz="2000" b="1">
                <a:latin typeface="Cambria Math" panose="02040503050406030204" pitchFamily="18" charset="0"/>
                <a:ea typeface="Cambria Math" panose="02040503050406030204" pitchFamily="18" charset="0"/>
              </a:rPr>
              <a:t>Stratified Sampling</a:t>
            </a:r>
            <a:r>
              <a:rPr lang="en-IN" sz="2000">
                <a:latin typeface="Cambria Math" panose="02040503050406030204" pitchFamily="18" charset="0"/>
                <a:ea typeface="Cambria Math" panose="02040503050406030204" pitchFamily="18" charset="0"/>
              </a:rPr>
              <a:t>: The population is divided into subgroups (strata) and samples are drawn from each stratum.</a:t>
            </a:r>
          </a:p>
          <a:p>
            <a:pPr lvl="1" indent="-457200" defTabSz="844550">
              <a:lnSpc>
                <a:spcPct val="150000"/>
              </a:lnSpc>
              <a:spcBef>
                <a:spcPct val="0"/>
              </a:spcBef>
              <a:spcAft>
                <a:spcPct val="35000"/>
              </a:spcAft>
              <a:buFont typeface="+mj-lt"/>
              <a:buAutoNum type="arabicPeriod"/>
            </a:pPr>
            <a:r>
              <a:rPr lang="en-IN" sz="2000" b="1">
                <a:latin typeface="Cambria Math" panose="02040503050406030204" pitchFamily="18" charset="0"/>
                <a:ea typeface="Cambria Math" panose="02040503050406030204" pitchFamily="18" charset="0"/>
              </a:rPr>
              <a:t>Cluster Sampling</a:t>
            </a:r>
            <a:r>
              <a:rPr lang="en-IN" sz="2000">
                <a:latin typeface="Cambria Math" panose="02040503050406030204" pitchFamily="18" charset="0"/>
                <a:ea typeface="Cambria Math" panose="02040503050406030204" pitchFamily="18" charset="0"/>
              </a:rPr>
              <a:t>: The population is divided into clusters and entire clusters are randomly selected.</a:t>
            </a:r>
          </a:p>
          <a:p>
            <a:pPr lvl="1" indent="-457200" defTabSz="844550">
              <a:lnSpc>
                <a:spcPct val="150000"/>
              </a:lnSpc>
              <a:spcBef>
                <a:spcPct val="0"/>
              </a:spcBef>
              <a:spcAft>
                <a:spcPct val="35000"/>
              </a:spcAft>
              <a:buFont typeface="+mj-lt"/>
              <a:buAutoNum type="arabicPeriod"/>
            </a:pPr>
            <a:r>
              <a:rPr lang="en-IN" sz="2000" b="1">
                <a:latin typeface="Cambria Math" panose="02040503050406030204" pitchFamily="18" charset="0"/>
                <a:ea typeface="Cambria Math" panose="02040503050406030204" pitchFamily="18" charset="0"/>
              </a:rPr>
              <a:t>Convenience Sampling</a:t>
            </a:r>
            <a:r>
              <a:rPr lang="en-IN" sz="2000">
                <a:latin typeface="Cambria Math" panose="02040503050406030204" pitchFamily="18" charset="0"/>
                <a:ea typeface="Cambria Math" panose="02040503050406030204" pitchFamily="18" charset="0"/>
              </a:rPr>
              <a:t>: Samples are taken from a group that is easily accessible</a:t>
            </a:r>
          </a:p>
          <a:p>
            <a:pPr lvl="1" indent="-457200" defTabSz="844550">
              <a:lnSpc>
                <a:spcPct val="150000"/>
              </a:lnSpc>
              <a:spcBef>
                <a:spcPct val="0"/>
              </a:spcBef>
              <a:spcAft>
                <a:spcPct val="35000"/>
              </a:spcAft>
              <a:buFont typeface="+mj-lt"/>
              <a:buAutoNum type="arabicPeriod"/>
            </a:pPr>
            <a:r>
              <a:rPr lang="en-IN" sz="2000" b="1">
                <a:latin typeface="Cambria Math" panose="02040503050406030204" pitchFamily="18" charset="0"/>
                <a:ea typeface="Cambria Math" panose="02040503050406030204" pitchFamily="18" charset="0"/>
              </a:rPr>
              <a:t>Judgmental or Purposive Sampling</a:t>
            </a:r>
            <a:r>
              <a:rPr lang="en-IN" sz="2000">
                <a:latin typeface="Cambria Math" panose="02040503050406030204" pitchFamily="18" charset="0"/>
                <a:ea typeface="Cambria Math" panose="02040503050406030204" pitchFamily="18" charset="0"/>
              </a:rPr>
              <a:t>: Researchers use their judgment to select individuals who are believed to be representative of the population.</a:t>
            </a:r>
          </a:p>
          <a:p>
            <a:pPr marL="457200" indent="-457200">
              <a:buFont typeface="+mj-lt"/>
              <a:buAutoNum type="arabicPeriod"/>
            </a:pPr>
            <a:endParaRPr lang="en-IN" sz="200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4821667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82401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C3A8E8-7239-4598-9733-6DDB551AC1F0}"/>
              </a:ext>
            </a:extLst>
          </p:cNvPr>
          <p:cNvSpPr txBox="1"/>
          <p:nvPr/>
        </p:nvSpPr>
        <p:spPr>
          <a:xfrm>
            <a:off x="304800" y="332509"/>
            <a:ext cx="11402291" cy="4866973"/>
          </a:xfrm>
          <a:prstGeom prst="rect">
            <a:avLst/>
          </a:prstGeom>
          <a:noFill/>
        </p:spPr>
        <p:txBody>
          <a:bodyPr wrap="square" rtlCol="0">
            <a:spAutoFit/>
          </a:bodyPr>
          <a:lstStyle/>
          <a:p>
            <a:pPr defTabSz="914400">
              <a:lnSpc>
                <a:spcPct val="120000"/>
              </a:lnSpc>
              <a:spcBef>
                <a:spcPts val="1000"/>
              </a:spcBef>
              <a:buClr>
                <a:schemeClr val="accent1"/>
              </a:buClr>
              <a:buSzPct val="100000"/>
            </a:pPr>
            <a:endParaRPr lang="en-IN" sz="2800">
              <a:latin typeface="Cambria Math" panose="02040503050406030204" pitchFamily="18" charset="0"/>
              <a:ea typeface="Cambria Math" panose="02040503050406030204" pitchFamily="18" charset="0"/>
            </a:endParaRP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Descriptive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Inferential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Multivariate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Non-Parametric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Time Series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Bayesian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Sampling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latin typeface="Cambria Math" panose="02040503050406030204" pitchFamily="18" charset="0"/>
                <a:ea typeface="Cambria Math" panose="02040503050406030204" pitchFamily="18" charset="0"/>
              </a:rPr>
              <a:t>Machine Learning Methods</a:t>
            </a:r>
          </a:p>
          <a:p>
            <a:endParaRPr lang="en-IN"/>
          </a:p>
        </p:txBody>
      </p:sp>
    </p:spTree>
    <p:extLst>
      <p:ext uri="{BB962C8B-B14F-4D97-AF65-F5344CB8AC3E}">
        <p14:creationId xmlns:p14="http://schemas.microsoft.com/office/powerpoint/2010/main" val="12703175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64A238-376B-432A-BA46-D1E3713449DA}"/>
              </a:ext>
            </a:extLst>
          </p:cNvPr>
          <p:cNvSpPr txBox="1"/>
          <p:nvPr/>
        </p:nvSpPr>
        <p:spPr>
          <a:xfrm>
            <a:off x="221673" y="221673"/>
            <a:ext cx="11762509" cy="1785104"/>
          </a:xfrm>
          <a:prstGeom prst="rect">
            <a:avLst/>
          </a:prstGeom>
          <a:noFill/>
        </p:spPr>
        <p:txBody>
          <a:bodyPr wrap="square" rtlCol="0">
            <a:spAutoFit/>
          </a:bodyPr>
          <a:lstStyle/>
          <a:p>
            <a:r>
              <a:rPr lang="en-US" sz="3200" u="sng">
                <a:latin typeface="Cambria Math" panose="02040503050406030204" pitchFamily="18" charset="0"/>
                <a:ea typeface="Cambria Math" panose="02040503050406030204" pitchFamily="18" charset="0"/>
              </a:rPr>
              <a:t>Machine learning methods</a:t>
            </a:r>
            <a:endParaRPr lang="en-IN" sz="3200" u="sng">
              <a:latin typeface="Cambria Math" panose="02040503050406030204" pitchFamily="18" charset="0"/>
              <a:ea typeface="Cambria Math" panose="02040503050406030204" pitchFamily="18" charset="0"/>
            </a:endParaRPr>
          </a:p>
          <a:p>
            <a:pPr>
              <a:lnSpc>
                <a:spcPct val="150000"/>
              </a:lnSpc>
            </a:pPr>
            <a:r>
              <a:rPr lang="en-IN" sz="2000">
                <a:latin typeface="Cambria Math" panose="02040503050406030204" pitchFamily="18" charset="0"/>
                <a:ea typeface="Cambria Math" panose="02040503050406030204" pitchFamily="18" charset="0"/>
              </a:rPr>
              <a:t>They combine statistical principles with algorithms to identify patterns, classify data, and make predictions without being explicitly programmed for each task.</a:t>
            </a:r>
          </a:p>
          <a:p>
            <a:endParaRPr lang="en-IN"/>
          </a:p>
        </p:txBody>
      </p:sp>
      <p:graphicFrame>
        <p:nvGraphicFramePr>
          <p:cNvPr id="3" name="Diagram 2">
            <a:extLst>
              <a:ext uri="{FF2B5EF4-FFF2-40B4-BE49-F238E27FC236}">
                <a16:creationId xmlns:a16="http://schemas.microsoft.com/office/drawing/2014/main" id="{4B74661E-0E7F-4ABB-B173-F282AE254869}"/>
              </a:ext>
            </a:extLst>
          </p:cNvPr>
          <p:cNvGraphicFramePr/>
          <p:nvPr>
            <p:extLst>
              <p:ext uri="{D42A27DB-BD31-4B8C-83A1-F6EECF244321}">
                <p14:modId xmlns:p14="http://schemas.microsoft.com/office/powerpoint/2010/main" val="568525217"/>
              </p:ext>
            </p:extLst>
          </p:nvPr>
        </p:nvGraphicFramePr>
        <p:xfrm>
          <a:off x="942109" y="1537854"/>
          <a:ext cx="10571018" cy="54725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71640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9021AC-E0F5-4F23-8DDC-61D183CDB6AA}"/>
              </a:ext>
            </a:extLst>
          </p:cNvPr>
          <p:cNvSpPr txBox="1"/>
          <p:nvPr/>
        </p:nvSpPr>
        <p:spPr>
          <a:xfrm>
            <a:off x="284018" y="221673"/>
            <a:ext cx="11623963" cy="4651915"/>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IN" sz="2000" b="1">
                <a:latin typeface="Cambria Math" panose="02040503050406030204" pitchFamily="18" charset="0"/>
                <a:ea typeface="Cambria Math" panose="02040503050406030204" pitchFamily="18" charset="0"/>
              </a:rPr>
              <a:t>Supervised Learning</a:t>
            </a:r>
            <a:r>
              <a:rPr lang="en-IN" sz="2000">
                <a:latin typeface="Cambria Math" panose="02040503050406030204" pitchFamily="18" charset="0"/>
                <a:ea typeface="Cambria Math" panose="02040503050406030204" pitchFamily="18" charset="0"/>
              </a:rPr>
              <a:t>: This model is trained on a labelled dataset, where the outcome is known. The goal is to learn a mapping from inputs to outputs.</a:t>
            </a:r>
          </a:p>
          <a:p>
            <a:pPr marL="342900" indent="-342900">
              <a:lnSpc>
                <a:spcPct val="150000"/>
              </a:lnSpc>
              <a:buFont typeface="Wingdings" panose="05000000000000000000" pitchFamily="2" charset="2"/>
              <a:buChar char="Ø"/>
            </a:pPr>
            <a:endParaRPr lang="en-IN" sz="2000" b="1">
              <a:latin typeface="Cambria Math" panose="02040503050406030204" pitchFamily="18" charset="0"/>
              <a:ea typeface="Cambria Math" panose="02040503050406030204" pitchFamily="18" charset="0"/>
            </a:endParaRPr>
          </a:p>
          <a:p>
            <a:pPr marL="342900" indent="-342900">
              <a:lnSpc>
                <a:spcPct val="150000"/>
              </a:lnSpc>
              <a:buFont typeface="Wingdings" panose="05000000000000000000" pitchFamily="2" charset="2"/>
              <a:buChar char="Ø"/>
            </a:pPr>
            <a:r>
              <a:rPr lang="en-IN" sz="2000" b="1">
                <a:latin typeface="Cambria Math" panose="02040503050406030204" pitchFamily="18" charset="0"/>
                <a:ea typeface="Cambria Math" panose="02040503050406030204" pitchFamily="18" charset="0"/>
              </a:rPr>
              <a:t>Unsupervised Learning</a:t>
            </a:r>
            <a:r>
              <a:rPr lang="en-IN" sz="2000">
                <a:latin typeface="Cambria Math" panose="02040503050406030204" pitchFamily="18" charset="0"/>
                <a:ea typeface="Cambria Math" panose="02040503050406030204" pitchFamily="18" charset="0"/>
              </a:rPr>
              <a:t>: Unsupervised learning deals with unlabelled data, aiming to identify patterns or groupings without predefined outcomes.</a:t>
            </a:r>
          </a:p>
          <a:p>
            <a:pPr marL="342900" indent="-342900">
              <a:lnSpc>
                <a:spcPct val="150000"/>
              </a:lnSpc>
              <a:buFont typeface="Wingdings" panose="05000000000000000000" pitchFamily="2" charset="2"/>
              <a:buChar char="Ø"/>
            </a:pPr>
            <a:endParaRPr lang="en-IN" sz="2000" b="1">
              <a:latin typeface="Cambria Math" panose="02040503050406030204" pitchFamily="18" charset="0"/>
              <a:ea typeface="Cambria Math" panose="02040503050406030204" pitchFamily="18" charset="0"/>
            </a:endParaRPr>
          </a:p>
          <a:p>
            <a:pPr marL="342900" indent="-342900">
              <a:lnSpc>
                <a:spcPct val="150000"/>
              </a:lnSpc>
              <a:buFont typeface="Wingdings" panose="05000000000000000000" pitchFamily="2" charset="2"/>
              <a:buChar char="Ø"/>
            </a:pPr>
            <a:r>
              <a:rPr lang="en-IN" sz="2000" b="1">
                <a:latin typeface="Cambria Math" panose="02040503050406030204" pitchFamily="18" charset="0"/>
                <a:ea typeface="Cambria Math" panose="02040503050406030204" pitchFamily="18" charset="0"/>
              </a:rPr>
              <a:t>Semi-Supervised Learning: </a:t>
            </a:r>
            <a:r>
              <a:rPr lang="en-IN" sz="2000">
                <a:latin typeface="Cambria Math" panose="02040503050406030204" pitchFamily="18" charset="0"/>
                <a:ea typeface="Cambria Math" panose="02040503050406030204" pitchFamily="18" charset="0"/>
              </a:rPr>
              <a:t>This method combines a small amount of labelled data with a large amount of unlabelled data, improving learning accuracy. It’s particularly useful when labelling data is expensive or time-consuming.</a:t>
            </a:r>
          </a:p>
          <a:p>
            <a:pPr>
              <a:lnSpc>
                <a:spcPct val="150000"/>
              </a:lnSpc>
            </a:pPr>
            <a:endParaRPr lang="en-IN" sz="2000" b="1">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31685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C3A8E8-7239-4598-9733-6DDB551AC1F0}"/>
              </a:ext>
            </a:extLst>
          </p:cNvPr>
          <p:cNvSpPr txBox="1"/>
          <p:nvPr/>
        </p:nvSpPr>
        <p:spPr>
          <a:xfrm>
            <a:off x="263236" y="180109"/>
            <a:ext cx="11402291" cy="4866973"/>
          </a:xfrm>
          <a:prstGeom prst="rect">
            <a:avLst/>
          </a:prstGeom>
          <a:noFill/>
        </p:spPr>
        <p:txBody>
          <a:bodyPr wrap="square" rtlCol="0">
            <a:spAutoFit/>
          </a:bodyPr>
          <a:lstStyle/>
          <a:p>
            <a:pPr defTabSz="914400">
              <a:lnSpc>
                <a:spcPct val="120000"/>
              </a:lnSpc>
              <a:spcBef>
                <a:spcPts val="1000"/>
              </a:spcBef>
              <a:buClr>
                <a:schemeClr val="accent1"/>
              </a:buClr>
              <a:buSzPct val="100000"/>
            </a:pPr>
            <a:endParaRPr lang="en-IN" sz="2800">
              <a:latin typeface="Cambria Math" panose="02040503050406030204" pitchFamily="18" charset="0"/>
              <a:ea typeface="Cambria Math" panose="02040503050406030204" pitchFamily="18" charset="0"/>
            </a:endParaRP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Descriptive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Inferential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Multivariate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Non-Parametric Methods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Time Series Analysis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Bayesian Statistics</a:t>
            </a:r>
          </a:p>
          <a:p>
            <a:pPr marL="342900" lvl="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Sampling Methods</a:t>
            </a:r>
          </a:p>
          <a:p>
            <a:pPr marL="342900" indent="-342900" defTabSz="914400">
              <a:lnSpc>
                <a:spcPct val="120000"/>
              </a:lnSpc>
              <a:spcBef>
                <a:spcPts val="1000"/>
              </a:spcBef>
              <a:buClr>
                <a:schemeClr val="accent1"/>
              </a:buClr>
              <a:buSzPct val="100000"/>
              <a:buFont typeface="Wingdings" panose="05000000000000000000" pitchFamily="2" charset="2"/>
              <a:buChar char="Ø"/>
            </a:pPr>
            <a:r>
              <a:rPr lang="en-IN" sz="2000">
                <a:solidFill>
                  <a:srgbClr val="92D050"/>
                </a:solidFill>
                <a:latin typeface="Cambria Math" panose="02040503050406030204" pitchFamily="18" charset="0"/>
                <a:ea typeface="Cambria Math" panose="02040503050406030204" pitchFamily="18" charset="0"/>
              </a:rPr>
              <a:t>Machine Learning Methods</a:t>
            </a:r>
          </a:p>
          <a:p>
            <a:endParaRPr lang="en-IN"/>
          </a:p>
        </p:txBody>
      </p:sp>
    </p:spTree>
    <p:extLst>
      <p:ext uri="{BB962C8B-B14F-4D97-AF65-F5344CB8AC3E}">
        <p14:creationId xmlns:p14="http://schemas.microsoft.com/office/powerpoint/2010/main" val="8771061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3823F0-AD3E-4C1F-AA7D-7054CF08746A}"/>
              </a:ext>
            </a:extLst>
          </p:cNvPr>
          <p:cNvSpPr txBox="1"/>
          <p:nvPr/>
        </p:nvSpPr>
        <p:spPr>
          <a:xfrm>
            <a:off x="207818" y="318655"/>
            <a:ext cx="11346873" cy="2431435"/>
          </a:xfrm>
          <a:prstGeom prst="rect">
            <a:avLst/>
          </a:prstGeom>
          <a:noFill/>
        </p:spPr>
        <p:txBody>
          <a:bodyPr wrap="square" rtlCol="0">
            <a:spAutoFit/>
          </a:bodyPr>
          <a:lstStyle/>
          <a:p>
            <a:r>
              <a:rPr lang="en-US" sz="3200" u="sng">
                <a:latin typeface="Cambria Math" panose="02040503050406030204" pitchFamily="18" charset="0"/>
                <a:ea typeface="Cambria Math" panose="02040503050406030204" pitchFamily="18" charset="0"/>
              </a:rPr>
              <a:t>References</a:t>
            </a:r>
          </a:p>
          <a:p>
            <a:pPr marL="457200" indent="-457200">
              <a:buFont typeface="Wingdings" panose="05000000000000000000" pitchFamily="2" charset="2"/>
              <a:buChar char="Ø"/>
            </a:pPr>
            <a:endParaRPr lang="en-US" sz="2000">
              <a:latin typeface="Cambria Math" panose="02040503050406030204" pitchFamily="18" charset="0"/>
              <a:ea typeface="Cambria Math" panose="02040503050406030204" pitchFamily="18" charset="0"/>
            </a:endParaRPr>
          </a:p>
          <a:p>
            <a:pPr marL="457200" indent="-457200">
              <a:buFont typeface="Wingdings" panose="05000000000000000000" pitchFamily="2" charset="2"/>
              <a:buChar char="Ø"/>
            </a:pPr>
            <a:r>
              <a:rPr lang="en-US" sz="2000">
                <a:latin typeface="Cambria Math" panose="02040503050406030204" pitchFamily="18" charset="0"/>
                <a:ea typeface="Cambria Math" panose="02040503050406030204" pitchFamily="18" charset="0"/>
              </a:rPr>
              <a:t>“Research Methodology, Methods and Techniques” C R Kothari, Gaurav Gang</a:t>
            </a:r>
          </a:p>
          <a:p>
            <a:pPr marL="457200" indent="-457200">
              <a:buFont typeface="Wingdings" panose="05000000000000000000" pitchFamily="2" charset="2"/>
              <a:buChar char="Ø"/>
            </a:pPr>
            <a:endParaRPr lang="en-US" sz="2000">
              <a:latin typeface="Cambria Math" panose="02040503050406030204" pitchFamily="18" charset="0"/>
              <a:ea typeface="Cambria Math" panose="02040503050406030204" pitchFamily="18" charset="0"/>
            </a:endParaRPr>
          </a:p>
          <a:p>
            <a:pPr marL="457200" indent="-457200">
              <a:buFont typeface="Wingdings" panose="05000000000000000000" pitchFamily="2" charset="2"/>
              <a:buChar char="Ø"/>
            </a:pPr>
            <a:r>
              <a:rPr lang="en-US" sz="2000">
                <a:latin typeface="Cambria Math" panose="02040503050406030204" pitchFamily="18" charset="0"/>
                <a:ea typeface="Cambria Math" panose="02040503050406030204" pitchFamily="18" charset="0"/>
              </a:rPr>
              <a:t>“Statistical Methods” S P Gupta</a:t>
            </a:r>
          </a:p>
          <a:p>
            <a:pPr marL="457200" indent="-457200">
              <a:buFont typeface="Wingdings" panose="05000000000000000000" pitchFamily="2" charset="2"/>
              <a:buChar char="Ø"/>
            </a:pPr>
            <a:endParaRPr lang="en-US" sz="2000">
              <a:latin typeface="Cambria Math" panose="02040503050406030204" pitchFamily="18" charset="0"/>
              <a:ea typeface="Cambria Math" panose="02040503050406030204" pitchFamily="18" charset="0"/>
            </a:endParaRPr>
          </a:p>
          <a:p>
            <a:pPr marL="457200" indent="-457200">
              <a:buFont typeface="Wingdings" panose="05000000000000000000" pitchFamily="2" charset="2"/>
              <a:buChar char="Ø"/>
            </a:pPr>
            <a:r>
              <a:rPr lang="en-US" sz="2000">
                <a:latin typeface="Cambria Math" panose="02040503050406030204" pitchFamily="18" charset="0"/>
                <a:ea typeface="Cambria Math" panose="02040503050406030204" pitchFamily="18" charset="0"/>
              </a:rPr>
              <a:t>Various Online Platforms.</a:t>
            </a:r>
            <a:endParaRPr lang="en-IN" sz="200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6285199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EE457-79E1-4AF8-AFC1-625748B30E56}"/>
              </a:ext>
            </a:extLst>
          </p:cNvPr>
          <p:cNvSpPr>
            <a:spLocks noGrp="1"/>
          </p:cNvSpPr>
          <p:nvPr>
            <p:ph type="ctrTitle"/>
          </p:nvPr>
        </p:nvSpPr>
        <p:spPr>
          <a:xfrm>
            <a:off x="4108034" y="887569"/>
            <a:ext cx="8637073" cy="2541431"/>
          </a:xfrm>
        </p:spPr>
        <p:txBody>
          <a:bodyPr/>
          <a:lstStyle/>
          <a:p>
            <a:r>
              <a:rPr lang="en-US"/>
              <a:t>Thank You</a:t>
            </a:r>
            <a:endParaRPr lang="en-IN"/>
          </a:p>
        </p:txBody>
      </p:sp>
      <p:sp>
        <p:nvSpPr>
          <p:cNvPr id="3" name="Subtitle 2">
            <a:extLst>
              <a:ext uri="{FF2B5EF4-FFF2-40B4-BE49-F238E27FC236}">
                <a16:creationId xmlns:a16="http://schemas.microsoft.com/office/drawing/2014/main" id="{610DCD9B-69D5-4E06-8DC7-69E119CC64B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33705358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62DE005F4EFEF4ABB122FA5CC3E42B3" ma:contentTypeVersion="4" ma:contentTypeDescription="Create a new document." ma:contentTypeScope="" ma:versionID="e138d9c9acd5a28633c3cb03c310d7df">
  <xsd:schema xmlns:xsd="http://www.w3.org/2001/XMLSchema" xmlns:xs="http://www.w3.org/2001/XMLSchema" xmlns:p="http://schemas.microsoft.com/office/2006/metadata/properties" xmlns:ns2="5d1431e1-d8bb-424a-8728-245b070c75c6" targetNamespace="http://schemas.microsoft.com/office/2006/metadata/properties" ma:root="true" ma:fieldsID="62b69a8eb5e0403e0c015daacdc41f15" ns2:_="">
    <xsd:import namespace="5d1431e1-d8bb-424a-8728-245b070c75c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1431e1-d8bb-424a-8728-245b070c75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6285D93-E532-470F-9984-EB2B6D5B8C33}">
  <ds:schemaRefs>
    <ds:schemaRef ds:uri="5d1431e1-d8bb-424a-8728-245b070c75c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02D6E56-94B1-44FA-802D-136272EA38E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548B695-EB80-48B5-9E99-20E24C914E4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Gallery</Template>
  <Application>Microsoft Office PowerPoint</Application>
  <PresentationFormat>Widescreen</PresentationFormat>
  <Slides>40</Slides>
  <Notes>0</Notes>
  <HiddenSlides>0</HiddenSlide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Gallery</vt:lpstr>
      <vt:lpstr>SS855 - Research Methodology in Applied Sciences  Seminar on Overview of Methods in Statistics </vt:lpstr>
      <vt:lpstr>Contents</vt:lpstr>
      <vt:lpstr>Introduction to Statistics</vt:lpstr>
      <vt:lpstr>Why is statistics important in research?</vt:lpstr>
      <vt:lpstr>Methods in Statistics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SS855   Research Methodology in Applied Sciences  Seminar on Overview of Methods in Statistics</dc:title>
  <dc:creator>Gayathri</dc:creator>
  <cp:revision>1</cp:revision>
  <dcterms:created xsi:type="dcterms:W3CDTF">2024-10-22T10:26:01Z</dcterms:created>
  <dcterms:modified xsi:type="dcterms:W3CDTF">2024-11-08T00:31:42Z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0x010100662DE005F4EFEF4ABB122FA5CC3E42B3</vt:lpwstr>
  </property>
</Properties>
</file>
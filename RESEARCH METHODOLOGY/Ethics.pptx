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77" r:id="rId3"/>
    <p:sldId id="267" r:id="rId4"/>
    <p:sldId id="268" r:id="rId5"/>
    <p:sldId id="272" r:id="rId6"/>
    <p:sldId id="269" r:id="rId7"/>
    <p:sldId id="264" r:id="rId8"/>
    <p:sldId id="278" r:id="rId9"/>
    <p:sldId id="276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437" autoAdjust="0"/>
  </p:normalViewPr>
  <p:slideViewPr>
    <p:cSldViewPr snapToGrid="0">
      <p:cViewPr varScale="1">
        <p:scale>
          <a:sx n="80" d="100"/>
          <a:sy n="80" d="100"/>
        </p:scale>
        <p:origin x="93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B63ED2-9972-4498-857D-849E077176D3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9557B-47AE-4585-872C-CDE103D0C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548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DED21-0296-4E5B-9C8F-ACAFC963F8E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807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7B874-519D-DF28-6974-9563D581A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5A95FD-2D02-50CD-3EBC-CD41E3232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B36CB4-27F3-362A-4493-C1FB95802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E9CF5-C7FC-4D52-7050-2D7C534186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DED21-0296-4E5B-9C8F-ACAFC963F8E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333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21EE4-117E-7124-7C4D-9A8787D64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69455-E323-A220-46A7-DDAAC3A95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D86E4-6713-B2E7-8164-A81E1E046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47B42-0364-7A23-51CE-FE8F5697E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DED21-0296-4E5B-9C8F-ACAFC963F8E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389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EBA01-E9B5-05BF-DBE3-D267D17B7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C5C33-9609-4EF9-653F-BF25EDB34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5AF1A9-6094-8CFB-0232-0E7334CD7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81B92-9A39-0CD5-1B20-CC31356B0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DED21-0296-4E5B-9C8F-ACAFC963F8E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202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81961-DF4D-1E82-1C5A-DB110BDDA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7E821-D2F4-38A4-F414-1F2DDE1ED6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616884-8F63-CE27-C86A-2B94C084F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B02A0-E99D-10F7-07E4-2011ED3D54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DED21-0296-4E5B-9C8F-ACAFC963F8E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547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06AEE-26C2-DC1E-16CA-DC252BC6A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03A87-0253-E4B3-5000-7484770E7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A6D75E-0EEA-3ED2-003D-2017025B6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F7247-1F63-A18C-FF22-6EA0658EFF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DED21-0296-4E5B-9C8F-ACAFC963F8E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949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DED21-0296-4E5B-9C8F-ACAFC963F8E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795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88C65-989B-EBDB-DF50-9595A0917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8F15C1-32A5-1C41-0BCF-B4093293D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B112DA-209C-9FBA-35E7-2185FBC23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E413E-362B-31CE-FF63-1A292FEEE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DED21-0296-4E5B-9C8F-ACAFC963F8E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8243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CD73F-1DC6-3348-2990-E28042549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3742FF-2E6E-5579-69ED-4F8E8D9B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32F9AD-4B12-442F-49B3-C0B0BBEE3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CD33A-E0EA-5539-89C5-74F41D1668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DED21-0296-4E5B-9C8F-ACAFC963F8E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5913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DED21-0296-4E5B-9C8F-ACAFC963F8E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357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0D37B-2E7E-CADD-14FE-8AF6FB6BF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F964A7-E793-ECD6-15EA-5AF2FBE23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2EAF4-6EAD-CB88-3866-16E900BB6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0565-C0E3-49EB-96D7-ED322E41DCA5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58B6B-AB4C-C12F-D570-72E38863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4B61E-79DD-C644-0542-F5D6E0DBF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79AB-04D5-4992-8DB5-38BA7FF6ED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49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44E5-251E-71A4-17F0-F439BCD3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46A5C-2D4D-190E-0D2B-6C4F5D629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032CF-7CBE-1B0A-4EB8-ADE42A984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0565-C0E3-49EB-96D7-ED322E41DCA5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E5802-801B-59B8-842A-ACA026CDA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1B6ED-5175-8DD4-D1AF-B083B966C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79AB-04D5-4992-8DB5-38BA7FF6ED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263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F165-F385-73DD-A9D7-6604E4A05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39284-0808-1237-2B7F-482DED781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404B3-DF2E-3C80-A035-1058D6781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0565-C0E3-49EB-96D7-ED322E41DCA5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D68B1-FE43-4D2D-CAEC-59CDB3A2E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66944-96CD-778A-205B-0938B3BD2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79AB-04D5-4992-8DB5-38BA7FF6ED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76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0178-1AD4-B7E6-22F5-E98A0B2E8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4CE88-61A3-0B0E-ADEC-37AA884069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41BB81-0873-B81C-162E-6B636295A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99DD9-0944-785F-786A-4C29E1242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0565-C0E3-49EB-96D7-ED322E41DCA5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4097C-6904-9083-B504-950946795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D3CE2-B99F-B144-11A2-9F38B12C8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79AB-04D5-4992-8DB5-38BA7FF6ED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8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80315-3826-D329-467A-69A67F42D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54E87-E224-0B42-F0AB-C9D2DC51B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4BF3C-0DB1-2AE9-FA6B-3327CD289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2A4EF0-7FCC-94ED-7690-BE36E1807D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768B4F-239C-227D-9959-44B694152F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310381-C187-1823-729D-6EF28C997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0565-C0E3-49EB-96D7-ED322E41DCA5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CC70B3-0EA6-10E4-1A3C-42B72D2CD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C9159-8AEC-3EE4-2534-511AEA0CD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79AB-04D5-4992-8DB5-38BA7FF6ED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670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9ECF4-9791-E68C-5AD9-D7010728E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FA4BDB-126D-324B-865D-4144CCF71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0565-C0E3-49EB-96D7-ED322E41DCA5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95E961-C399-8A6D-FEA9-86D119EC1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7DE1C2-F8F6-138B-B71B-EC0E65BD1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79AB-04D5-4992-8DB5-38BA7FF6ED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383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A807A4-3F7E-5EF4-9E9F-2B4F64288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0565-C0E3-49EB-96D7-ED322E41DCA5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98DC59-D1F3-B9F7-34C2-5CBA34EFB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EE607-F5FC-D33F-B1C2-4AB1AAEFC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79AB-04D5-4992-8DB5-38BA7FF6ED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033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6FA48-F8A5-11C9-14C6-60C14860D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DC105-CBB9-46FF-D47E-8B1CBD9B7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1661F-7C8E-5394-3ED1-AADB79819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6F958-ED4A-AEF6-4EBF-24E042807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0565-C0E3-49EB-96D7-ED322E41DCA5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C342A-478A-203D-74D3-F8F849D29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7041E2-B8F5-FC5F-AB49-8298C09B5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79AB-04D5-4992-8DB5-38BA7FF6ED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22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EF87E-120C-064B-EC7D-44260B714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5D3E44-5FEC-B253-A30A-7BA3F7EFA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E7600-A81C-941F-5A31-A1BD0DC8D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4C2DBD-4E77-6B27-3634-F015BC257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0565-C0E3-49EB-96D7-ED322E41DCA5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8E5B3-51E2-B0D0-0A50-24580E35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807E8-5484-991B-3A56-C74453F08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79AB-04D5-4992-8DB5-38BA7FF6ED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10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846B0-2571-38E9-71CC-5D77518DC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6FD22-C9B3-BAD5-B6AA-D88D0E99F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823D0-F3D9-2EF3-8175-F8D5E5E39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0565-C0E3-49EB-96D7-ED322E41DCA5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815E1-A8AD-E2C8-55D3-87A00E213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15A90-E65A-5DA8-02E3-20EC8C29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79AB-04D5-4992-8DB5-38BA7FF6ED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110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B7335C-6D84-EB9C-2D88-B86A9F7DCF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B0180-4BE8-B0FB-C5F0-EEAD3C1F3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430AA-B3C1-6905-C8CB-5AF89C936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0565-C0E3-49EB-96D7-ED322E41DCA5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79292-E40D-ED61-1EF0-E1F217AA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66B38-B71B-4DAE-2C40-4423ABEC6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79AB-04D5-4992-8DB5-38BA7FF6ED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546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D02351-1AA5-E0D6-62DB-C494638C8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30D53-6DA1-EA5B-49DC-27B92218C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2E4DE-90A6-C545-BD10-5FE0F88F3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00565-C0E3-49EB-96D7-ED322E41DCA5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027B6-777A-7E23-CA43-C816994426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6C8D1-1265-65BE-52F8-953F5E4BF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D79AB-04D5-4992-8DB5-38BA7FF6ED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562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D03CD5-1D53-6A76-284D-12286D1DFBE4}"/>
              </a:ext>
            </a:extLst>
          </p:cNvPr>
          <p:cNvSpPr txBox="1">
            <a:spLocks/>
          </p:cNvSpPr>
          <p:nvPr/>
        </p:nvSpPr>
        <p:spPr>
          <a:xfrm>
            <a:off x="986770" y="2900405"/>
            <a:ext cx="10237509" cy="5857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ETHICS IN RESEARCH</a:t>
            </a:r>
            <a:endParaRPr lang="en-US" sz="4000" b="1" i="0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3FD103-9EEF-BDC3-2A44-2C1F53854DC5}"/>
              </a:ext>
            </a:extLst>
          </p:cNvPr>
          <p:cNvSpPr/>
          <p:nvPr/>
        </p:nvSpPr>
        <p:spPr>
          <a:xfrm>
            <a:off x="0" y="6363092"/>
            <a:ext cx="12192000" cy="49490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45E2B32-E52C-F37F-628A-3D33388071EE}"/>
              </a:ext>
            </a:extLst>
          </p:cNvPr>
          <p:cNvSpPr txBox="1">
            <a:spLocks/>
          </p:cNvSpPr>
          <p:nvPr/>
        </p:nvSpPr>
        <p:spPr>
          <a:xfrm>
            <a:off x="8020640" y="4838701"/>
            <a:ext cx="3951402" cy="11614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By,</a:t>
            </a:r>
          </a:p>
          <a:p>
            <a:endParaRPr lang="en-US" sz="105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MEENAKSHI</a:t>
            </a:r>
            <a:r>
              <a:rPr lang="en-US" sz="240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MANOJ</a:t>
            </a:r>
          </a:p>
        </p:txBody>
      </p:sp>
      <p:pic>
        <p:nvPicPr>
          <p:cNvPr id="1030" name="Picture 6" descr="Green ethics hi-res stock photography and images - Page 3 ...">
            <a:extLst>
              <a:ext uri="{FF2B5EF4-FFF2-40B4-BE49-F238E27FC236}">
                <a16:creationId xmlns:a16="http://schemas.microsoft.com/office/drawing/2014/main" id="{321C7453-3577-8A63-CA27-D0861B5857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6" t="7360" r="5594" b="13611"/>
          <a:stretch/>
        </p:blipFill>
        <p:spPr bwMode="auto">
          <a:xfrm>
            <a:off x="352425" y="393658"/>
            <a:ext cx="2286000" cy="2171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5323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E3322-D998-335B-9C43-4E58B8EAE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DE482-7E9A-94E0-A0E0-87F1474B7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1877" y="377074"/>
            <a:ext cx="9144000" cy="527900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F7ABEA-85A9-D3FD-6375-79DF0814FA2D}"/>
              </a:ext>
            </a:extLst>
          </p:cNvPr>
          <p:cNvSpPr txBox="1">
            <a:spLocks/>
          </p:cNvSpPr>
          <p:nvPr/>
        </p:nvSpPr>
        <p:spPr>
          <a:xfrm>
            <a:off x="979309" y="1492120"/>
            <a:ext cx="7813248" cy="42838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</a:p>
          <a:p>
            <a:pPr marL="0" indent="0" algn="l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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Research ethics</a:t>
            </a:r>
          </a:p>
          <a:p>
            <a:pPr marL="0" indent="0" algn="l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ethics in research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in ethical research</a:t>
            </a:r>
          </a:p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issues in research</a:t>
            </a:r>
          </a:p>
          <a:p>
            <a:pPr marL="0" indent="0" algn="l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review processes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IN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Ethics in science</a:t>
            </a:r>
          </a:p>
          <a:p>
            <a:pPr marL="0" indent="0" algn="l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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000" dirty="0"/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BD523A-4F73-A746-85D9-2339C42BDBD8}"/>
              </a:ext>
            </a:extLst>
          </p:cNvPr>
          <p:cNvSpPr/>
          <p:nvPr/>
        </p:nvSpPr>
        <p:spPr>
          <a:xfrm>
            <a:off x="0" y="6363092"/>
            <a:ext cx="12192000" cy="49490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168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5B07B-0403-CD2B-12D4-5C65719EE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D99A7-4FE1-7CB7-6767-616CF9FE9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1877" y="377074"/>
            <a:ext cx="9144000" cy="5279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RESEARCH ETHICS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1387D3-C521-45B2-130A-F7F8FBD87637}"/>
              </a:ext>
            </a:extLst>
          </p:cNvPr>
          <p:cNvSpPr txBox="1">
            <a:spLocks/>
          </p:cNvSpPr>
          <p:nvPr/>
        </p:nvSpPr>
        <p:spPr>
          <a:xfrm>
            <a:off x="1194377" y="1371600"/>
            <a:ext cx="7587006" cy="39163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Principles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Research Ethics:-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Respect for Persons</a:t>
            </a: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Beneficence</a:t>
            </a: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Justice</a:t>
            </a: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Integrity</a:t>
            </a: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Accountability</a:t>
            </a: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2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2B9A20-38FE-56BB-2A13-365D47795038}"/>
              </a:ext>
            </a:extLst>
          </p:cNvPr>
          <p:cNvSpPr/>
          <p:nvPr/>
        </p:nvSpPr>
        <p:spPr>
          <a:xfrm>
            <a:off x="0" y="6363092"/>
            <a:ext cx="12192000" cy="49490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544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F8273-F60F-C25A-334D-C0368143E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E1250-37D3-E3EE-43C0-0590CC557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1877" y="377074"/>
            <a:ext cx="9144000" cy="527900"/>
          </a:xfrm>
        </p:spPr>
        <p:txBody>
          <a:bodyPr>
            <a:noAutofit/>
          </a:bodyPr>
          <a:lstStyle/>
          <a:p>
            <a:r>
              <a:rPr lang="en-IN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NEED FOR ETHICS IN RESEARCH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9640AE-CF8C-0A20-F467-16CCAA9D2C9E}"/>
              </a:ext>
            </a:extLst>
          </p:cNvPr>
          <p:cNvSpPr txBox="1">
            <a:spLocks/>
          </p:cNvSpPr>
          <p:nvPr/>
        </p:nvSpPr>
        <p:spPr>
          <a:xfrm>
            <a:off x="1084869" y="1786036"/>
            <a:ext cx="7813248" cy="22000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l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Protection of Participants</a:t>
            </a:r>
          </a:p>
          <a:p>
            <a:pPr marL="34290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Integrity of Research</a:t>
            </a:r>
          </a:p>
          <a:p>
            <a:pPr marL="34290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3F2EF2-0E9C-19E6-4527-363BEE416D38}"/>
              </a:ext>
            </a:extLst>
          </p:cNvPr>
          <p:cNvSpPr/>
          <p:nvPr/>
        </p:nvSpPr>
        <p:spPr>
          <a:xfrm>
            <a:off x="0" y="6363092"/>
            <a:ext cx="12192000" cy="49490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210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9EE4-68B9-A92B-5D79-B2408E55D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09110-35EA-2677-B2EE-4ADB4E7B5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1877" y="377074"/>
            <a:ext cx="9144000" cy="527900"/>
          </a:xfrm>
        </p:spPr>
        <p:txBody>
          <a:bodyPr>
            <a:noAutofit/>
          </a:bodyPr>
          <a:lstStyle/>
          <a:p>
            <a:r>
              <a:rPr lang="en-IN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OBJECTIVES OF ETHICAL RESEARCH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9118F8-DB8A-6F52-35F7-84AF1F835B20}"/>
              </a:ext>
            </a:extLst>
          </p:cNvPr>
          <p:cNvSpPr txBox="1">
            <a:spLocks/>
          </p:cNvSpPr>
          <p:nvPr/>
        </p:nvSpPr>
        <p:spPr>
          <a:xfrm>
            <a:off x="1066801" y="1621410"/>
            <a:ext cx="7813248" cy="38178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l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Ensure Participant Safety</a:t>
            </a:r>
          </a:p>
          <a:p>
            <a:pPr marL="34290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Promote Scientific Integrity</a:t>
            </a:r>
          </a:p>
          <a:p>
            <a:pPr marL="34290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Enhance Public Trust</a:t>
            </a:r>
          </a:p>
          <a:p>
            <a:pPr marL="34290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Compliance with Regulations</a:t>
            </a:r>
          </a:p>
          <a:p>
            <a:pPr lvl="0" algn="l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2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5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9D09B9-054E-34E6-3287-54C6078FC90E}"/>
              </a:ext>
            </a:extLst>
          </p:cNvPr>
          <p:cNvSpPr/>
          <p:nvPr/>
        </p:nvSpPr>
        <p:spPr>
          <a:xfrm>
            <a:off x="0" y="6363092"/>
            <a:ext cx="12192000" cy="49490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537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8D079-4C0F-944D-AD8C-89AE45C8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A7775-B2A7-D254-99FC-84180892C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1877" y="377074"/>
            <a:ext cx="9144000" cy="527900"/>
          </a:xfrm>
        </p:spPr>
        <p:txBody>
          <a:bodyPr>
            <a:noAutofit/>
          </a:bodyPr>
          <a:lstStyle/>
          <a:p>
            <a:r>
              <a:rPr lang="en-IN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ETHICAL ISSUES IN RESEARCH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7FFA291-87B8-954F-3F1D-522637E885EC}"/>
              </a:ext>
            </a:extLst>
          </p:cNvPr>
          <p:cNvSpPr txBox="1">
            <a:spLocks/>
          </p:cNvSpPr>
          <p:nvPr/>
        </p:nvSpPr>
        <p:spPr>
          <a:xfrm>
            <a:off x="1095081" y="1178351"/>
            <a:ext cx="7813248" cy="460970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l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Informed Consent</a:t>
            </a:r>
          </a:p>
          <a:p>
            <a:pPr marL="34290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Confidentiality</a:t>
            </a:r>
          </a:p>
          <a:p>
            <a:pPr marL="34290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Risk Assessment</a:t>
            </a:r>
          </a:p>
          <a:p>
            <a:pPr marL="34290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Vulnerable Populations</a:t>
            </a:r>
          </a:p>
          <a:p>
            <a:pPr algn="l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5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17388D-B784-D071-E7EC-FEB231D3347B}"/>
              </a:ext>
            </a:extLst>
          </p:cNvPr>
          <p:cNvSpPr/>
          <p:nvPr/>
        </p:nvSpPr>
        <p:spPr>
          <a:xfrm>
            <a:off x="0" y="6363092"/>
            <a:ext cx="12192000" cy="49490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737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6E6F2-2189-FD3D-6874-9129C831B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1877" y="377074"/>
            <a:ext cx="9144000" cy="5279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ETHICAL REVIEW PROCESSES</a:t>
            </a:r>
            <a:endParaRPr lang="en-IN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D03CD5-1D53-6A76-284D-12286D1DFBE4}"/>
              </a:ext>
            </a:extLst>
          </p:cNvPr>
          <p:cNvSpPr txBox="1">
            <a:spLocks/>
          </p:cNvSpPr>
          <p:nvPr/>
        </p:nvSpPr>
        <p:spPr>
          <a:xfrm>
            <a:off x="1366887" y="1885950"/>
            <a:ext cx="4729113" cy="362450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Institutional Review Boards (IRBs)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Importance of Peer Review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Decision making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3FD103-9EEF-BDC3-2A44-2C1F53854DC5}"/>
              </a:ext>
            </a:extLst>
          </p:cNvPr>
          <p:cNvSpPr/>
          <p:nvPr/>
        </p:nvSpPr>
        <p:spPr>
          <a:xfrm>
            <a:off x="0" y="6363092"/>
            <a:ext cx="12192000" cy="49490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349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A59AA-076A-4A71-4FAA-03E15545D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B7859-B938-3682-DD06-8FD1A1B23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524" y="377074"/>
            <a:ext cx="10427616" cy="527899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ETHICS IN SCIENCE</a:t>
            </a:r>
            <a:endParaRPr lang="en-IN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2B0FC-6F5D-5D2E-FE06-B5B819801250}"/>
              </a:ext>
            </a:extLst>
          </p:cNvPr>
          <p:cNvSpPr txBox="1">
            <a:spLocks/>
          </p:cNvSpPr>
          <p:nvPr/>
        </p:nvSpPr>
        <p:spPr>
          <a:xfrm>
            <a:off x="919310" y="1440779"/>
            <a:ext cx="9847868" cy="438650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Establishment of Institutional Review Boards (IRBs)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Mandatory Ethics Training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Emphasizing Transparency and </a:t>
            </a:r>
            <a:r>
              <a:rPr lang="en-IN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 Science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Robust Data Management Practices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Community Engagement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Post-Research Ethics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1EB359-A95D-60DF-1835-516DDD5FBD06}"/>
              </a:ext>
            </a:extLst>
          </p:cNvPr>
          <p:cNvSpPr/>
          <p:nvPr/>
        </p:nvSpPr>
        <p:spPr>
          <a:xfrm>
            <a:off x="0" y="6363092"/>
            <a:ext cx="12192000" cy="49490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438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05AA3-EBB9-D25F-C6DD-4FA09A9A4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FCA6-D89D-1A8D-06C8-45CC0F15D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1877" y="377074"/>
            <a:ext cx="9144000" cy="527900"/>
          </a:xfrm>
        </p:spPr>
        <p:txBody>
          <a:bodyPr>
            <a:noAutofit/>
          </a:bodyPr>
          <a:lstStyle/>
          <a:p>
            <a:r>
              <a:rPr lang="en-IN" sz="3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91532D-A2B2-53F5-7329-BF547AFAD8E2}"/>
              </a:ext>
            </a:extLst>
          </p:cNvPr>
          <p:cNvSpPr txBox="1">
            <a:spLocks/>
          </p:cNvSpPr>
          <p:nvPr/>
        </p:nvSpPr>
        <p:spPr>
          <a:xfrm>
            <a:off x="1067537" y="2119607"/>
            <a:ext cx="10056926" cy="26187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Ethics in science involves the moral principles that govern research and scientific inquiry. It emphasizes honesty, transparency, and accountability in conducting research.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Ethics in science is vital for maintaining public trust in scientific findings, promoting responsible research practices, and ensuring the welfare of research participants.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2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277C12-F43A-4E4A-420A-70DDFC622646}"/>
              </a:ext>
            </a:extLst>
          </p:cNvPr>
          <p:cNvSpPr/>
          <p:nvPr/>
        </p:nvSpPr>
        <p:spPr>
          <a:xfrm>
            <a:off x="0" y="6363092"/>
            <a:ext cx="12192000" cy="49490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680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6E6F2-2189-FD3D-6874-9129C831B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01100"/>
            <a:ext cx="9144000" cy="527900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3FD103-9EEF-BDC3-2A44-2C1F53854DC5}"/>
              </a:ext>
            </a:extLst>
          </p:cNvPr>
          <p:cNvSpPr/>
          <p:nvPr/>
        </p:nvSpPr>
        <p:spPr>
          <a:xfrm>
            <a:off x="0" y="6363092"/>
            <a:ext cx="12192000" cy="49490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661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2DE005F4EFEF4ABB122FA5CC3E42B3" ma:contentTypeVersion="4" ma:contentTypeDescription="Create a new document." ma:contentTypeScope="" ma:versionID="e138d9c9acd5a28633c3cb03c310d7df">
  <xsd:schema xmlns:xsd="http://www.w3.org/2001/XMLSchema" xmlns:xs="http://www.w3.org/2001/XMLSchema" xmlns:p="http://schemas.microsoft.com/office/2006/metadata/properties" xmlns:ns2="5d1431e1-d8bb-424a-8728-245b070c75c6" targetNamespace="http://schemas.microsoft.com/office/2006/metadata/properties" ma:root="true" ma:fieldsID="62b69a8eb5e0403e0c015daacdc41f15" ns2:_="">
    <xsd:import namespace="5d1431e1-d8bb-424a-8728-245b070c75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1431e1-d8bb-424a-8728-245b070c75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9D9F739-44A6-44E5-B1D6-308F6A72C4ED}"/>
</file>

<file path=customXml/itemProps2.xml><?xml version="1.0" encoding="utf-8"?>
<ds:datastoreItem xmlns:ds="http://schemas.openxmlformats.org/officeDocument/2006/customXml" ds:itemID="{144A1AF2-4281-4577-BEF2-5947FBBAFB0A}"/>
</file>

<file path=customXml/itemProps3.xml><?xml version="1.0" encoding="utf-8"?>
<ds:datastoreItem xmlns:ds="http://schemas.openxmlformats.org/officeDocument/2006/customXml" ds:itemID="{5A935100-DF10-48FB-BF60-69B735642A7A}"/>
</file>

<file path=docProps/app.xml><?xml version="1.0" encoding="utf-8"?>
<Properties xmlns="http://schemas.openxmlformats.org/officeDocument/2006/extended-properties" xmlns:vt="http://schemas.openxmlformats.org/officeDocument/2006/docPropsVTypes">
  <TotalTime>1405</TotalTime>
  <Words>208</Words>
  <Application>Microsoft Office PowerPoint</Application>
  <PresentationFormat>Widescreen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PowerPoint Presentation</vt:lpstr>
      <vt:lpstr>CONTENTS</vt:lpstr>
      <vt:lpstr>OVERVIEW OF RESEARCH ETHICS</vt:lpstr>
      <vt:lpstr>NEED FOR ETHICS IN RESEARCH</vt:lpstr>
      <vt:lpstr>OBJECTIVES OF ETHICAL RESEARCH</vt:lpstr>
      <vt:lpstr>ETHICAL ISSUES IN RESEARCH</vt:lpstr>
      <vt:lpstr>ETHICAL REVIEW PROCESSES</vt:lpstr>
      <vt:lpstr>ETHICS IN SCIENCE</vt:lpstr>
      <vt:lpstr>CONCLUSION</vt:lpstr>
      <vt:lpstr>THANK YOU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MINNU MANOJ</dc:creator>
  <cp:lastModifiedBy>MINNU MANOJ</cp:lastModifiedBy>
  <cp:revision>64</cp:revision>
  <dcterms:created xsi:type="dcterms:W3CDTF">2024-09-20T05:18:38Z</dcterms:created>
  <dcterms:modified xsi:type="dcterms:W3CDTF">2024-10-22T01:34:48Z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0x010100662DE005F4EFEF4ABB122FA5CC3E42B3</vt:lpwstr>
  </property>
</Properties>
</file>